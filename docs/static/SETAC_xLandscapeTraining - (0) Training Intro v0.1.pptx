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2" r:id="rId4"/>
  </p:sldMasterIdLst>
  <p:notesMasterIdLst>
    <p:notesMasterId r:id="rId13"/>
  </p:notesMasterIdLst>
  <p:handoutMasterIdLst>
    <p:handoutMasterId r:id="rId14"/>
  </p:handoutMasterIdLst>
  <p:sldIdLst>
    <p:sldId id="1543" r:id="rId5"/>
    <p:sldId id="1539" r:id="rId6"/>
    <p:sldId id="2145705828" r:id="rId7"/>
    <p:sldId id="2145705840" r:id="rId8"/>
    <p:sldId id="2145705838" r:id="rId9"/>
    <p:sldId id="2145705839" r:id="rId10"/>
    <p:sldId id="2145705835" r:id="rId11"/>
    <p:sldId id="214570582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raining Course" id="{C9CF2E45-3D88-4891-AC10-7BA66517B680}">
          <p14:sldIdLst>
            <p14:sldId id="1543"/>
          </p14:sldIdLst>
        </p14:section>
        <p14:section name="Welcome" id="{2ECA38FB-461B-4259-98DF-54E2EE2B36A2}">
          <p14:sldIdLst>
            <p14:sldId id="1539"/>
            <p14:sldId id="2145705828"/>
            <p14:sldId id="2145705840"/>
            <p14:sldId id="2145705838"/>
            <p14:sldId id="2145705839"/>
            <p14:sldId id="2145705835"/>
          </p14:sldIdLst>
        </p14:section>
        <p14:section name="Material" id="{A619ED39-DC50-44B9-BE37-CEF8A2F8D59C}">
          <p14:sldIdLst>
            <p14:sldId id="214570582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C87A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63194C-DDEB-4E1B-9458-F5CBD245D974}" v="4" dt="2026-03-15T07:03:04.548"/>
  </p1510:revLst>
</p1510:revInfo>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F1AB2-1976-4502-BF36-3FF5EA218861}" styleName="Mittlere Formatvorlage 4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702"/>
  </p:normalViewPr>
  <p:slideViewPr>
    <p:cSldViewPr snapToGrid="0">
      <p:cViewPr varScale="1">
        <p:scale>
          <a:sx n="75" d="100"/>
          <a:sy n="75" d="100"/>
        </p:scale>
        <p:origin x="735" y="267"/>
      </p:cViewPr>
      <p:guideLst/>
    </p:cSldViewPr>
  </p:slideViewPr>
  <p:notesTextViewPr>
    <p:cViewPr>
      <p:scale>
        <a:sx n="1" d="1"/>
        <a:sy n="1" d="1"/>
      </p:scale>
      <p:origin x="0" y="0"/>
    </p:cViewPr>
  </p:notesTextViewPr>
  <p:sorterViewPr>
    <p:cViewPr>
      <p:scale>
        <a:sx n="100" d="100"/>
        <a:sy n="100" d="100"/>
      </p:scale>
      <p:origin x="0" y="-1972"/>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orsten schad" userId="9052ff8b9b589b84" providerId="LiveId" clId="{3497A672-429F-4390-93BF-F07E2A1D3D73}"/>
    <pc:docChg chg="undo redo custSel addSld delSld modSld sldOrd delMainMaster delSection modSection">
      <pc:chgData name="thorsten schad" userId="9052ff8b9b589b84" providerId="LiveId" clId="{3497A672-429F-4390-93BF-F07E2A1D3D73}" dt="2026-02-27T08:03:11.053" v="1997" actId="1037"/>
      <pc:docMkLst>
        <pc:docMk/>
      </pc:docMkLst>
      <pc:sldChg chg="delSp modSp mod">
        <pc:chgData name="thorsten schad" userId="9052ff8b9b589b84" providerId="LiveId" clId="{3497A672-429F-4390-93BF-F07E2A1D3D73}" dt="2026-02-14T11:51:01.077" v="1236" actId="12"/>
        <pc:sldMkLst>
          <pc:docMk/>
          <pc:sldMk cId="1640610629" sldId="1539"/>
        </pc:sldMkLst>
        <pc:spChg chg="mod">
          <ac:chgData name="thorsten schad" userId="9052ff8b9b589b84" providerId="LiveId" clId="{3497A672-429F-4390-93BF-F07E2A1D3D73}" dt="2026-02-14T11:51:01.077" v="1236" actId="12"/>
          <ac:spMkLst>
            <pc:docMk/>
            <pc:sldMk cId="1640610629" sldId="1539"/>
            <ac:spMk id="6" creationId="{21BBB0CD-0B68-1056-857B-9CB9460BFFA0}"/>
          </ac:spMkLst>
        </pc:spChg>
      </pc:sldChg>
      <pc:sldChg chg="modSp mod modShow">
        <pc:chgData name="thorsten schad" userId="9052ff8b9b589b84" providerId="LiveId" clId="{3497A672-429F-4390-93BF-F07E2A1D3D73}" dt="2026-02-13T07:53:28.313" v="832"/>
        <pc:sldMkLst>
          <pc:docMk/>
          <pc:sldMk cId="4013681969" sldId="1543"/>
        </pc:sldMkLst>
        <pc:spChg chg="mod">
          <ac:chgData name="thorsten schad" userId="9052ff8b9b589b84" providerId="LiveId" clId="{3497A672-429F-4390-93BF-F07E2A1D3D73}" dt="2026-02-13T07:53:28.313" v="832"/>
          <ac:spMkLst>
            <pc:docMk/>
            <pc:sldMk cId="4013681969" sldId="1543"/>
            <ac:spMk id="6" creationId="{E47A3679-FFF5-6986-4D60-B59C7E21BD53}"/>
          </ac:spMkLst>
        </pc:spChg>
      </pc:sldChg>
      <pc:sldChg chg="delSp modSp mod">
        <pc:chgData name="thorsten schad" userId="9052ff8b9b589b84" providerId="LiveId" clId="{3497A672-429F-4390-93BF-F07E2A1D3D73}" dt="2026-02-24T06:51:08.407" v="1252" actId="404"/>
        <pc:sldMkLst>
          <pc:docMk/>
          <pc:sldMk cId="880074748" sldId="2145705828"/>
        </pc:sldMkLst>
        <pc:spChg chg="mod">
          <ac:chgData name="thorsten schad" userId="9052ff8b9b589b84" providerId="LiveId" clId="{3497A672-429F-4390-93BF-F07E2A1D3D73}" dt="2026-02-14T09:52:23.222" v="998" actId="20577"/>
          <ac:spMkLst>
            <pc:docMk/>
            <pc:sldMk cId="880074748" sldId="2145705828"/>
            <ac:spMk id="3" creationId="{D8277C5D-282E-2D4E-71AC-3D39503A013F}"/>
          </ac:spMkLst>
        </pc:spChg>
        <pc:spChg chg="mod">
          <ac:chgData name="thorsten schad" userId="9052ff8b9b589b84" providerId="LiveId" clId="{3497A672-429F-4390-93BF-F07E2A1D3D73}" dt="2026-02-14T09:52:09.398" v="984" actId="20577"/>
          <ac:spMkLst>
            <pc:docMk/>
            <pc:sldMk cId="880074748" sldId="2145705828"/>
            <ac:spMk id="4" creationId="{31635882-B66D-42A2-FEC5-6966E12B0016}"/>
          </ac:spMkLst>
        </pc:spChg>
        <pc:spChg chg="mod">
          <ac:chgData name="thorsten schad" userId="9052ff8b9b589b84" providerId="LiveId" clId="{3497A672-429F-4390-93BF-F07E2A1D3D73}" dt="2026-02-14T11:52:36.848" v="1237" actId="404"/>
          <ac:spMkLst>
            <pc:docMk/>
            <pc:sldMk cId="880074748" sldId="2145705828"/>
            <ac:spMk id="6" creationId="{48DD6D17-7434-D5DA-C681-C3A3701ECE59}"/>
          </ac:spMkLst>
        </pc:spChg>
        <pc:spChg chg="mod">
          <ac:chgData name="thorsten schad" userId="9052ff8b9b589b84" providerId="LiveId" clId="{3497A672-429F-4390-93BF-F07E2A1D3D73}" dt="2026-02-24T06:51:08.407" v="1252" actId="404"/>
          <ac:spMkLst>
            <pc:docMk/>
            <pc:sldMk cId="880074748" sldId="2145705828"/>
            <ac:spMk id="10" creationId="{6668A530-8667-EF96-6042-101A512C29EB}"/>
          </ac:spMkLst>
        </pc:spChg>
      </pc:sldChg>
      <pc:sldChg chg="addSp delSp modSp mod">
        <pc:chgData name="thorsten schad" userId="9052ff8b9b589b84" providerId="LiveId" clId="{3497A672-429F-4390-93BF-F07E2A1D3D73}" dt="2026-02-27T08:03:11.053" v="1997" actId="1037"/>
        <pc:sldMkLst>
          <pc:docMk/>
          <pc:sldMk cId="3993470820" sldId="2145705835"/>
        </pc:sldMkLst>
        <pc:spChg chg="add mod">
          <ac:chgData name="thorsten schad" userId="9052ff8b9b589b84" providerId="LiveId" clId="{3497A672-429F-4390-93BF-F07E2A1D3D73}" dt="2026-02-24T06:51:25.723" v="1254"/>
          <ac:spMkLst>
            <pc:docMk/>
            <pc:sldMk cId="3993470820" sldId="2145705835"/>
            <ac:spMk id="3" creationId="{A2F5A078-52D0-D6ED-B5E8-76F7E99CBFAC}"/>
          </ac:spMkLst>
        </pc:spChg>
        <pc:spChg chg="add mod">
          <ac:chgData name="thorsten schad" userId="9052ff8b9b589b84" providerId="LiveId" clId="{3497A672-429F-4390-93BF-F07E2A1D3D73}" dt="2026-02-27T08:03:11.053" v="1997" actId="1037"/>
          <ac:spMkLst>
            <pc:docMk/>
            <pc:sldMk cId="3993470820" sldId="2145705835"/>
            <ac:spMk id="5" creationId="{994F148A-7758-5519-A1F6-F06ACAE92469}"/>
          </ac:spMkLst>
        </pc:spChg>
        <pc:spChg chg="add mod">
          <ac:chgData name="thorsten schad" userId="9052ff8b9b589b84" providerId="LiveId" clId="{3497A672-429F-4390-93BF-F07E2A1D3D73}" dt="2026-02-14T09:56:46.971" v="1009"/>
          <ac:spMkLst>
            <pc:docMk/>
            <pc:sldMk cId="3993470820" sldId="2145705835"/>
            <ac:spMk id="6" creationId="{7B7ADFB2-C3F6-52E8-FD14-9825741B69A5}"/>
          </ac:spMkLst>
        </pc:spChg>
        <pc:spChg chg="add mod">
          <ac:chgData name="thorsten schad" userId="9052ff8b9b589b84" providerId="LiveId" clId="{3497A672-429F-4390-93BF-F07E2A1D3D73}" dt="2026-02-14T09:56:46.971" v="1009"/>
          <ac:spMkLst>
            <pc:docMk/>
            <pc:sldMk cId="3993470820" sldId="2145705835"/>
            <ac:spMk id="10" creationId="{8A7B5A33-07E6-7D82-8413-28D3D879A7E9}"/>
          </ac:spMkLst>
        </pc:spChg>
      </pc:sldChg>
      <pc:sldChg chg="addSp delSp modSp add mod">
        <pc:chgData name="thorsten schad" userId="9052ff8b9b589b84" providerId="LiveId" clId="{3497A672-429F-4390-93BF-F07E2A1D3D73}" dt="2026-02-25T07:21:29.132" v="1343" actId="1076"/>
        <pc:sldMkLst>
          <pc:docMk/>
          <pc:sldMk cId="2503057683" sldId="2145705838"/>
        </pc:sldMkLst>
        <pc:spChg chg="mod">
          <ac:chgData name="thorsten schad" userId="9052ff8b9b589b84" providerId="LiveId" clId="{3497A672-429F-4390-93BF-F07E2A1D3D73}" dt="2026-02-24T06:51:15.054" v="1253" actId="404"/>
          <ac:spMkLst>
            <pc:docMk/>
            <pc:sldMk cId="2503057683" sldId="2145705838"/>
            <ac:spMk id="10" creationId="{4EA18EA9-C879-8807-2DEE-45608FAB223D}"/>
          </ac:spMkLst>
        </pc:spChg>
        <pc:spChg chg="add mod">
          <ac:chgData name="thorsten schad" userId="9052ff8b9b589b84" providerId="LiveId" clId="{3497A672-429F-4390-93BF-F07E2A1D3D73}" dt="2026-02-14T11:53:18.468" v="1239" actId="403"/>
          <ac:spMkLst>
            <pc:docMk/>
            <pc:sldMk cId="2503057683" sldId="2145705838"/>
            <ac:spMk id="12" creationId="{E997EC87-9495-7F31-FB78-F38D670838C2}"/>
          </ac:spMkLst>
        </pc:spChg>
        <pc:spChg chg="add mod">
          <ac:chgData name="thorsten schad" userId="9052ff8b9b589b84" providerId="LiveId" clId="{3497A672-429F-4390-93BF-F07E2A1D3D73}" dt="2026-02-25T06:05:17.522" v="1338" actId="20577"/>
          <ac:spMkLst>
            <pc:docMk/>
            <pc:sldMk cId="2503057683" sldId="2145705838"/>
            <ac:spMk id="15" creationId="{BC135B4E-64BD-375B-2567-F85649830C64}"/>
          </ac:spMkLst>
        </pc:spChg>
        <pc:picChg chg="add mod">
          <ac:chgData name="thorsten schad" userId="9052ff8b9b589b84" providerId="LiveId" clId="{3497A672-429F-4390-93BF-F07E2A1D3D73}" dt="2026-02-14T09:58:04.984" v="1022"/>
          <ac:picMkLst>
            <pc:docMk/>
            <pc:sldMk cId="2503057683" sldId="2145705838"/>
            <ac:picMk id="13" creationId="{3BFD74AA-DA87-4B64-A02D-5212D76A90EE}"/>
          </ac:picMkLst>
        </pc:picChg>
        <pc:picChg chg="add mod ord">
          <ac:chgData name="thorsten schad" userId="9052ff8b9b589b84" providerId="LiveId" clId="{3497A672-429F-4390-93BF-F07E2A1D3D73}" dt="2026-02-25T07:21:29.132" v="1343" actId="1076"/>
          <ac:picMkLst>
            <pc:docMk/>
            <pc:sldMk cId="2503057683" sldId="2145705838"/>
            <ac:picMk id="14" creationId="{9067B59D-1F6F-D877-E5AE-AD99E1248A76}"/>
          </ac:picMkLst>
        </pc:picChg>
        <pc:picChg chg="add mod">
          <ac:chgData name="thorsten schad" userId="9052ff8b9b589b84" providerId="LiveId" clId="{3497A672-429F-4390-93BF-F07E2A1D3D73}" dt="2026-02-24T06:55:42.867" v="1300" actId="1038"/>
          <ac:picMkLst>
            <pc:docMk/>
            <pc:sldMk cId="2503057683" sldId="2145705838"/>
            <ac:picMk id="1026" creationId="{C0680441-9791-8F5F-4DDC-E6691832B764}"/>
          </ac:picMkLst>
        </pc:picChg>
      </pc:sldChg>
      <pc:sldChg chg="delSp modSp add mod">
        <pc:chgData name="thorsten schad" userId="9052ff8b9b589b84" providerId="LiveId" clId="{3497A672-429F-4390-93BF-F07E2A1D3D73}" dt="2026-02-25T07:37:47.022" v="1758" actId="113"/>
        <pc:sldMkLst>
          <pc:docMk/>
          <pc:sldMk cId="3273848576" sldId="2145705839"/>
        </pc:sldMkLst>
        <pc:spChg chg="mod">
          <ac:chgData name="thorsten schad" userId="9052ff8b9b589b84" providerId="LiveId" clId="{3497A672-429F-4390-93BF-F07E2A1D3D73}" dt="2026-02-25T07:37:47.022" v="1758" actId="113"/>
          <ac:spMkLst>
            <pc:docMk/>
            <pc:sldMk cId="3273848576" sldId="2145705839"/>
            <ac:spMk id="15" creationId="{CBCFEF4A-FA78-0226-F00F-AA18DC53CC09}"/>
          </ac:spMkLst>
        </pc:spChg>
      </pc:sldChg>
    </pc:docChg>
  </pc:docChgLst>
  <pc:docChgLst>
    <pc:chgData name="thorsten schad" userId="9052ff8b9b589b84" providerId="LiveId" clId="{C902D907-5870-4470-9547-C46FA6DB8BE3}"/>
    <pc:docChg chg="undo custSel modSld">
      <pc:chgData name="thorsten schad" userId="9052ff8b9b589b84" providerId="LiveId" clId="{C902D907-5870-4470-9547-C46FA6DB8BE3}" dt="2026-03-02T07:30:31.727" v="124" actId="404"/>
      <pc:docMkLst>
        <pc:docMk/>
      </pc:docMkLst>
      <pc:sldChg chg="modSp mod">
        <pc:chgData name="thorsten schad" userId="9052ff8b9b589b84" providerId="LiveId" clId="{C902D907-5870-4470-9547-C46FA6DB8BE3}" dt="2026-03-02T07:27:37.976" v="123" actId="113"/>
        <pc:sldMkLst>
          <pc:docMk/>
          <pc:sldMk cId="880074748" sldId="2145705828"/>
        </pc:sldMkLst>
        <pc:spChg chg="mod ord">
          <ac:chgData name="thorsten schad" userId="9052ff8b9b589b84" providerId="LiveId" clId="{C902D907-5870-4470-9547-C46FA6DB8BE3}" dt="2026-03-02T07:27:37.976" v="123" actId="113"/>
          <ac:spMkLst>
            <pc:docMk/>
            <pc:sldMk cId="880074748" sldId="2145705828"/>
            <ac:spMk id="6" creationId="{48DD6D17-7434-D5DA-C681-C3A3701ECE59}"/>
          </ac:spMkLst>
        </pc:spChg>
      </pc:sldChg>
      <pc:sldChg chg="modSp mod">
        <pc:chgData name="thorsten schad" userId="9052ff8b9b589b84" providerId="LiveId" clId="{C902D907-5870-4470-9547-C46FA6DB8BE3}" dt="2026-03-02T07:26:23.933" v="122" actId="6549"/>
        <pc:sldMkLst>
          <pc:docMk/>
          <pc:sldMk cId="3993470820" sldId="2145705835"/>
        </pc:sldMkLst>
        <pc:spChg chg="mod">
          <ac:chgData name="thorsten schad" userId="9052ff8b9b589b84" providerId="LiveId" clId="{C902D907-5870-4470-9547-C46FA6DB8BE3}" dt="2026-03-02T07:26:23.933" v="122" actId="6549"/>
          <ac:spMkLst>
            <pc:docMk/>
            <pc:sldMk cId="3993470820" sldId="2145705835"/>
            <ac:spMk id="5" creationId="{994F148A-7758-5519-A1F6-F06ACAE92469}"/>
          </ac:spMkLst>
        </pc:spChg>
      </pc:sldChg>
      <pc:sldChg chg="modSp mod">
        <pc:chgData name="thorsten schad" userId="9052ff8b9b589b84" providerId="LiveId" clId="{C902D907-5870-4470-9547-C46FA6DB8BE3}" dt="2026-03-02T07:23:35.782" v="27" actId="404"/>
        <pc:sldMkLst>
          <pc:docMk/>
          <pc:sldMk cId="2503057683" sldId="2145705838"/>
        </pc:sldMkLst>
        <pc:spChg chg="mod">
          <ac:chgData name="thorsten schad" userId="9052ff8b9b589b84" providerId="LiveId" clId="{C902D907-5870-4470-9547-C46FA6DB8BE3}" dt="2026-03-02T07:23:35.782" v="27" actId="404"/>
          <ac:spMkLst>
            <pc:docMk/>
            <pc:sldMk cId="2503057683" sldId="2145705838"/>
            <ac:spMk id="15" creationId="{BC135B4E-64BD-375B-2567-F85649830C64}"/>
          </ac:spMkLst>
        </pc:spChg>
      </pc:sldChg>
      <pc:sldChg chg="modSp mod">
        <pc:chgData name="thorsten schad" userId="9052ff8b9b589b84" providerId="LiveId" clId="{C902D907-5870-4470-9547-C46FA6DB8BE3}" dt="2026-03-02T07:25:31.457" v="110" actId="404"/>
        <pc:sldMkLst>
          <pc:docMk/>
          <pc:sldMk cId="3273848576" sldId="2145705839"/>
        </pc:sldMkLst>
        <pc:spChg chg="mod">
          <ac:chgData name="thorsten schad" userId="9052ff8b9b589b84" providerId="LiveId" clId="{C902D907-5870-4470-9547-C46FA6DB8BE3}" dt="2026-03-02T07:25:31.457" v="110" actId="404"/>
          <ac:spMkLst>
            <pc:docMk/>
            <pc:sldMk cId="3273848576" sldId="2145705839"/>
            <ac:spMk id="15" creationId="{CBCFEF4A-FA78-0226-F00F-AA18DC53CC09}"/>
          </ac:spMkLst>
        </pc:spChg>
      </pc:sldChg>
      <pc:sldChg chg="modSp mod">
        <pc:chgData name="thorsten schad" userId="9052ff8b9b589b84" providerId="LiveId" clId="{C902D907-5870-4470-9547-C46FA6DB8BE3}" dt="2026-03-02T07:30:31.727" v="124" actId="404"/>
        <pc:sldMkLst>
          <pc:docMk/>
          <pc:sldMk cId="261617666" sldId="2145705840"/>
        </pc:sldMkLst>
        <pc:spChg chg="mod">
          <ac:chgData name="thorsten schad" userId="9052ff8b9b589b84" providerId="LiveId" clId="{C902D907-5870-4470-9547-C46FA6DB8BE3}" dt="2026-03-02T07:30:31.727" v="124" actId="404"/>
          <ac:spMkLst>
            <pc:docMk/>
            <pc:sldMk cId="261617666" sldId="2145705840"/>
            <ac:spMk id="6" creationId="{12D9CB0E-8C0A-E1E8-DC05-B0F75BE15A7E}"/>
          </ac:spMkLst>
        </pc:spChg>
      </pc:sldChg>
    </pc:docChg>
  </pc:docChgLst>
  <pc:docChgLst>
    <pc:chgData name="thorsten schad" userId="9052ff8b9b589b84" providerId="LiveId" clId="{23AA60B2-185F-47E6-ABA1-3880CB257BBB}"/>
    <pc:docChg chg="custSel modSld">
      <pc:chgData name="thorsten schad" userId="9052ff8b9b589b84" providerId="LiveId" clId="{23AA60B2-185F-47E6-ABA1-3880CB257BBB}" dt="2026-03-15T07:05:36.951" v="151" actId="1076"/>
      <pc:docMkLst>
        <pc:docMk/>
      </pc:docMkLst>
      <pc:sldChg chg="modSp mod">
        <pc:chgData name="thorsten schad" userId="9052ff8b9b589b84" providerId="LiveId" clId="{23AA60B2-185F-47E6-ABA1-3880CB257BBB}" dt="2026-03-15T07:02:39.037" v="122" actId="20577"/>
        <pc:sldMkLst>
          <pc:docMk/>
          <pc:sldMk cId="1640610629" sldId="1539"/>
        </pc:sldMkLst>
        <pc:spChg chg="mod">
          <ac:chgData name="thorsten schad" userId="9052ff8b9b589b84" providerId="LiveId" clId="{23AA60B2-185F-47E6-ABA1-3880CB257BBB}" dt="2026-03-15T07:02:39.037" v="122" actId="20577"/>
          <ac:spMkLst>
            <pc:docMk/>
            <pc:sldMk cId="1640610629" sldId="1539"/>
            <ac:spMk id="6" creationId="{21BBB0CD-0B68-1056-857B-9CB9460BFFA0}"/>
          </ac:spMkLst>
        </pc:spChg>
      </pc:sldChg>
      <pc:sldChg chg="addSp modSp mod">
        <pc:chgData name="thorsten schad" userId="9052ff8b9b589b84" providerId="LiveId" clId="{23AA60B2-185F-47E6-ABA1-3880CB257BBB}" dt="2026-03-15T07:05:36.951" v="151" actId="1076"/>
        <pc:sldMkLst>
          <pc:docMk/>
          <pc:sldMk cId="3273848576" sldId="2145705839"/>
        </pc:sldMkLst>
        <pc:spChg chg="add mod">
          <ac:chgData name="thorsten schad" userId="9052ff8b9b589b84" providerId="LiveId" clId="{23AA60B2-185F-47E6-ABA1-3880CB257BBB}" dt="2026-03-15T07:05:36.951" v="151" actId="1076"/>
          <ac:spMkLst>
            <pc:docMk/>
            <pc:sldMk cId="3273848576" sldId="2145705839"/>
            <ac:spMk id="2" creationId="{E7CF7AB4-2B90-F870-0CA1-290A7AA7E60C}"/>
          </ac:spMkLst>
        </pc:spChg>
        <pc:spChg chg="mod">
          <ac:chgData name="thorsten schad" userId="9052ff8b9b589b84" providerId="LiveId" clId="{23AA60B2-185F-47E6-ABA1-3880CB257BBB}" dt="2026-03-15T07:00:46.305" v="117" actId="6549"/>
          <ac:spMkLst>
            <pc:docMk/>
            <pc:sldMk cId="3273848576" sldId="2145705839"/>
            <ac:spMk id="15" creationId="{CBCFEF4A-FA78-0226-F00F-AA18DC53CC09}"/>
          </ac:spMkLst>
        </pc:spChg>
      </pc:sldChg>
      <pc:sldChg chg="modSp mod">
        <pc:chgData name="thorsten schad" userId="9052ff8b9b589b84" providerId="LiveId" clId="{23AA60B2-185F-47E6-ABA1-3880CB257BBB}" dt="2026-03-15T06:55:53.742" v="13" actId="20577"/>
        <pc:sldMkLst>
          <pc:docMk/>
          <pc:sldMk cId="261617666" sldId="2145705840"/>
        </pc:sldMkLst>
        <pc:spChg chg="mod">
          <ac:chgData name="thorsten schad" userId="9052ff8b9b589b84" providerId="LiveId" clId="{23AA60B2-185F-47E6-ABA1-3880CB257BBB}" dt="2026-03-15T06:53:38.014" v="8" actId="20577"/>
          <ac:spMkLst>
            <pc:docMk/>
            <pc:sldMk cId="261617666" sldId="2145705840"/>
            <ac:spMk id="2" creationId="{CA07603B-7925-6ABD-5D68-D0DAB016CA48}"/>
          </ac:spMkLst>
        </pc:spChg>
        <pc:spChg chg="mod">
          <ac:chgData name="thorsten schad" userId="9052ff8b9b589b84" providerId="LiveId" clId="{23AA60B2-185F-47E6-ABA1-3880CB257BBB}" dt="2026-03-15T06:55:53.742" v="13" actId="20577"/>
          <ac:spMkLst>
            <pc:docMk/>
            <pc:sldMk cId="261617666" sldId="2145705840"/>
            <ac:spMk id="6" creationId="{12D9CB0E-8C0A-E1E8-DC05-B0F75BE15A7E}"/>
          </ac:spMkLst>
        </pc:spChg>
      </pc:sldChg>
    </pc:docChg>
  </pc:docChgLst>
  <pc:docChgLst>
    <pc:chgData name="thorsten schad" userId="9052ff8b9b589b84" providerId="LiveId" clId="{E1FA5980-7280-4B1C-ADEB-CAE9D0FE4CE3}"/>
    <pc:docChg chg="undo custSel addSld modSld modSection">
      <pc:chgData name="thorsten schad" userId="9052ff8b9b589b84" providerId="LiveId" clId="{E1FA5980-7280-4B1C-ADEB-CAE9D0FE4CE3}" dt="2026-02-28T07:38:56.655" v="55" actId="404"/>
      <pc:docMkLst>
        <pc:docMk/>
      </pc:docMkLst>
      <pc:sldChg chg="addSp delSp modSp mod">
        <pc:chgData name="thorsten schad" userId="9052ff8b9b589b84" providerId="LiveId" clId="{E1FA5980-7280-4B1C-ADEB-CAE9D0FE4CE3}" dt="2026-02-28T07:38:56.655" v="55" actId="404"/>
        <pc:sldMkLst>
          <pc:docMk/>
          <pc:sldMk cId="880074748" sldId="2145705828"/>
        </pc:sldMkLst>
        <pc:spChg chg="mod">
          <ac:chgData name="thorsten schad" userId="9052ff8b9b589b84" providerId="LiveId" clId="{E1FA5980-7280-4B1C-ADEB-CAE9D0FE4CE3}" dt="2026-02-28T07:38:56.655" v="55" actId="404"/>
          <ac:spMkLst>
            <pc:docMk/>
            <pc:sldMk cId="880074748" sldId="2145705828"/>
            <ac:spMk id="6" creationId="{48DD6D17-7434-D5DA-C681-C3A3701ECE59}"/>
          </ac:spMkLst>
        </pc:spChg>
      </pc:sldChg>
      <pc:sldChg chg="add">
        <pc:chgData name="thorsten schad" userId="9052ff8b9b589b84" providerId="LiveId" clId="{E1FA5980-7280-4B1C-ADEB-CAE9D0FE4CE3}" dt="2026-02-28T07:31:02.810" v="0" actId="2890"/>
        <pc:sldMkLst>
          <pc:docMk/>
          <pc:sldMk cId="261617666" sldId="214570584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3/15/2026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‹Nr.›</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3/15/2026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‹Nr.›</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solidFill>
                  <a:schemeClr val="tx1">
                    <a:lumMod val="50000"/>
                    <a:lumOff val="50000"/>
                  </a:schemeClr>
                </a:solidFill>
              </a:rPr>
              <a:t>(at least, </a:t>
            </a:r>
            <a:r>
              <a:rPr lang="de-DE" err="1">
                <a:solidFill>
                  <a:schemeClr val="tx1">
                    <a:lumMod val="50000"/>
                    <a:lumOff val="50000"/>
                  </a:schemeClr>
                </a:solidFill>
              </a:rPr>
              <a:t>get</a:t>
            </a:r>
            <a:r>
              <a:rPr lang="de-DE">
                <a:solidFill>
                  <a:schemeClr val="tx1">
                    <a:lumMod val="50000"/>
                    <a:lumOff val="50000"/>
                  </a:schemeClr>
                </a:solidFill>
              </a:rPr>
              <a:t> </a:t>
            </a:r>
            <a:r>
              <a:rPr lang="de-DE" err="1">
                <a:solidFill>
                  <a:schemeClr val="tx1">
                    <a:lumMod val="50000"/>
                    <a:lumOff val="50000"/>
                  </a:schemeClr>
                </a:solidFill>
              </a:rPr>
              <a:t>more</a:t>
            </a:r>
            <a:r>
              <a:rPr lang="de-DE">
                <a:solidFill>
                  <a:schemeClr val="tx1">
                    <a:lumMod val="50000"/>
                    <a:lumOff val="50000"/>
                  </a:schemeClr>
                </a:solidFill>
              </a:rPr>
              <a:t> </a:t>
            </a:r>
            <a:r>
              <a:rPr lang="de-DE" err="1">
                <a:solidFill>
                  <a:schemeClr val="tx1">
                    <a:lumMod val="50000"/>
                    <a:lumOff val="50000"/>
                  </a:schemeClr>
                </a:solidFill>
              </a:rPr>
              <a:t>interested</a:t>
            </a:r>
            <a:r>
              <a:rPr lang="de-DE">
                <a:solidFill>
                  <a:schemeClr val="tx1">
                    <a:lumMod val="50000"/>
                    <a:lumOff val="50000"/>
                  </a:schemeClr>
                </a:solidFill>
              </a:rPr>
              <a:t>)</a:t>
            </a:r>
            <a:endParaRPr lang="de-DE"/>
          </a:p>
        </p:txBody>
      </p:sp>
      <p:sp>
        <p:nvSpPr>
          <p:cNvPr id="4" name="Foliennummernplatzhalter 3"/>
          <p:cNvSpPr>
            <a:spLocks noGrp="1"/>
          </p:cNvSpPr>
          <p:nvPr>
            <p:ph type="sldNum" sz="quarter" idx="5"/>
          </p:nvPr>
        </p:nvSpPr>
        <p:spPr/>
        <p:txBody>
          <a:bodyPr/>
          <a:lstStyle/>
          <a:p>
            <a:fld id="{BFDD6F49-EBB7-4CCF-97A8-E526BB28BB69}" type="slidenum">
              <a:rPr lang="en-US" smtClean="0"/>
              <a:t>3</a:t>
            </a:fld>
            <a:endParaRPr lang="en-US"/>
          </a:p>
        </p:txBody>
      </p:sp>
    </p:spTree>
    <p:extLst>
      <p:ext uri="{BB962C8B-B14F-4D97-AF65-F5344CB8AC3E}">
        <p14:creationId xmlns:p14="http://schemas.microsoft.com/office/powerpoint/2010/main" val="39907068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3051B-EE68-D588-9B01-1E23AD8DFD3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4F51DCB-D8E9-1815-7CCB-432FF7E4A1D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4756584-852D-86FE-B786-D982304BBF20}"/>
              </a:ext>
            </a:extLst>
          </p:cNvPr>
          <p:cNvSpPr>
            <a:spLocks noGrp="1"/>
          </p:cNvSpPr>
          <p:nvPr>
            <p:ph type="body" idx="1"/>
          </p:nvPr>
        </p:nvSpPr>
        <p:spPr/>
        <p:txBody>
          <a:bodyPr/>
          <a:lstStyle/>
          <a:p>
            <a:r>
              <a:rPr lang="de-DE">
                <a:solidFill>
                  <a:schemeClr val="tx1">
                    <a:lumMod val="50000"/>
                    <a:lumOff val="50000"/>
                  </a:schemeClr>
                </a:solidFill>
              </a:rPr>
              <a:t>(at least, </a:t>
            </a:r>
            <a:r>
              <a:rPr lang="de-DE" err="1">
                <a:solidFill>
                  <a:schemeClr val="tx1">
                    <a:lumMod val="50000"/>
                    <a:lumOff val="50000"/>
                  </a:schemeClr>
                </a:solidFill>
              </a:rPr>
              <a:t>get</a:t>
            </a:r>
            <a:r>
              <a:rPr lang="de-DE">
                <a:solidFill>
                  <a:schemeClr val="tx1">
                    <a:lumMod val="50000"/>
                    <a:lumOff val="50000"/>
                  </a:schemeClr>
                </a:solidFill>
              </a:rPr>
              <a:t> </a:t>
            </a:r>
            <a:r>
              <a:rPr lang="de-DE" err="1">
                <a:solidFill>
                  <a:schemeClr val="tx1">
                    <a:lumMod val="50000"/>
                    <a:lumOff val="50000"/>
                  </a:schemeClr>
                </a:solidFill>
              </a:rPr>
              <a:t>more</a:t>
            </a:r>
            <a:r>
              <a:rPr lang="de-DE">
                <a:solidFill>
                  <a:schemeClr val="tx1">
                    <a:lumMod val="50000"/>
                    <a:lumOff val="50000"/>
                  </a:schemeClr>
                </a:solidFill>
              </a:rPr>
              <a:t> </a:t>
            </a:r>
            <a:r>
              <a:rPr lang="de-DE" err="1">
                <a:solidFill>
                  <a:schemeClr val="tx1">
                    <a:lumMod val="50000"/>
                    <a:lumOff val="50000"/>
                  </a:schemeClr>
                </a:solidFill>
              </a:rPr>
              <a:t>interested</a:t>
            </a:r>
            <a:r>
              <a:rPr lang="de-DE">
                <a:solidFill>
                  <a:schemeClr val="tx1">
                    <a:lumMod val="50000"/>
                    <a:lumOff val="50000"/>
                  </a:schemeClr>
                </a:solidFill>
              </a:rPr>
              <a:t>)</a:t>
            </a:r>
            <a:endParaRPr lang="de-DE"/>
          </a:p>
        </p:txBody>
      </p:sp>
      <p:sp>
        <p:nvSpPr>
          <p:cNvPr id="4" name="Foliennummernplatzhalter 3">
            <a:extLst>
              <a:ext uri="{FF2B5EF4-FFF2-40B4-BE49-F238E27FC236}">
                <a16:creationId xmlns:a16="http://schemas.microsoft.com/office/drawing/2014/main" id="{05965C67-BD2C-53E6-1E7A-567A23A7E252}"/>
              </a:ext>
            </a:extLst>
          </p:cNvPr>
          <p:cNvSpPr>
            <a:spLocks noGrp="1"/>
          </p:cNvSpPr>
          <p:nvPr>
            <p:ph type="sldNum" sz="quarter" idx="5"/>
          </p:nvPr>
        </p:nvSpPr>
        <p:spPr/>
        <p:txBody>
          <a:bodyPr/>
          <a:lstStyle/>
          <a:p>
            <a:fld id="{BFDD6F49-EBB7-4CCF-97A8-E526BB28BB69}" type="slidenum">
              <a:rPr lang="en-US" smtClean="0"/>
              <a:t>4</a:t>
            </a:fld>
            <a:endParaRPr lang="en-US"/>
          </a:p>
        </p:txBody>
      </p:sp>
    </p:spTree>
    <p:extLst>
      <p:ext uri="{BB962C8B-B14F-4D97-AF65-F5344CB8AC3E}">
        <p14:creationId xmlns:p14="http://schemas.microsoft.com/office/powerpoint/2010/main" val="17479379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C3DE8-B41F-FE3B-817C-20A327D466A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0EC26D2-C16B-1999-6202-26AB3A9BFF6A}"/>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DD996F8F-2ECD-5485-C7F2-8281EEDEF0B9}"/>
              </a:ext>
            </a:extLst>
          </p:cNvPr>
          <p:cNvSpPr>
            <a:spLocks noGrp="1"/>
          </p:cNvSpPr>
          <p:nvPr>
            <p:ph type="body" idx="1"/>
          </p:nvPr>
        </p:nvSpPr>
        <p:spPr/>
        <p:txBody>
          <a:bodyPr/>
          <a:lstStyle/>
          <a:p>
            <a:r>
              <a:rPr lang="de-DE">
                <a:solidFill>
                  <a:schemeClr val="tx1">
                    <a:lumMod val="50000"/>
                    <a:lumOff val="50000"/>
                  </a:schemeClr>
                </a:solidFill>
              </a:rPr>
              <a:t>(at least, </a:t>
            </a:r>
            <a:r>
              <a:rPr lang="de-DE" err="1">
                <a:solidFill>
                  <a:schemeClr val="tx1">
                    <a:lumMod val="50000"/>
                    <a:lumOff val="50000"/>
                  </a:schemeClr>
                </a:solidFill>
              </a:rPr>
              <a:t>get</a:t>
            </a:r>
            <a:r>
              <a:rPr lang="de-DE">
                <a:solidFill>
                  <a:schemeClr val="tx1">
                    <a:lumMod val="50000"/>
                    <a:lumOff val="50000"/>
                  </a:schemeClr>
                </a:solidFill>
              </a:rPr>
              <a:t> </a:t>
            </a:r>
            <a:r>
              <a:rPr lang="de-DE" err="1">
                <a:solidFill>
                  <a:schemeClr val="tx1">
                    <a:lumMod val="50000"/>
                    <a:lumOff val="50000"/>
                  </a:schemeClr>
                </a:solidFill>
              </a:rPr>
              <a:t>more</a:t>
            </a:r>
            <a:r>
              <a:rPr lang="de-DE">
                <a:solidFill>
                  <a:schemeClr val="tx1">
                    <a:lumMod val="50000"/>
                    <a:lumOff val="50000"/>
                  </a:schemeClr>
                </a:solidFill>
              </a:rPr>
              <a:t> </a:t>
            </a:r>
            <a:r>
              <a:rPr lang="de-DE" err="1">
                <a:solidFill>
                  <a:schemeClr val="tx1">
                    <a:lumMod val="50000"/>
                    <a:lumOff val="50000"/>
                  </a:schemeClr>
                </a:solidFill>
              </a:rPr>
              <a:t>interested</a:t>
            </a:r>
            <a:r>
              <a:rPr lang="de-DE">
                <a:solidFill>
                  <a:schemeClr val="tx1">
                    <a:lumMod val="50000"/>
                    <a:lumOff val="50000"/>
                  </a:schemeClr>
                </a:solidFill>
              </a:rPr>
              <a:t>)</a:t>
            </a:r>
            <a:endParaRPr lang="de-DE"/>
          </a:p>
        </p:txBody>
      </p:sp>
      <p:sp>
        <p:nvSpPr>
          <p:cNvPr id="4" name="Foliennummernplatzhalter 3">
            <a:extLst>
              <a:ext uri="{FF2B5EF4-FFF2-40B4-BE49-F238E27FC236}">
                <a16:creationId xmlns:a16="http://schemas.microsoft.com/office/drawing/2014/main" id="{F9AD9FE0-CAC8-033C-65CC-EB7577BF9742}"/>
              </a:ext>
            </a:extLst>
          </p:cNvPr>
          <p:cNvSpPr>
            <a:spLocks noGrp="1"/>
          </p:cNvSpPr>
          <p:nvPr>
            <p:ph type="sldNum" sz="quarter" idx="5"/>
          </p:nvPr>
        </p:nvSpPr>
        <p:spPr/>
        <p:txBody>
          <a:bodyPr/>
          <a:lstStyle/>
          <a:p>
            <a:fld id="{BFDD6F49-EBB7-4CCF-97A8-E526BB28BB69}" type="slidenum">
              <a:rPr lang="en-US" smtClean="0"/>
              <a:t>5</a:t>
            </a:fld>
            <a:endParaRPr lang="en-US"/>
          </a:p>
        </p:txBody>
      </p:sp>
    </p:spTree>
    <p:extLst>
      <p:ext uri="{BB962C8B-B14F-4D97-AF65-F5344CB8AC3E}">
        <p14:creationId xmlns:p14="http://schemas.microsoft.com/office/powerpoint/2010/main" val="2703535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6BC37-8BE2-FB00-F81B-A02E4AFBCDA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53B7AFE-FF79-7F81-9717-FA32F45276B1}"/>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CAEAA055-12C8-5EF8-0D38-302426E80B99}"/>
              </a:ext>
            </a:extLst>
          </p:cNvPr>
          <p:cNvSpPr>
            <a:spLocks noGrp="1"/>
          </p:cNvSpPr>
          <p:nvPr>
            <p:ph type="body" idx="1"/>
          </p:nvPr>
        </p:nvSpPr>
        <p:spPr/>
        <p:txBody>
          <a:bodyPr/>
          <a:lstStyle/>
          <a:p>
            <a:r>
              <a:rPr lang="de-DE">
                <a:solidFill>
                  <a:schemeClr val="tx1">
                    <a:lumMod val="50000"/>
                    <a:lumOff val="50000"/>
                  </a:schemeClr>
                </a:solidFill>
              </a:rPr>
              <a:t>(at least, </a:t>
            </a:r>
            <a:r>
              <a:rPr lang="de-DE" err="1">
                <a:solidFill>
                  <a:schemeClr val="tx1">
                    <a:lumMod val="50000"/>
                    <a:lumOff val="50000"/>
                  </a:schemeClr>
                </a:solidFill>
              </a:rPr>
              <a:t>get</a:t>
            </a:r>
            <a:r>
              <a:rPr lang="de-DE">
                <a:solidFill>
                  <a:schemeClr val="tx1">
                    <a:lumMod val="50000"/>
                    <a:lumOff val="50000"/>
                  </a:schemeClr>
                </a:solidFill>
              </a:rPr>
              <a:t> </a:t>
            </a:r>
            <a:r>
              <a:rPr lang="de-DE" err="1">
                <a:solidFill>
                  <a:schemeClr val="tx1">
                    <a:lumMod val="50000"/>
                    <a:lumOff val="50000"/>
                  </a:schemeClr>
                </a:solidFill>
              </a:rPr>
              <a:t>more</a:t>
            </a:r>
            <a:r>
              <a:rPr lang="de-DE">
                <a:solidFill>
                  <a:schemeClr val="tx1">
                    <a:lumMod val="50000"/>
                    <a:lumOff val="50000"/>
                  </a:schemeClr>
                </a:solidFill>
              </a:rPr>
              <a:t> </a:t>
            </a:r>
            <a:r>
              <a:rPr lang="de-DE" err="1">
                <a:solidFill>
                  <a:schemeClr val="tx1">
                    <a:lumMod val="50000"/>
                    <a:lumOff val="50000"/>
                  </a:schemeClr>
                </a:solidFill>
              </a:rPr>
              <a:t>interested</a:t>
            </a:r>
            <a:r>
              <a:rPr lang="de-DE">
                <a:solidFill>
                  <a:schemeClr val="tx1">
                    <a:lumMod val="50000"/>
                    <a:lumOff val="50000"/>
                  </a:schemeClr>
                </a:solidFill>
              </a:rPr>
              <a:t>)</a:t>
            </a:r>
            <a:endParaRPr lang="de-DE"/>
          </a:p>
        </p:txBody>
      </p:sp>
      <p:sp>
        <p:nvSpPr>
          <p:cNvPr id="4" name="Foliennummernplatzhalter 3">
            <a:extLst>
              <a:ext uri="{FF2B5EF4-FFF2-40B4-BE49-F238E27FC236}">
                <a16:creationId xmlns:a16="http://schemas.microsoft.com/office/drawing/2014/main" id="{C3778BB3-4753-7CAF-02A3-D94CEC476BD9}"/>
              </a:ext>
            </a:extLst>
          </p:cNvPr>
          <p:cNvSpPr>
            <a:spLocks noGrp="1"/>
          </p:cNvSpPr>
          <p:nvPr>
            <p:ph type="sldNum" sz="quarter" idx="5"/>
          </p:nvPr>
        </p:nvSpPr>
        <p:spPr/>
        <p:txBody>
          <a:bodyPr/>
          <a:lstStyle/>
          <a:p>
            <a:fld id="{BFDD6F49-EBB7-4CCF-97A8-E526BB28BB69}" type="slidenum">
              <a:rPr lang="en-US" smtClean="0"/>
              <a:t>6</a:t>
            </a:fld>
            <a:endParaRPr lang="en-US"/>
          </a:p>
        </p:txBody>
      </p:sp>
    </p:spTree>
    <p:extLst>
      <p:ext uri="{BB962C8B-B14F-4D97-AF65-F5344CB8AC3E}">
        <p14:creationId xmlns:p14="http://schemas.microsoft.com/office/powerpoint/2010/main" val="6617876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b="0" i="0"/>
              <a:t>(interactive talk, questions, quiz)</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srgbClr val="000000"/>
                </a:solidFill>
                <a:effectLst/>
                <a:uLnTx/>
                <a:uFillTx/>
                <a:latin typeface="+mn-lt"/>
                <a:ea typeface="+mn-ea"/>
                <a:cs typeface="+mn-cs"/>
              </a:rPr>
              <a:t>(interactive RA problem, analsis, model run, questions, quiz)</a:t>
            </a:r>
            <a:endParaRPr kumimoji="0" lang="de-DE" sz="2400" b="0" i="0" u="none" strike="noStrike" kern="1200" cap="none" spc="0" normalizeH="0" baseline="0" noProof="0">
              <a:ln>
                <a:noFill/>
              </a:ln>
              <a:solidFill>
                <a:srgbClr val="000000"/>
              </a:solidFill>
              <a:effectLst/>
              <a:uLnTx/>
              <a:uFillTx/>
              <a:latin typeface="+mn-lt"/>
              <a:ea typeface="+mn-ea"/>
              <a:cs typeface="+mn-cs"/>
            </a:endParaRPr>
          </a:p>
          <a:p>
            <a:endParaRPr lang="de-DE"/>
          </a:p>
        </p:txBody>
      </p:sp>
      <p:sp>
        <p:nvSpPr>
          <p:cNvPr id="4" name="Foliennummernplatzhalter 3"/>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40793015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9728" y="6053823"/>
            <a:ext cx="11460480" cy="786384"/>
          </a:xfrm>
        </p:spPr>
        <p:txBody>
          <a:bodyPr anchor="b">
            <a:noAutofit/>
          </a:bodyPr>
          <a:lstStyle>
            <a:lvl1pPr algn="l">
              <a:defRPr sz="5600"/>
            </a:lvl1pPr>
          </a:lstStyle>
          <a:p>
            <a:r>
              <a:rPr lang="de-DE"/>
              <a:t>Mastertitelformat bearbeiten</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7160" y="5196840"/>
            <a:ext cx="11460480" cy="480373"/>
          </a:xfrm>
        </p:spPr>
        <p:txBody>
          <a:bodyPr anchor="t" anchorCtr="0">
            <a:normAutofit/>
          </a:bodyPr>
          <a:lstStyle>
            <a:lvl1pPr marL="0" indent="0" algn="l">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12191999" cy="4986425"/>
          </a:xfrm>
          <a:blipFill dpi="0" rotWithShape="1">
            <a:blip r:embed="rId2">
              <a:alphaModFix amt="60000"/>
            </a:blip>
            <a:srcRect/>
            <a:stretch>
              <a:fillRect/>
            </a:stretch>
          </a:blipFill>
        </p:spPr>
        <p:txBody>
          <a:bodyPr/>
          <a:lstStyle/>
          <a:p>
            <a:r>
              <a:rPr lang="de-DE"/>
              <a:t>Bild durch Klicken auf Symbol hinzufügen</a:t>
            </a:r>
            <a:endParaRPr lang="en-US" dirty="0"/>
          </a:p>
        </p:txBody>
      </p:sp>
    </p:spTree>
    <p:extLst>
      <p:ext uri="{BB962C8B-B14F-4D97-AF65-F5344CB8AC3E}">
        <p14:creationId xmlns:p14="http://schemas.microsoft.com/office/powerpoint/2010/main" val="291455540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Inhal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9728" y="548640"/>
            <a:ext cx="10653578" cy="1132258"/>
          </a:xfrm>
        </p:spPr>
        <p:txBody>
          <a:bodyPr/>
          <a:lstStyle/>
          <a:p>
            <a:r>
              <a:rPr lang="de-DE"/>
              <a:t>Mastertitelformat bearbeiten</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1718F38-94AC-4B28-B69B-662CDAB3677F}" type="datetime1">
              <a:rPr lang="en-US" smtClean="0"/>
              <a:t>3/15/2026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‹Nr.›</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60" y="1715532"/>
            <a:ext cx="10653579" cy="459382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2255298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686977" y="1129554"/>
            <a:ext cx="4361688" cy="3475236"/>
          </a:xfrm>
        </p:spPr>
        <p:txBody>
          <a:bodyPr anchor="b">
            <a:normAutofit/>
          </a:bodyPr>
          <a:lstStyle>
            <a:lvl1pPr algn="l">
              <a:defRPr sz="5600"/>
            </a:lvl1pPr>
          </a:lstStyle>
          <a:p>
            <a:r>
              <a:rPr lang="de-DE"/>
              <a:t>Mastertitelformat bearbeiten</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686978" y="4731335"/>
            <a:ext cx="4206240" cy="1184585"/>
          </a:xfrm>
        </p:spPr>
        <p:txBody>
          <a:bodyPr anchor="t">
            <a:normAutofit/>
          </a:bodyPr>
          <a:lstStyle>
            <a:lvl1pPr marL="0" indent="0" algn="l">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6584950" cy="6858000"/>
          </a:xfrm>
          <a:blipFill dpi="0" rotWithShape="1">
            <a:blip r:embed="rId2">
              <a:alphaModFix amt="60000"/>
            </a:blip>
            <a:srcRect/>
            <a:stretch>
              <a:fillRect/>
            </a:stretch>
          </a:blipFill>
        </p:spPr>
        <p:txBody>
          <a:bodyPr/>
          <a:lstStyle/>
          <a:p>
            <a:r>
              <a:rPr lang="de-DE"/>
              <a:t>Bild durch Klicken auf Symbol hinzufügen</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‹Nr.›</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686976" y="109728"/>
            <a:ext cx="4846320" cy="365125"/>
          </a:xfrm>
        </p:spPr>
        <p:txBody>
          <a:bodyPr/>
          <a:lstStyle/>
          <a:p>
            <a:r>
              <a:rPr lang="en-US" dirty="0"/>
              <a:t>Shaping the future of our industry</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686976" y="6413862"/>
            <a:ext cx="1707625" cy="365125"/>
          </a:xfrm>
        </p:spPr>
        <p:txBody>
          <a:bodyPr/>
          <a:lstStyle>
            <a:lvl1pPr>
              <a:defRPr>
                <a:solidFill>
                  <a:schemeClr val="tx1"/>
                </a:solidFill>
                <a:effectLst/>
              </a:defRPr>
            </a:lvl1pPr>
          </a:lstStyle>
          <a:p>
            <a:fld id="{1933312F-AC95-D44A-86BE-9B23199F2210}" type="datetime1">
              <a:rPr lang="en-US" smtClean="0"/>
              <a:t>3/15/2026</a:t>
            </a:fld>
            <a:endParaRPr lang="en-US" dirty="0"/>
          </a:p>
        </p:txBody>
      </p:sp>
    </p:spTree>
    <p:extLst>
      <p:ext uri="{BB962C8B-B14F-4D97-AF65-F5344CB8AC3E}">
        <p14:creationId xmlns:p14="http://schemas.microsoft.com/office/powerpoint/2010/main" val="33960280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9728" y="188460"/>
            <a:ext cx="4654296" cy="3739896"/>
          </a:xfrm>
        </p:spPr>
        <p:txBody>
          <a:bodyPr anchor="t">
            <a:normAutofit/>
          </a:bodyPr>
          <a:lstStyle>
            <a:lvl1pPr algn="l">
              <a:defRPr sz="5600"/>
            </a:lvl1pPr>
          </a:lstStyle>
          <a:p>
            <a:r>
              <a:rPr lang="de-DE"/>
              <a:t>Mastertitelformat bearbeiten</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7160" y="4873752"/>
            <a:ext cx="4206240" cy="1380744"/>
          </a:xfrm>
        </p:spPr>
        <p:txBody>
          <a:bodyPr anchor="b">
            <a:normAutofit/>
          </a:bodyPr>
          <a:lstStyle>
            <a:lvl1pPr marL="0" indent="0" algn="l">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138467" y="6400800"/>
            <a:ext cx="1645920" cy="365125"/>
          </a:xfrm>
        </p:spPr>
        <p:txBody>
          <a:bodyPr/>
          <a:lstStyle/>
          <a:p>
            <a:fld id="{9E7AF92B-C70E-0A4E-9DBE-C675E0E5CFF8}" type="datetime1">
              <a:rPr lang="en-US" smtClean="0"/>
              <a:t>3/15/2026</a:t>
            </a:fld>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2088937" y="6400800"/>
            <a:ext cx="2651760" cy="365125"/>
          </a:xfrm>
        </p:spPr>
        <p:txBody>
          <a:bodyPr/>
          <a:lstStyle/>
          <a:p>
            <a:r>
              <a:rPr lang="en-US" dirty="0"/>
              <a:t>Shaping the future of our industry</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5017575" y="6400800"/>
            <a:ext cx="429207" cy="365125"/>
          </a:xfrm>
        </p:spPr>
        <p:txBody>
          <a:bodyPr/>
          <a:lstStyle/>
          <a:p>
            <a:fld id="{CC057153-B650-4DEB-B370-79DDCFDCE934}" type="slidenum">
              <a:rPr lang="en-US" smtClean="0"/>
              <a:t>‹Nr.›</a:t>
            </a:fld>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5596128" y="0"/>
            <a:ext cx="6595872" cy="6858000"/>
          </a:xfrm>
          <a:blipFill dpi="0" rotWithShape="1">
            <a:blip r:embed="rId2">
              <a:alphaModFix amt="60000"/>
            </a:blip>
            <a:srcRect/>
            <a:stretch>
              <a:fillRect/>
            </a:stretch>
          </a:blipFill>
        </p:spPr>
        <p:txBody>
          <a:bodyPr/>
          <a:lstStyle/>
          <a:p>
            <a:r>
              <a:rPr lang="de-DE"/>
              <a:t>Bild durch Klicken auf Symbol hinzufügen</a:t>
            </a:r>
            <a:endParaRPr lang="en-US" dirty="0"/>
          </a:p>
        </p:txBody>
      </p:sp>
    </p:spTree>
    <p:extLst>
      <p:ext uri="{BB962C8B-B14F-4D97-AF65-F5344CB8AC3E}">
        <p14:creationId xmlns:p14="http://schemas.microsoft.com/office/powerpoint/2010/main" val="382894371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9728" y="5032197"/>
            <a:ext cx="10683240" cy="1814597"/>
          </a:xfrm>
        </p:spPr>
        <p:txBody>
          <a:bodyPr anchor="b">
            <a:normAutofit/>
          </a:bodyPr>
          <a:lstStyle>
            <a:lvl1pPr algn="l">
              <a:defRPr sz="5600"/>
            </a:lvl1pPr>
          </a:lstStyle>
          <a:p>
            <a:r>
              <a:rPr lang="de-DE"/>
              <a:t>Mastertitelformat bearbeiten</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3582" y="4184423"/>
            <a:ext cx="5086118" cy="480373"/>
          </a:xfrm>
        </p:spPr>
        <p:txBody>
          <a:bodyPr anchor="t" anchorCtr="0">
            <a:normAutofit/>
          </a:bodyPr>
          <a:lstStyle>
            <a:lvl1pPr marL="0" indent="0" algn="l">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sp>
        <p:nvSpPr>
          <p:cNvPr id="6" name="Picture Placeholder 10">
            <a:extLst>
              <a:ext uri="{FF2B5EF4-FFF2-40B4-BE49-F238E27FC236}">
                <a16:creationId xmlns:a16="http://schemas.microsoft.com/office/drawing/2014/main" id="{C58F7861-05FC-CC70-0C94-F3BAE39E54EB}"/>
              </a:ext>
            </a:extLst>
          </p:cNvPr>
          <p:cNvSpPr>
            <a:spLocks noGrp="1"/>
          </p:cNvSpPr>
          <p:nvPr>
            <p:ph type="pic" sz="quarter" idx="13"/>
          </p:nvPr>
        </p:nvSpPr>
        <p:spPr>
          <a:xfrm>
            <a:off x="-1" y="0"/>
            <a:ext cx="12192000" cy="4000500"/>
          </a:xfrm>
          <a:blipFill dpi="0" rotWithShape="1">
            <a:blip r:embed="rId2">
              <a:alphaModFix amt="60000"/>
            </a:blip>
            <a:srcRect/>
            <a:stretch>
              <a:fillRect t="-218" b="218"/>
            </a:stretch>
          </a:blipFill>
        </p:spPr>
        <p:txBody>
          <a:bodyPr/>
          <a:lstStyle/>
          <a:p>
            <a:r>
              <a:rPr lang="de-DE"/>
              <a:t>Bild durch Klicken auf Symbol hinzufügen</a:t>
            </a:r>
            <a:endParaRPr lang="en-US" dirty="0"/>
          </a:p>
        </p:txBody>
      </p:sp>
      <p:pic>
        <p:nvPicPr>
          <p:cNvPr id="4" name="Graphic 3">
            <a:extLst>
              <a:ext uri="{FF2B5EF4-FFF2-40B4-BE49-F238E27FC236}">
                <a16:creationId xmlns:a16="http://schemas.microsoft.com/office/drawing/2014/main" id="{94CFF3B0-895D-60C4-CB96-5BF3CBA3456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956289" y="5753627"/>
            <a:ext cx="1005840" cy="1005840"/>
          </a:xfrm>
          <a:prstGeom prst="rect">
            <a:avLst/>
          </a:prstGeom>
        </p:spPr>
      </p:pic>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a:off x="5382207" y="4184423"/>
            <a:ext cx="3494314" cy="480373"/>
          </a:xfrm>
        </p:spPr>
        <p:txBody>
          <a:bodyPr anchor="t" anchorCtr="0"/>
          <a:lstStyle>
            <a:lvl1pPr>
              <a:lnSpc>
                <a:spcPct val="80000"/>
              </a:lnSpc>
              <a:spcBef>
                <a:spcPts val="0"/>
              </a:spcBef>
              <a:defRPr sz="1400"/>
            </a:lvl1pPr>
          </a:lstStyle>
          <a:p>
            <a:fld id="{423BBD13-E5F0-B14F-99A7-57ED6A0268A1}" type="datetime1">
              <a:rPr lang="en-US" smtClean="0"/>
              <a:t>3/15/2026</a:t>
            </a:fld>
            <a:endParaRPr lang="en-US" dirty="0"/>
          </a:p>
        </p:txBody>
      </p:sp>
    </p:spTree>
    <p:extLst>
      <p:ext uri="{BB962C8B-B14F-4D97-AF65-F5344CB8AC3E}">
        <p14:creationId xmlns:p14="http://schemas.microsoft.com/office/powerpoint/2010/main" val="4822444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9727" y="5660571"/>
            <a:ext cx="9144000" cy="1196890"/>
          </a:xfrm>
        </p:spPr>
        <p:txBody>
          <a:bodyPr anchor="b">
            <a:normAutofit/>
          </a:bodyPr>
          <a:lstStyle>
            <a:lvl1pPr algn="l">
              <a:defRPr sz="5600"/>
            </a:lvl1pPr>
          </a:lstStyle>
          <a:p>
            <a:r>
              <a:rPr lang="de-DE"/>
              <a:t>Mastertitelformat bearbeiten</a:t>
            </a:r>
            <a:endParaRPr lang="en-US" dirty="0"/>
          </a:p>
        </p:txBody>
      </p:sp>
      <p:sp>
        <p:nvSpPr>
          <p:cNvPr id="5" name="Subtitle 2">
            <a:extLst>
              <a:ext uri="{FF2B5EF4-FFF2-40B4-BE49-F238E27FC236}">
                <a16:creationId xmlns:a16="http://schemas.microsoft.com/office/drawing/2014/main" id="{28217C9D-487D-9CA3-0848-36BD988611BC}"/>
              </a:ext>
            </a:extLst>
          </p:cNvPr>
          <p:cNvSpPr>
            <a:spLocks noGrp="1"/>
          </p:cNvSpPr>
          <p:nvPr>
            <p:ph type="subTitle" idx="1"/>
          </p:nvPr>
        </p:nvSpPr>
        <p:spPr>
          <a:xfrm>
            <a:off x="9601200" y="5942862"/>
            <a:ext cx="2471058" cy="773624"/>
          </a:xfrm>
        </p:spPr>
        <p:txBody>
          <a:bodyPr anchor="b" anchorCtr="0">
            <a:normAutofit/>
          </a:bodyPr>
          <a:lstStyle>
            <a:lvl1pPr marL="0" indent="0" algn="r">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sp>
        <p:nvSpPr>
          <p:cNvPr id="6" name="Picture Placeholder 10">
            <a:extLst>
              <a:ext uri="{FF2B5EF4-FFF2-40B4-BE49-F238E27FC236}">
                <a16:creationId xmlns:a16="http://schemas.microsoft.com/office/drawing/2014/main" id="{9BEE065B-EAB0-79D1-48A3-D7807B360D31}"/>
              </a:ext>
            </a:extLst>
          </p:cNvPr>
          <p:cNvSpPr>
            <a:spLocks noGrp="1"/>
          </p:cNvSpPr>
          <p:nvPr>
            <p:ph type="pic" sz="quarter" idx="14"/>
          </p:nvPr>
        </p:nvSpPr>
        <p:spPr>
          <a:xfrm>
            <a:off x="0" y="0"/>
            <a:ext cx="12191999" cy="5425440"/>
          </a:xfrm>
          <a:blipFill dpi="0" rotWithShape="1">
            <a:blip r:embed="rId2">
              <a:alphaModFix amt="60000"/>
            </a:blip>
            <a:srcRect/>
            <a:stretch>
              <a:fillRect/>
            </a:stretch>
          </a:blipFill>
        </p:spPr>
        <p:txBody>
          <a:bodyPr/>
          <a:lstStyle/>
          <a:p>
            <a:r>
              <a:rPr lang="de-DE"/>
              <a:t>Bild durch Klicken auf Symbol hinzufügen</a:t>
            </a:r>
            <a:endParaRPr lang="en-US" dirty="0"/>
          </a:p>
        </p:txBody>
      </p:sp>
    </p:spTree>
    <p:extLst>
      <p:ext uri="{BB962C8B-B14F-4D97-AF65-F5344CB8AC3E}">
        <p14:creationId xmlns:p14="http://schemas.microsoft.com/office/powerpoint/2010/main" val="359008974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Picture and Da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9728" y="5032197"/>
            <a:ext cx="10683240" cy="1814597"/>
          </a:xfrm>
        </p:spPr>
        <p:txBody>
          <a:bodyPr anchor="b">
            <a:normAutofit/>
          </a:bodyPr>
          <a:lstStyle>
            <a:lvl1pPr algn="l">
              <a:defRPr sz="5600"/>
            </a:lvl1pPr>
          </a:lstStyle>
          <a:p>
            <a:r>
              <a:rPr lang="de-DE"/>
              <a:t>Mastertitelformat bearbeiten</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3582" y="4184423"/>
            <a:ext cx="5086118" cy="480373"/>
          </a:xfrm>
        </p:spPr>
        <p:txBody>
          <a:bodyPr anchor="t" anchorCtr="0">
            <a:normAutofit/>
          </a:bodyPr>
          <a:lstStyle>
            <a:lvl1pPr marL="0" indent="0" algn="l">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sp>
        <p:nvSpPr>
          <p:cNvPr id="6" name="Picture Placeholder 10">
            <a:extLst>
              <a:ext uri="{FF2B5EF4-FFF2-40B4-BE49-F238E27FC236}">
                <a16:creationId xmlns:a16="http://schemas.microsoft.com/office/drawing/2014/main" id="{C58F7861-05FC-CC70-0C94-F3BAE39E54EB}"/>
              </a:ext>
            </a:extLst>
          </p:cNvPr>
          <p:cNvSpPr>
            <a:spLocks noGrp="1"/>
          </p:cNvSpPr>
          <p:nvPr>
            <p:ph type="pic" sz="quarter" idx="13"/>
          </p:nvPr>
        </p:nvSpPr>
        <p:spPr>
          <a:xfrm>
            <a:off x="-1" y="0"/>
            <a:ext cx="12192000" cy="4000500"/>
          </a:xfrm>
          <a:blipFill dpi="0" rotWithShape="1">
            <a:blip r:embed="rId2">
              <a:alphaModFix amt="60000"/>
            </a:blip>
            <a:srcRect/>
            <a:stretch>
              <a:fillRect t="-218" b="218"/>
            </a:stretch>
          </a:blipFill>
        </p:spPr>
        <p:txBody>
          <a:bodyPr/>
          <a:lstStyle/>
          <a:p>
            <a:r>
              <a:rPr lang="de-DE"/>
              <a:t>Bild durch Klicken auf Symbol hinzufügen</a:t>
            </a:r>
            <a:endParaRPr lang="en-US" dirty="0"/>
          </a:p>
        </p:txBody>
      </p:sp>
      <p:pic>
        <p:nvPicPr>
          <p:cNvPr id="4" name="Graphic 3">
            <a:extLst>
              <a:ext uri="{FF2B5EF4-FFF2-40B4-BE49-F238E27FC236}">
                <a16:creationId xmlns:a16="http://schemas.microsoft.com/office/drawing/2014/main" id="{94CFF3B0-895D-60C4-CB96-5BF3CBA3456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956289" y="5753627"/>
            <a:ext cx="1005840" cy="1005840"/>
          </a:xfrm>
          <a:prstGeom prst="rect">
            <a:avLst/>
          </a:prstGeom>
        </p:spPr>
      </p:pic>
      <p:sp>
        <p:nvSpPr>
          <p:cNvPr id="8" name="Text Placeholder 7">
            <a:extLst>
              <a:ext uri="{FF2B5EF4-FFF2-40B4-BE49-F238E27FC236}">
                <a16:creationId xmlns:a16="http://schemas.microsoft.com/office/drawing/2014/main" id="{11837CCC-4341-C0BA-0887-EAECDEF9BF39}"/>
              </a:ext>
            </a:extLst>
          </p:cNvPr>
          <p:cNvSpPr>
            <a:spLocks noGrp="1"/>
          </p:cNvSpPr>
          <p:nvPr>
            <p:ph type="body" sz="quarter" idx="15"/>
          </p:nvPr>
        </p:nvSpPr>
        <p:spPr>
          <a:xfrm>
            <a:off x="5381981" y="4184423"/>
            <a:ext cx="3494314" cy="480373"/>
          </a:xfrm>
        </p:spPr>
        <p:txBody>
          <a:bodyPr/>
          <a:lstStyle/>
          <a:p>
            <a:pPr lvl="0"/>
            <a:r>
              <a:rPr lang="de-DE"/>
              <a:t>Mastertextformat bearbeiten</a:t>
            </a:r>
          </a:p>
        </p:txBody>
      </p:sp>
    </p:spTree>
    <p:extLst>
      <p:ext uri="{BB962C8B-B14F-4D97-AF65-F5344CB8AC3E}">
        <p14:creationId xmlns:p14="http://schemas.microsoft.com/office/powerpoint/2010/main" val="20288764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9728" y="1098361"/>
            <a:ext cx="7478991" cy="3635797"/>
          </a:xfrm>
        </p:spPr>
        <p:txBody>
          <a:bodyPr anchor="t">
            <a:normAutofit/>
          </a:bodyPr>
          <a:lstStyle>
            <a:lvl1pPr algn="l">
              <a:defRPr sz="5600"/>
            </a:lvl1pPr>
          </a:lstStyle>
          <a:p>
            <a:r>
              <a:rPr lang="de-DE"/>
              <a:t>Mastertitelformat bearbeiten</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7160" y="5173140"/>
            <a:ext cx="6655522" cy="1545336"/>
          </a:xfrm>
        </p:spPr>
        <p:txBody>
          <a:bodyPr anchor="b">
            <a:normAutofit/>
          </a:bodyPr>
          <a:lstStyle>
            <a:lvl1pPr marL="0" indent="0" algn="l">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AA151B69-C3BF-944C-A529-BF23B9B0354A}" type="datetime1">
              <a:rPr lang="en-US" smtClean="0"/>
              <a:t>3/15/2026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Shaping the future of our industry</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‹Nr.›</a:t>
            </a:fld>
            <a:endParaRPr lang="en-US" dirty="0"/>
          </a:p>
        </p:txBody>
      </p:sp>
    </p:spTree>
    <p:extLst>
      <p:ext uri="{BB962C8B-B14F-4D97-AF65-F5344CB8AC3E}">
        <p14:creationId xmlns:p14="http://schemas.microsoft.com/office/powerpoint/2010/main" val="403670895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91440" y="1091983"/>
            <a:ext cx="7876287" cy="3592629"/>
          </a:xfrm>
        </p:spPr>
        <p:txBody>
          <a:bodyPr anchor="b">
            <a:normAutofit/>
          </a:bodyPr>
          <a:lstStyle>
            <a:lvl1pPr algn="l">
              <a:defRPr sz="5600"/>
            </a:lvl1pPr>
          </a:lstStyle>
          <a:p>
            <a:r>
              <a:rPr lang="de-DE"/>
              <a:t>Mastertitelformat bearbeiten</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5854" y="4854882"/>
            <a:ext cx="7375466" cy="1014984"/>
          </a:xfrm>
        </p:spPr>
        <p:txBody>
          <a:bodyPr anchor="t">
            <a:normAutofit/>
          </a:bodyPr>
          <a:lstStyle>
            <a:lvl1pPr marL="0" indent="0" algn="l">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4F620807-064A-8E4B-A41C-02C9BA5FCC44}" type="datetime1">
              <a:rPr lang="en-US" smtClean="0"/>
              <a:t>3/15/2026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Shaping the future of our industry</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‹Nr.›</a:t>
            </a:fld>
            <a:endParaRPr lang="en-US" dirty="0"/>
          </a:p>
        </p:txBody>
      </p:sp>
    </p:spTree>
    <p:extLst>
      <p:ext uri="{BB962C8B-B14F-4D97-AF65-F5344CB8AC3E}">
        <p14:creationId xmlns:p14="http://schemas.microsoft.com/office/powerpoint/2010/main" val="279097956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5600"/>
            </a:lvl1pPr>
          </a:lstStyle>
          <a:p>
            <a:r>
              <a:rPr lang="de-DE"/>
              <a:t>Mastertitelformat bearbeiten</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67DB571-2B24-BA4A-9049-EA4215FD67DE}" type="datetime1">
              <a:rPr lang="en-US" smtClean="0"/>
              <a:t>3/15/2026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Shaping the future of our industry</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‹Nr.›</a:t>
            </a:fld>
            <a:endParaRPr lang="en-US" dirty="0"/>
          </a:p>
        </p:txBody>
      </p:sp>
    </p:spTree>
    <p:extLst>
      <p:ext uri="{BB962C8B-B14F-4D97-AF65-F5344CB8AC3E}">
        <p14:creationId xmlns:p14="http://schemas.microsoft.com/office/powerpoint/2010/main" val="26426222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bschnitts-&#10;überschrif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9728" y="2269717"/>
            <a:ext cx="7772400" cy="4572000"/>
          </a:xfrm>
        </p:spPr>
        <p:txBody>
          <a:bodyPr anchor="b">
            <a:normAutofit/>
          </a:bodyPr>
          <a:lstStyle>
            <a:lvl1pPr algn="l">
              <a:defRPr sz="5600"/>
            </a:lvl1pPr>
          </a:lstStyle>
          <a:p>
            <a:r>
              <a:rPr lang="de-DE"/>
              <a:t>Mastertitelformat bearbeiten</a:t>
            </a:r>
            <a:endParaRPr lang="en-US" dirty="0"/>
          </a:p>
        </p:txBody>
      </p:sp>
      <p:sp>
        <p:nvSpPr>
          <p:cNvPr id="3" name="Subtitle 2">
            <a:extLst>
              <a:ext uri="{FF2B5EF4-FFF2-40B4-BE49-F238E27FC236}">
                <a16:creationId xmlns:a16="http://schemas.microsoft.com/office/drawing/2014/main" id="{F65490DB-50BD-D824-9EFB-809216160670}"/>
              </a:ext>
            </a:extLst>
          </p:cNvPr>
          <p:cNvSpPr>
            <a:spLocks noGrp="1"/>
          </p:cNvSpPr>
          <p:nvPr>
            <p:ph type="subTitle" idx="1"/>
          </p:nvPr>
        </p:nvSpPr>
        <p:spPr>
          <a:xfrm>
            <a:off x="137160" y="548640"/>
            <a:ext cx="7772400" cy="594360"/>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9671780-7FBB-3748-B88F-20A74E2E1CB6}" type="datetime1">
              <a:rPr lang="en-US" smtClean="0"/>
              <a:t>3/15/2026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Shaping the future of our industry</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‹Nr.›</a:t>
            </a:fld>
            <a:endParaRPr lang="en-US" dirty="0"/>
          </a:p>
        </p:txBody>
      </p:sp>
    </p:spTree>
    <p:extLst>
      <p:ext uri="{BB962C8B-B14F-4D97-AF65-F5344CB8AC3E}">
        <p14:creationId xmlns:p14="http://schemas.microsoft.com/office/powerpoint/2010/main" val="2612315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9728" y="114301"/>
            <a:ext cx="7315200" cy="2671562"/>
          </a:xfrm>
        </p:spPr>
        <p:txBody>
          <a:bodyPr anchor="b">
            <a:normAutofit/>
          </a:bodyPr>
          <a:lstStyle>
            <a:lvl1pPr algn="l">
              <a:defRPr sz="5600"/>
            </a:lvl1pPr>
          </a:lstStyle>
          <a:p>
            <a:r>
              <a:rPr lang="de-DE"/>
              <a:t>Mastertitelformat bearbeiten</a:t>
            </a:r>
            <a:endParaRPr lang="en-US" dirty="0"/>
          </a:p>
        </p:txBody>
      </p:sp>
      <p:sp>
        <p:nvSpPr>
          <p:cNvPr id="6" name="Picture Placeholder 10">
            <a:extLst>
              <a:ext uri="{FF2B5EF4-FFF2-40B4-BE49-F238E27FC236}">
                <a16:creationId xmlns:a16="http://schemas.microsoft.com/office/drawing/2014/main" id="{C58F7861-05FC-CC70-0C94-F3BAE39E54EB}"/>
              </a:ext>
            </a:extLst>
          </p:cNvPr>
          <p:cNvSpPr>
            <a:spLocks noGrp="1"/>
          </p:cNvSpPr>
          <p:nvPr>
            <p:ph type="pic" sz="quarter" idx="13"/>
          </p:nvPr>
        </p:nvSpPr>
        <p:spPr>
          <a:xfrm>
            <a:off x="0" y="2857500"/>
            <a:ext cx="12192000" cy="4000500"/>
          </a:xfrm>
          <a:blipFill dpi="0" rotWithShape="1">
            <a:blip r:embed="rId2">
              <a:alphaModFix amt="60000"/>
            </a:blip>
            <a:srcRect/>
            <a:stretch>
              <a:fillRect t="-218" r="-2" b="218"/>
            </a:stretch>
          </a:blipFill>
        </p:spPr>
        <p:txBody>
          <a:bodyPr/>
          <a:lstStyle/>
          <a:p>
            <a:r>
              <a:rPr lang="de-DE"/>
              <a:t>Bild durch Klicken auf Symbol hinzufügen</a:t>
            </a:r>
            <a:endParaRPr lang="en-US" dirty="0"/>
          </a:p>
        </p:txBody>
      </p:sp>
      <p:pic>
        <p:nvPicPr>
          <p:cNvPr id="3" name="Graphic 2">
            <a:extLst>
              <a:ext uri="{FF2B5EF4-FFF2-40B4-BE49-F238E27FC236}">
                <a16:creationId xmlns:a16="http://schemas.microsoft.com/office/drawing/2014/main" id="{6967DE8C-DF56-7404-15E7-77E150B1B4A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242466" y="224984"/>
            <a:ext cx="731520" cy="731520"/>
          </a:xfrm>
          <a:prstGeom prst="rect">
            <a:avLst/>
          </a:prstGeom>
        </p:spPr>
      </p:pic>
    </p:spTree>
    <p:extLst>
      <p:ext uri="{BB962C8B-B14F-4D97-AF65-F5344CB8AC3E}">
        <p14:creationId xmlns:p14="http://schemas.microsoft.com/office/powerpoint/2010/main" val="9983892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983445" y="1212574"/>
            <a:ext cx="5895374" cy="5644887"/>
          </a:xfrm>
        </p:spPr>
        <p:txBody>
          <a:bodyPr anchor="b">
            <a:normAutofit/>
          </a:bodyPr>
          <a:lstStyle>
            <a:lvl1pPr algn="l">
              <a:defRPr sz="5600"/>
            </a:lvl1pPr>
          </a:lstStyle>
          <a:p>
            <a:r>
              <a:rPr lang="de-DE"/>
              <a:t>Mastertitelformat bearbeiten</a:t>
            </a:r>
            <a:endParaRPr lang="en-US" dirty="0"/>
          </a:p>
        </p:txBody>
      </p:sp>
      <p:sp>
        <p:nvSpPr>
          <p:cNvPr id="5" name="Picture Placeholder 10">
            <a:extLst>
              <a:ext uri="{FF2B5EF4-FFF2-40B4-BE49-F238E27FC236}">
                <a16:creationId xmlns:a16="http://schemas.microsoft.com/office/drawing/2014/main" id="{5321358E-4EAF-C9BD-ABF7-5C2164D213A1}"/>
              </a:ext>
            </a:extLst>
          </p:cNvPr>
          <p:cNvSpPr>
            <a:spLocks noGrp="1"/>
          </p:cNvSpPr>
          <p:nvPr>
            <p:ph type="pic" sz="quarter" idx="13"/>
          </p:nvPr>
        </p:nvSpPr>
        <p:spPr>
          <a:xfrm>
            <a:off x="0" y="0"/>
            <a:ext cx="5895374" cy="6858000"/>
          </a:xfrm>
          <a:blipFill dpi="0" rotWithShape="1">
            <a:blip r:embed="rId2">
              <a:alphaModFix amt="60000"/>
            </a:blip>
            <a:srcRect/>
            <a:stretch>
              <a:fillRect/>
            </a:stretch>
          </a:blipFill>
        </p:spPr>
        <p:txBody>
          <a:bodyPr/>
          <a:lstStyle/>
          <a:p>
            <a:r>
              <a:rPr lang="de-DE"/>
              <a:t>Bild durch Klicken auf Symbol hinzufügen</a:t>
            </a:r>
            <a:endParaRPr lang="en-US" dirty="0"/>
          </a:p>
        </p:txBody>
      </p:sp>
      <p:pic>
        <p:nvPicPr>
          <p:cNvPr id="3" name="Graphic 2">
            <a:extLst>
              <a:ext uri="{FF2B5EF4-FFF2-40B4-BE49-F238E27FC236}">
                <a16:creationId xmlns:a16="http://schemas.microsoft.com/office/drawing/2014/main" id="{B0168F88-6A7F-7AA8-0B4A-2A06A58A6B7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242466" y="224984"/>
            <a:ext cx="731520" cy="731520"/>
          </a:xfrm>
          <a:prstGeom prst="rect">
            <a:avLst/>
          </a:prstGeom>
        </p:spPr>
      </p:pic>
    </p:spTree>
    <p:extLst>
      <p:ext uri="{BB962C8B-B14F-4D97-AF65-F5344CB8AC3E}">
        <p14:creationId xmlns:p14="http://schemas.microsoft.com/office/powerpoint/2010/main" val="424959633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9728" y="1181489"/>
            <a:ext cx="5895374" cy="5675972"/>
          </a:xfrm>
        </p:spPr>
        <p:txBody>
          <a:bodyPr anchor="b">
            <a:normAutofit/>
          </a:bodyPr>
          <a:lstStyle>
            <a:lvl1pPr algn="l">
              <a:defRPr sz="5600"/>
            </a:lvl1pPr>
          </a:lstStyle>
          <a:p>
            <a:r>
              <a:rPr lang="de-DE"/>
              <a:t>Mastertitelformat bearbeiten</a:t>
            </a:r>
            <a:endParaRPr lang="en-US" dirty="0"/>
          </a:p>
        </p:txBody>
      </p:sp>
      <p:sp>
        <p:nvSpPr>
          <p:cNvPr id="4" name="Picture Placeholder 10">
            <a:extLst>
              <a:ext uri="{FF2B5EF4-FFF2-40B4-BE49-F238E27FC236}">
                <a16:creationId xmlns:a16="http://schemas.microsoft.com/office/drawing/2014/main" id="{D7213002-AAC9-0545-0DF3-75872C41FB91}"/>
              </a:ext>
            </a:extLst>
          </p:cNvPr>
          <p:cNvSpPr>
            <a:spLocks noGrp="1"/>
          </p:cNvSpPr>
          <p:nvPr>
            <p:ph type="pic" sz="quarter" idx="13"/>
          </p:nvPr>
        </p:nvSpPr>
        <p:spPr>
          <a:xfrm>
            <a:off x="6296626" y="0"/>
            <a:ext cx="5895374" cy="6858000"/>
          </a:xfrm>
          <a:blipFill dpi="0" rotWithShape="1">
            <a:blip r:embed="rId2">
              <a:alphaModFix amt="60000"/>
            </a:blip>
            <a:srcRect/>
            <a:stretch>
              <a:fillRect/>
            </a:stretch>
          </a:blipFill>
        </p:spPr>
        <p:txBody>
          <a:bodyPr/>
          <a:lstStyle/>
          <a:p>
            <a:r>
              <a:rPr lang="de-DE"/>
              <a:t>Bild durch Klicken auf Symbol hinzufügen</a:t>
            </a:r>
            <a:endParaRPr lang="en-US" dirty="0"/>
          </a:p>
        </p:txBody>
      </p:sp>
      <p:pic>
        <p:nvPicPr>
          <p:cNvPr id="3" name="Graphic 2">
            <a:extLst>
              <a:ext uri="{FF2B5EF4-FFF2-40B4-BE49-F238E27FC236}">
                <a16:creationId xmlns:a16="http://schemas.microsoft.com/office/drawing/2014/main" id="{6E9C5FDC-0407-40A7-D7F3-BE000CB61B4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381512" y="224984"/>
            <a:ext cx="731520" cy="731520"/>
          </a:xfrm>
          <a:prstGeom prst="rect">
            <a:avLst/>
          </a:prstGeom>
        </p:spPr>
      </p:pic>
    </p:spTree>
    <p:extLst>
      <p:ext uri="{BB962C8B-B14F-4D97-AF65-F5344CB8AC3E}">
        <p14:creationId xmlns:p14="http://schemas.microsoft.com/office/powerpoint/2010/main" val="1027455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09728" y="963908"/>
            <a:ext cx="8467558" cy="1554480"/>
          </a:xfrm>
        </p:spPr>
        <p:txBody>
          <a:bodyPr anchor="b">
            <a:normAutofit/>
          </a:bodyPr>
          <a:lstStyle>
            <a:lvl1pPr>
              <a:defRPr sz="5600"/>
            </a:lvl1pPr>
          </a:lstStyle>
          <a:p>
            <a:r>
              <a:rPr lang="de-DE"/>
              <a:t>Mastertitelformat bearbeiten</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08A568C9-D9B3-454D-85A6-8B9AADDA32A1}" type="datetime1">
              <a:rPr lang="en-US" smtClean="0"/>
              <a:t>3/15/2026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Shaping the future of our industry</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‹Nr.›</a:t>
            </a:fld>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35854" y="2633660"/>
            <a:ext cx="8467558" cy="3689909"/>
          </a:xfrm>
        </p:spPr>
        <p:txBody>
          <a:bodyPr>
            <a:normAutofit/>
          </a:bodyPr>
          <a:lstStyle>
            <a:lvl1pPr marL="0" indent="0">
              <a:buFont typeface="+mj-lt"/>
              <a:buNone/>
              <a:defRPr sz="1400"/>
            </a:lvl1pPr>
            <a:lvl2pPr marL="228600" indent="0">
              <a:buFont typeface="+mj-lt"/>
              <a:buNone/>
              <a:defRPr sz="1400"/>
            </a:lvl2pPr>
            <a:lvl3pPr marL="457200" indent="0">
              <a:buFont typeface="+mj-lt"/>
              <a:buNone/>
              <a:defRPr sz="1400"/>
            </a:lvl3pPr>
            <a:lvl4pPr marL="685800" indent="0">
              <a:buFont typeface="+mj-lt"/>
              <a:buNone/>
              <a:defRPr sz="1400"/>
            </a:lvl4pPr>
            <a:lvl5pPr marL="914400" indent="0">
              <a:buFont typeface="+mj-lt"/>
              <a:buNone/>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23054361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09728" y="113474"/>
            <a:ext cx="5986272" cy="1554480"/>
          </a:xfrm>
        </p:spPr>
        <p:txBody>
          <a:bodyPr anchor="b">
            <a:normAutofit/>
          </a:bodyPr>
          <a:lstStyle>
            <a:lvl1pPr>
              <a:defRPr sz="5600"/>
            </a:lvl1pPr>
          </a:lstStyle>
          <a:p>
            <a:r>
              <a:rPr lang="de-DE"/>
              <a:t>Mastertitelformat bearbeiten</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7644383" y="109728"/>
            <a:ext cx="3840480" cy="365125"/>
          </a:xfrm>
        </p:spPr>
        <p:txBody>
          <a:bodyPr/>
          <a:lstStyle/>
          <a:p>
            <a:r>
              <a:rPr lang="en-US" dirty="0"/>
              <a:t>Shaping the future of our industry</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‹Nr.›</a:t>
            </a:fld>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644384" y="2755579"/>
            <a:ext cx="4412042" cy="4023360"/>
          </a:xfrm>
        </p:spPr>
        <p:txBody>
          <a:bodyPr>
            <a:normAutofit/>
          </a:bodyPr>
          <a:lstStyle>
            <a:lvl1pPr marL="0" indent="0">
              <a:buFont typeface="+mj-lt"/>
              <a:buNone/>
              <a:defRPr sz="1400"/>
            </a:lvl1pPr>
            <a:lvl2pPr marL="228600" indent="0">
              <a:buFont typeface="+mj-lt"/>
              <a:buNone/>
              <a:defRPr sz="1400"/>
            </a:lvl2pPr>
            <a:lvl3pPr marL="457200" indent="0">
              <a:buFont typeface="+mj-lt"/>
              <a:buNone/>
              <a:defRPr sz="1400"/>
            </a:lvl3pPr>
            <a:lvl4pPr marL="685800" indent="0">
              <a:buFont typeface="+mj-lt"/>
              <a:buNone/>
              <a:defRPr sz="1400"/>
            </a:lvl4pPr>
            <a:lvl5pPr marL="914400" indent="0">
              <a:buFont typeface="+mj-lt"/>
              <a:buNone/>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pic>
        <p:nvPicPr>
          <p:cNvPr id="3" name="Graphic 2">
            <a:extLst>
              <a:ext uri="{FF2B5EF4-FFF2-40B4-BE49-F238E27FC236}">
                <a16:creationId xmlns:a16="http://schemas.microsoft.com/office/drawing/2014/main" id="{3F6704D6-1542-E251-88DF-906BEE80B51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30461" y="5902452"/>
            <a:ext cx="731520" cy="731520"/>
          </a:xfrm>
          <a:prstGeom prst="rect">
            <a:avLst/>
          </a:prstGeom>
        </p:spPr>
      </p:pic>
    </p:spTree>
    <p:extLst>
      <p:ext uri="{BB962C8B-B14F-4D97-AF65-F5344CB8AC3E}">
        <p14:creationId xmlns:p14="http://schemas.microsoft.com/office/powerpoint/2010/main" val="17684360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234711" y="1161288"/>
            <a:ext cx="4663440" cy="1554480"/>
          </a:xfrm>
        </p:spPr>
        <p:txBody>
          <a:bodyPr anchor="b">
            <a:noAutofit/>
          </a:bodyPr>
          <a:lstStyle>
            <a:lvl1pPr>
              <a:defRPr sz="5600"/>
            </a:lvl1pPr>
          </a:lstStyle>
          <a:p>
            <a:r>
              <a:rPr lang="de-DE"/>
              <a:t>Mastertitelformat bearbeiten</a:t>
            </a:r>
            <a:endParaRPr lang="en-US" dirty="0"/>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p:nvPr>
        </p:nvSpPr>
        <p:spPr>
          <a:xfrm>
            <a:off x="0" y="0"/>
            <a:ext cx="6099048" cy="6858000"/>
          </a:xfrm>
          <a:blipFill dpi="0" rotWithShape="1">
            <a:blip r:embed="rId2">
              <a:alphaModFix amt="60000"/>
            </a:blip>
            <a:srcRect/>
            <a:stretch>
              <a:fillRect/>
            </a:stretch>
          </a:blipFill>
        </p:spPr>
        <p:txBody>
          <a:bodyPr/>
          <a:lstStyle/>
          <a:p>
            <a:r>
              <a:rPr lang="de-DE"/>
              <a:t>Bild durch Klicken auf Symbol hinzufügen</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234710" y="109728"/>
            <a:ext cx="5303520" cy="365125"/>
          </a:xfrm>
        </p:spPr>
        <p:txBody>
          <a:bodyPr/>
          <a:lstStyle/>
          <a:p>
            <a:r>
              <a:rPr lang="en-US" dirty="0"/>
              <a:t>Shaping the future of our industry</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‹Nr.›</a:t>
            </a:fld>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34711" y="2825496"/>
            <a:ext cx="4663440" cy="3337560"/>
          </a:xfrm>
        </p:spPr>
        <p:txBody>
          <a:bodyPr>
            <a:normAutofit/>
          </a:bodyPr>
          <a:lstStyle>
            <a:lvl1pPr marL="0" indent="0">
              <a:buFont typeface="+mj-lt"/>
              <a:buNone/>
              <a:defRPr sz="1400"/>
            </a:lvl1pPr>
            <a:lvl2pPr marL="228600" indent="0">
              <a:buFont typeface="+mj-lt"/>
              <a:buNone/>
              <a:defRPr sz="1400"/>
            </a:lvl2pPr>
            <a:lvl3pPr marL="457200" indent="0">
              <a:buFont typeface="+mj-lt"/>
              <a:buNone/>
              <a:defRPr sz="1400"/>
            </a:lvl3pPr>
            <a:lvl4pPr marL="685800" indent="0">
              <a:buFont typeface="+mj-lt"/>
              <a:buNone/>
              <a:defRPr sz="1400"/>
            </a:lvl4pPr>
            <a:lvl5pPr>
              <a:buFont typeface="+mj-lt"/>
              <a:buNone/>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234710" y="6400800"/>
            <a:ext cx="1996689" cy="365125"/>
          </a:xfrm>
        </p:spPr>
        <p:txBody>
          <a:bodyPr/>
          <a:lstStyle/>
          <a:p>
            <a:fld id="{186EAB84-8B9F-BB45-859A-B8723199B1EA}" type="datetime1">
              <a:rPr lang="en-US" smtClean="0"/>
              <a:t>3/15/2026</a:t>
            </a:fld>
            <a:endParaRPr lang="en-US" dirty="0"/>
          </a:p>
        </p:txBody>
      </p:sp>
    </p:spTree>
    <p:extLst>
      <p:ext uri="{BB962C8B-B14F-4D97-AF65-F5344CB8AC3E}">
        <p14:creationId xmlns:p14="http://schemas.microsoft.com/office/powerpoint/2010/main" val="31928821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genda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09727" y="182881"/>
            <a:ext cx="7430044" cy="3246120"/>
          </a:xfrm>
        </p:spPr>
        <p:txBody>
          <a:bodyPr anchor="t" anchorCtr="0">
            <a:noAutofit/>
          </a:bodyPr>
          <a:lstStyle>
            <a:lvl1pPr>
              <a:defRPr sz="5600"/>
            </a:lvl1pPr>
          </a:lstStyle>
          <a:p>
            <a:r>
              <a:rPr lang="de-DE"/>
              <a:t>Mastertitelformat bearbeiten</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3418788" y="3611882"/>
            <a:ext cx="4120983" cy="3063237"/>
          </a:xfrm>
        </p:spPr>
        <p:txBody>
          <a:bodyPr anchor="b" anchorCtr="0">
            <a:normAutofit/>
          </a:bodyPr>
          <a:lstStyle>
            <a:lvl1pPr marL="0" indent="0" algn="r">
              <a:buFont typeface="+mj-lt"/>
              <a:buNone/>
              <a:defRPr sz="1400"/>
            </a:lvl1pPr>
            <a:lvl2pPr marL="228600" indent="0" algn="r">
              <a:buFont typeface="+mj-lt"/>
              <a:buNone/>
              <a:defRPr sz="1400"/>
            </a:lvl2pPr>
            <a:lvl3pPr marL="457200" indent="0" algn="r">
              <a:buFont typeface="+mj-lt"/>
              <a:buNone/>
              <a:defRPr sz="1400"/>
            </a:lvl3pPr>
            <a:lvl4pPr marL="685800" indent="0" algn="r">
              <a:buFont typeface="+mj-lt"/>
              <a:buNone/>
              <a:defRPr sz="1400"/>
            </a:lvl4pPr>
            <a:lvl5pPr algn="r">
              <a:buFont typeface="+mj-lt"/>
              <a:buNone/>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7683495" y="109728"/>
            <a:ext cx="3840480" cy="365125"/>
          </a:xfrm>
        </p:spPr>
        <p:txBody>
          <a:bodyPr/>
          <a:lstStyle/>
          <a:p>
            <a:r>
              <a:rPr lang="en-US" dirty="0"/>
              <a:t>Shaping the future of our industry</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‹Nr.›</a:t>
            </a:fld>
            <a:endParaRPr lang="en-US" dirty="0"/>
          </a:p>
        </p:txBody>
      </p:sp>
      <p:sp>
        <p:nvSpPr>
          <p:cNvPr id="11" name="Picture Placeholder 10">
            <a:extLst>
              <a:ext uri="{FF2B5EF4-FFF2-40B4-BE49-F238E27FC236}">
                <a16:creationId xmlns:a16="http://schemas.microsoft.com/office/drawing/2014/main" id="{C7452E47-6DDB-EA53-7FB9-2BA726EB77DA}"/>
              </a:ext>
            </a:extLst>
          </p:cNvPr>
          <p:cNvSpPr>
            <a:spLocks noGrp="1"/>
          </p:cNvSpPr>
          <p:nvPr>
            <p:ph type="pic" sz="quarter" idx="14"/>
          </p:nvPr>
        </p:nvSpPr>
        <p:spPr>
          <a:xfrm>
            <a:off x="7805394" y="886048"/>
            <a:ext cx="4120983" cy="5719034"/>
          </a:xfrm>
          <a:blipFill dpi="0" rotWithShape="1">
            <a:blip r:embed="rId2">
              <a:alphaModFix amt="60000"/>
            </a:blip>
            <a:srcRect/>
            <a:stretch>
              <a:fillRect t="-46"/>
            </a:stretch>
          </a:blipFill>
        </p:spPr>
        <p:txBody>
          <a:bodyPr/>
          <a:lstStyle/>
          <a:p>
            <a:r>
              <a:rPr lang="de-DE"/>
              <a:t>Bild durch Klicken auf Symbol hinzufügen</a:t>
            </a:r>
            <a:endParaRPr lang="en-US" dirty="0"/>
          </a:p>
        </p:txBody>
      </p:sp>
      <p:pic>
        <p:nvPicPr>
          <p:cNvPr id="3" name="Graphic 2">
            <a:extLst>
              <a:ext uri="{FF2B5EF4-FFF2-40B4-BE49-F238E27FC236}">
                <a16:creationId xmlns:a16="http://schemas.microsoft.com/office/drawing/2014/main" id="{ADD6C4CC-D005-CA0E-11C2-EC0EC7277C3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30461" y="5902452"/>
            <a:ext cx="731520" cy="731520"/>
          </a:xfrm>
          <a:prstGeom prst="rect">
            <a:avLst/>
          </a:prstGeom>
        </p:spPr>
      </p:pic>
    </p:spTree>
    <p:extLst>
      <p:ext uri="{BB962C8B-B14F-4D97-AF65-F5344CB8AC3E}">
        <p14:creationId xmlns:p14="http://schemas.microsoft.com/office/powerpoint/2010/main" val="141763097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1325" y="2385975"/>
            <a:ext cx="4325112" cy="2454796"/>
          </a:xfrm>
        </p:spPr>
        <p:txBody>
          <a:bodyPr>
            <a:normAutofit/>
          </a:bodyPr>
          <a:lstStyle>
            <a:lvl1pPr>
              <a:defRPr sz="5600"/>
            </a:lvl1pPr>
          </a:lstStyle>
          <a:p>
            <a:r>
              <a:rPr lang="de-DE"/>
              <a:t>Mastertitelformat bearbeiten</a:t>
            </a:r>
            <a:endParaRPr lang="en-US" dirty="0"/>
          </a:p>
        </p:txBody>
      </p:sp>
      <p:sp>
        <p:nvSpPr>
          <p:cNvPr id="3" name="Date Placeholder 2">
            <a:extLst>
              <a:ext uri="{FF2B5EF4-FFF2-40B4-BE49-F238E27FC236}">
                <a16:creationId xmlns:a16="http://schemas.microsoft.com/office/drawing/2014/main" id="{7EB9051D-F4ED-4EE6-2F1F-2E67035938D8}"/>
              </a:ext>
            </a:extLst>
          </p:cNvPr>
          <p:cNvSpPr>
            <a:spLocks noGrp="1"/>
          </p:cNvSpPr>
          <p:nvPr>
            <p:ph type="dt" sz="half" idx="14"/>
          </p:nvPr>
        </p:nvSpPr>
        <p:spPr/>
        <p:txBody>
          <a:bodyPr/>
          <a:lstStyle/>
          <a:p>
            <a:fld id="{DB0A124A-E73E-874D-AA4C-7EC16078588E}" type="datetime1">
              <a:rPr lang="en-US" smtClean="0"/>
              <a:t>3/15/2026</a:t>
            </a:fld>
            <a:endParaRPr lang="en-US" dirty="0"/>
          </a:p>
        </p:txBody>
      </p:sp>
      <p:sp>
        <p:nvSpPr>
          <p:cNvPr id="7" name="Footer Placeholder 6">
            <a:extLst>
              <a:ext uri="{FF2B5EF4-FFF2-40B4-BE49-F238E27FC236}">
                <a16:creationId xmlns:a16="http://schemas.microsoft.com/office/drawing/2014/main" id="{EB560304-B220-9740-0823-17F13E1DFD7F}"/>
              </a:ext>
            </a:extLst>
          </p:cNvPr>
          <p:cNvSpPr>
            <a:spLocks noGrp="1"/>
          </p:cNvSpPr>
          <p:nvPr>
            <p:ph type="ftr" sz="quarter" idx="15"/>
          </p:nvPr>
        </p:nvSpPr>
        <p:spPr/>
        <p:txBody>
          <a:bodyPr/>
          <a:lstStyle/>
          <a:p>
            <a:r>
              <a:rPr lang="en-US" dirty="0"/>
              <a:t>Shaping the future of our industry</a:t>
            </a:r>
          </a:p>
        </p:txBody>
      </p:sp>
      <p:sp>
        <p:nvSpPr>
          <p:cNvPr id="9" name="Slide Number Placeholder 8">
            <a:extLst>
              <a:ext uri="{FF2B5EF4-FFF2-40B4-BE49-F238E27FC236}">
                <a16:creationId xmlns:a16="http://schemas.microsoft.com/office/drawing/2014/main" id="{A6D8939A-F7AC-2C38-E1F0-99EA290DC600}"/>
              </a:ext>
            </a:extLst>
          </p:cNvPr>
          <p:cNvSpPr>
            <a:spLocks noGrp="1"/>
          </p:cNvSpPr>
          <p:nvPr>
            <p:ph type="sldNum" sz="quarter" idx="16"/>
          </p:nvPr>
        </p:nvSpPr>
        <p:spPr/>
        <p:txBody>
          <a:bodyPr/>
          <a:lstStyle/>
          <a:p>
            <a:fld id="{CC057153-B650-4DEB-B370-79DDCFDCE934}" type="slidenum">
              <a:rPr lang="en-US" smtClean="0"/>
              <a:pPr/>
              <a:t>‹Nr.›</a:t>
            </a:fld>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5967195"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27290407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1325" y="2258568"/>
            <a:ext cx="3813048" cy="3557016"/>
          </a:xfrm>
        </p:spPr>
        <p:txBody>
          <a:bodyPr>
            <a:normAutofit/>
          </a:bodyPr>
          <a:lstStyle>
            <a:lvl1pPr>
              <a:defRPr sz="5600"/>
            </a:lvl1pPr>
          </a:lstStyle>
          <a:p>
            <a:r>
              <a:rPr lang="de-DE"/>
              <a:t>Mastertitelformat bearbeiten</a:t>
            </a:r>
            <a:endParaRPr lang="en-US" dirty="0"/>
          </a:p>
        </p:txBody>
      </p:sp>
      <p:sp>
        <p:nvSpPr>
          <p:cNvPr id="4" name="Date Placeholder 3">
            <a:extLst>
              <a:ext uri="{FF2B5EF4-FFF2-40B4-BE49-F238E27FC236}">
                <a16:creationId xmlns:a16="http://schemas.microsoft.com/office/drawing/2014/main" id="{E9A6E205-DD57-FBC4-5DED-E99550EF4165}"/>
              </a:ext>
            </a:extLst>
          </p:cNvPr>
          <p:cNvSpPr>
            <a:spLocks noGrp="1"/>
          </p:cNvSpPr>
          <p:nvPr>
            <p:ph type="dt" sz="half" idx="14"/>
          </p:nvPr>
        </p:nvSpPr>
        <p:spPr/>
        <p:txBody>
          <a:bodyPr/>
          <a:lstStyle/>
          <a:p>
            <a:fld id="{0A480AC4-DAB6-D74A-AC36-6669282A20D3}" type="datetime1">
              <a:rPr lang="en-US" smtClean="0"/>
              <a:t>3/15/2026</a:t>
            </a:fld>
            <a:endParaRPr lang="en-US" dirty="0"/>
          </a:p>
        </p:txBody>
      </p:sp>
      <p:sp>
        <p:nvSpPr>
          <p:cNvPr id="5" name="Footer Placeholder 4">
            <a:extLst>
              <a:ext uri="{FF2B5EF4-FFF2-40B4-BE49-F238E27FC236}">
                <a16:creationId xmlns:a16="http://schemas.microsoft.com/office/drawing/2014/main" id="{184B512B-D856-A4D7-B029-66A5D5390F56}"/>
              </a:ext>
            </a:extLst>
          </p:cNvPr>
          <p:cNvSpPr>
            <a:spLocks noGrp="1"/>
          </p:cNvSpPr>
          <p:nvPr>
            <p:ph type="ftr" sz="quarter" idx="15"/>
          </p:nvPr>
        </p:nvSpPr>
        <p:spPr>
          <a:xfrm>
            <a:off x="5519738" y="110364"/>
            <a:ext cx="5303520" cy="365125"/>
          </a:xfrm>
        </p:spPr>
        <p:txBody>
          <a:bodyPr/>
          <a:lstStyle/>
          <a:p>
            <a:r>
              <a:rPr lang="en-US" dirty="0"/>
              <a:t>Shaping the future of our industry</a:t>
            </a:r>
          </a:p>
        </p:txBody>
      </p:sp>
      <p:sp>
        <p:nvSpPr>
          <p:cNvPr id="6" name="Slide Number Placeholder 5">
            <a:extLst>
              <a:ext uri="{FF2B5EF4-FFF2-40B4-BE49-F238E27FC236}">
                <a16:creationId xmlns:a16="http://schemas.microsoft.com/office/drawing/2014/main" id="{E560A97A-5A12-4677-BCBD-51459685557D}"/>
              </a:ext>
            </a:extLst>
          </p:cNvPr>
          <p:cNvSpPr>
            <a:spLocks noGrp="1"/>
          </p:cNvSpPr>
          <p:nvPr>
            <p:ph type="sldNum" sz="quarter" idx="16"/>
          </p:nvPr>
        </p:nvSpPr>
        <p:spPr/>
        <p:txBody>
          <a:bodyPr/>
          <a:lstStyle/>
          <a:p>
            <a:fld id="{CC057153-B650-4DEB-B370-79DDCFDCE934}" type="slidenum">
              <a:rPr lang="en-US" smtClean="0"/>
              <a:pPr/>
              <a:t>‹Nr.›</a:t>
            </a:fld>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40495804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1325" y="1537853"/>
            <a:ext cx="4145582" cy="4638825"/>
          </a:xfrm>
        </p:spPr>
        <p:txBody>
          <a:bodyPr>
            <a:normAutofit/>
          </a:bodyPr>
          <a:lstStyle>
            <a:lvl1pPr>
              <a:defRPr sz="5600"/>
            </a:lvl1pPr>
          </a:lstStyle>
          <a:p>
            <a:r>
              <a:rPr lang="de-DE"/>
              <a:t>Mastertitelformat bearbeiten</a:t>
            </a:r>
            <a:endParaRPr lang="en-US" dirty="0"/>
          </a:p>
        </p:txBody>
      </p:sp>
      <p:sp>
        <p:nvSpPr>
          <p:cNvPr id="3" name="Date Placeholder 2">
            <a:extLst>
              <a:ext uri="{FF2B5EF4-FFF2-40B4-BE49-F238E27FC236}">
                <a16:creationId xmlns:a16="http://schemas.microsoft.com/office/drawing/2014/main" id="{1C01A47F-D821-7876-3381-2937FE3E547B}"/>
              </a:ext>
            </a:extLst>
          </p:cNvPr>
          <p:cNvSpPr>
            <a:spLocks noGrp="1"/>
          </p:cNvSpPr>
          <p:nvPr>
            <p:ph type="dt" sz="half" idx="14"/>
          </p:nvPr>
        </p:nvSpPr>
        <p:spPr/>
        <p:txBody>
          <a:bodyPr/>
          <a:lstStyle/>
          <a:p>
            <a:fld id="{FA3531C4-A97A-4D42-9B1F-1AD72B1B6772}" type="datetime1">
              <a:rPr lang="en-US" smtClean="0"/>
              <a:t>3/15/2026</a:t>
            </a:fld>
            <a:endParaRPr lang="en-US" dirty="0"/>
          </a:p>
        </p:txBody>
      </p:sp>
      <p:sp>
        <p:nvSpPr>
          <p:cNvPr id="7" name="Footer Placeholder 6">
            <a:extLst>
              <a:ext uri="{FF2B5EF4-FFF2-40B4-BE49-F238E27FC236}">
                <a16:creationId xmlns:a16="http://schemas.microsoft.com/office/drawing/2014/main" id="{3CC02357-BEAA-E8CA-E970-6C1EFE4BC11C}"/>
              </a:ext>
            </a:extLst>
          </p:cNvPr>
          <p:cNvSpPr>
            <a:spLocks noGrp="1"/>
          </p:cNvSpPr>
          <p:nvPr>
            <p:ph type="ftr" sz="quarter" idx="15"/>
          </p:nvPr>
        </p:nvSpPr>
        <p:spPr>
          <a:xfrm>
            <a:off x="5519737" y="109728"/>
            <a:ext cx="5303520" cy="365125"/>
          </a:xfrm>
        </p:spPr>
        <p:txBody>
          <a:bodyPr/>
          <a:lstStyle/>
          <a:p>
            <a:r>
              <a:rPr lang="en-US" dirty="0"/>
              <a:t>Shaping the future of our industry</a:t>
            </a:r>
          </a:p>
        </p:txBody>
      </p:sp>
      <p:sp>
        <p:nvSpPr>
          <p:cNvPr id="9" name="Slide Number Placeholder 8">
            <a:extLst>
              <a:ext uri="{FF2B5EF4-FFF2-40B4-BE49-F238E27FC236}">
                <a16:creationId xmlns:a16="http://schemas.microsoft.com/office/drawing/2014/main" id="{7F79E63C-8932-DE7E-9CD9-7BDEC967CCFC}"/>
              </a:ext>
            </a:extLst>
          </p:cNvPr>
          <p:cNvSpPr>
            <a:spLocks noGrp="1"/>
          </p:cNvSpPr>
          <p:nvPr>
            <p:ph type="sldNum" sz="quarter" idx="16"/>
          </p:nvPr>
        </p:nvSpPr>
        <p:spPr/>
        <p:txBody>
          <a:bodyPr/>
          <a:lstStyle/>
          <a:p>
            <a:fld id="{CC057153-B650-4DEB-B370-79DDCFDCE934}" type="slidenum">
              <a:rPr lang="en-US" smtClean="0"/>
              <a:pPr/>
              <a:t>‹Nr.›</a:t>
            </a:fld>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2683328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1325" y="877456"/>
            <a:ext cx="4142232" cy="4940661"/>
          </a:xfrm>
        </p:spPr>
        <p:txBody>
          <a:bodyPr>
            <a:normAutofit/>
          </a:bodyPr>
          <a:lstStyle>
            <a:lvl1pPr>
              <a:defRPr sz="5600"/>
            </a:lvl1pPr>
          </a:lstStyle>
          <a:p>
            <a:r>
              <a:rPr lang="de-DE"/>
              <a:t>Mastertitelformat bearbeiten</a:t>
            </a:r>
            <a:endParaRPr lang="en-US" dirty="0"/>
          </a:p>
        </p:txBody>
      </p:sp>
      <p:sp>
        <p:nvSpPr>
          <p:cNvPr id="3" name="Date Placeholder 2">
            <a:extLst>
              <a:ext uri="{FF2B5EF4-FFF2-40B4-BE49-F238E27FC236}">
                <a16:creationId xmlns:a16="http://schemas.microsoft.com/office/drawing/2014/main" id="{1B790955-8D95-9784-B4EA-C7C09D75A0B4}"/>
              </a:ext>
            </a:extLst>
          </p:cNvPr>
          <p:cNvSpPr>
            <a:spLocks noGrp="1"/>
          </p:cNvSpPr>
          <p:nvPr>
            <p:ph type="dt" sz="half" idx="14"/>
          </p:nvPr>
        </p:nvSpPr>
        <p:spPr/>
        <p:txBody>
          <a:bodyPr/>
          <a:lstStyle/>
          <a:p>
            <a:fld id="{AAE0B33F-6CFB-4143-B242-11B4795772AE}" type="datetime1">
              <a:rPr lang="en-US" smtClean="0"/>
              <a:t>3/15/2026</a:t>
            </a:fld>
            <a:endParaRPr lang="en-US" dirty="0"/>
          </a:p>
        </p:txBody>
      </p:sp>
      <p:sp>
        <p:nvSpPr>
          <p:cNvPr id="7" name="Footer Placeholder 6">
            <a:extLst>
              <a:ext uri="{FF2B5EF4-FFF2-40B4-BE49-F238E27FC236}">
                <a16:creationId xmlns:a16="http://schemas.microsoft.com/office/drawing/2014/main" id="{60F7A256-B5DD-AEAE-EEC2-A058A7A3A1C0}"/>
              </a:ext>
            </a:extLst>
          </p:cNvPr>
          <p:cNvSpPr>
            <a:spLocks noGrp="1"/>
          </p:cNvSpPr>
          <p:nvPr>
            <p:ph type="ftr" sz="quarter" idx="15"/>
          </p:nvPr>
        </p:nvSpPr>
        <p:spPr>
          <a:xfrm>
            <a:off x="5522912" y="109728"/>
            <a:ext cx="5303520" cy="365125"/>
          </a:xfrm>
        </p:spPr>
        <p:txBody>
          <a:bodyPr/>
          <a:lstStyle/>
          <a:p>
            <a:r>
              <a:rPr lang="en-US" dirty="0"/>
              <a:t>Shaping the future of our industry</a:t>
            </a:r>
          </a:p>
        </p:txBody>
      </p:sp>
      <p:sp>
        <p:nvSpPr>
          <p:cNvPr id="9" name="Slide Number Placeholder 8">
            <a:extLst>
              <a:ext uri="{FF2B5EF4-FFF2-40B4-BE49-F238E27FC236}">
                <a16:creationId xmlns:a16="http://schemas.microsoft.com/office/drawing/2014/main" id="{8F95F3F2-351A-F793-9D92-1C0F2F54D066}"/>
              </a:ext>
            </a:extLst>
          </p:cNvPr>
          <p:cNvSpPr>
            <a:spLocks noGrp="1"/>
          </p:cNvSpPr>
          <p:nvPr>
            <p:ph type="sldNum" sz="quarter" idx="16"/>
          </p:nvPr>
        </p:nvSpPr>
        <p:spPr/>
        <p:txBody>
          <a:bodyPr/>
          <a:lstStyle/>
          <a:p>
            <a:fld id="{CC057153-B650-4DEB-B370-79DDCFDCE934}" type="slidenum">
              <a:rPr lang="en-US" smtClean="0"/>
              <a:pPr/>
              <a:t>‹Nr.›</a:t>
            </a:fld>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20947278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9728" y="903249"/>
            <a:ext cx="3494314" cy="5719639"/>
          </a:xfrm>
        </p:spPr>
        <p:txBody>
          <a:bodyPr>
            <a:normAutofit/>
          </a:bodyPr>
          <a:lstStyle>
            <a:lvl1pPr>
              <a:defRPr sz="5600"/>
            </a:lvl1pPr>
          </a:lstStyle>
          <a:p>
            <a:r>
              <a:rPr lang="de-DE"/>
              <a:t>Mastertitelformat bearbeiten</a:t>
            </a:r>
            <a:endParaRPr lang="en-US" dirty="0"/>
          </a:p>
        </p:txBody>
      </p:sp>
      <p:sp>
        <p:nvSpPr>
          <p:cNvPr id="3" name="Date Placeholder 2">
            <a:extLst>
              <a:ext uri="{FF2B5EF4-FFF2-40B4-BE49-F238E27FC236}">
                <a16:creationId xmlns:a16="http://schemas.microsoft.com/office/drawing/2014/main" id="{E39A45F9-D752-7EB2-0FD4-546577BB91A5}"/>
              </a:ext>
            </a:extLst>
          </p:cNvPr>
          <p:cNvSpPr>
            <a:spLocks noGrp="1"/>
          </p:cNvSpPr>
          <p:nvPr>
            <p:ph type="dt" sz="half" idx="14"/>
          </p:nvPr>
        </p:nvSpPr>
        <p:spPr/>
        <p:txBody>
          <a:bodyPr/>
          <a:lstStyle/>
          <a:p>
            <a:fld id="{799F4F94-C660-894A-AD11-4D48451EE4A9}" type="datetime1">
              <a:rPr lang="en-US" smtClean="0"/>
              <a:t>3/15/2026</a:t>
            </a:fld>
            <a:endParaRPr lang="en-US" dirty="0"/>
          </a:p>
        </p:txBody>
      </p:sp>
      <p:sp>
        <p:nvSpPr>
          <p:cNvPr id="7" name="Footer Placeholder 6">
            <a:extLst>
              <a:ext uri="{FF2B5EF4-FFF2-40B4-BE49-F238E27FC236}">
                <a16:creationId xmlns:a16="http://schemas.microsoft.com/office/drawing/2014/main" id="{DAB751DE-CFA1-0605-E728-7DD2ABD975A0}"/>
              </a:ext>
            </a:extLst>
          </p:cNvPr>
          <p:cNvSpPr>
            <a:spLocks noGrp="1"/>
          </p:cNvSpPr>
          <p:nvPr>
            <p:ph type="ftr" sz="quarter" idx="15"/>
          </p:nvPr>
        </p:nvSpPr>
        <p:spPr>
          <a:xfrm>
            <a:off x="4504267" y="109728"/>
            <a:ext cx="5303520" cy="365125"/>
          </a:xfrm>
        </p:spPr>
        <p:txBody>
          <a:bodyPr/>
          <a:lstStyle/>
          <a:p>
            <a:r>
              <a:rPr lang="en-US" dirty="0"/>
              <a:t>Shaping the future of our industry</a:t>
            </a:r>
          </a:p>
        </p:txBody>
      </p:sp>
      <p:sp>
        <p:nvSpPr>
          <p:cNvPr id="9" name="Slide Number Placeholder 8">
            <a:extLst>
              <a:ext uri="{FF2B5EF4-FFF2-40B4-BE49-F238E27FC236}">
                <a16:creationId xmlns:a16="http://schemas.microsoft.com/office/drawing/2014/main" id="{2A40E780-F825-EA94-5452-0063FF735746}"/>
              </a:ext>
            </a:extLst>
          </p:cNvPr>
          <p:cNvSpPr>
            <a:spLocks noGrp="1"/>
          </p:cNvSpPr>
          <p:nvPr>
            <p:ph type="sldNum" sz="quarter" idx="16"/>
          </p:nvPr>
        </p:nvSpPr>
        <p:spPr/>
        <p:txBody>
          <a:bodyPr/>
          <a:lstStyle/>
          <a:p>
            <a:fld id="{CC057153-B650-4DEB-B370-79DDCFDCE934}" type="slidenum">
              <a:rPr lang="en-US" smtClean="0"/>
              <a:pPr/>
              <a:t>‹Nr.›</a:t>
            </a:fld>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903249"/>
            <a:ext cx="7315200" cy="580644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21122704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9728" y="191669"/>
            <a:ext cx="11946698" cy="1463040"/>
          </a:xfrm>
        </p:spPr>
        <p:txBody>
          <a:bodyPr>
            <a:normAutofit/>
          </a:bodyPr>
          <a:lstStyle>
            <a:lvl1pPr>
              <a:defRPr sz="5600"/>
            </a:lvl1pPr>
          </a:lstStyle>
          <a:p>
            <a:r>
              <a:rPr lang="de-DE"/>
              <a:t>Mastertitelformat bearbeiten</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3017520" y="2103120"/>
            <a:ext cx="9038906" cy="4061197"/>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3" name="Date Placeholder 2">
            <a:extLst>
              <a:ext uri="{FF2B5EF4-FFF2-40B4-BE49-F238E27FC236}">
                <a16:creationId xmlns:a16="http://schemas.microsoft.com/office/drawing/2014/main" id="{E39A45F9-D752-7EB2-0FD4-546577BB91A5}"/>
              </a:ext>
            </a:extLst>
          </p:cNvPr>
          <p:cNvSpPr>
            <a:spLocks noGrp="1"/>
          </p:cNvSpPr>
          <p:nvPr>
            <p:ph type="dt" sz="half" idx="14"/>
          </p:nvPr>
        </p:nvSpPr>
        <p:spPr>
          <a:xfrm>
            <a:off x="139035" y="6400800"/>
            <a:ext cx="2103120" cy="365125"/>
          </a:xfrm>
        </p:spPr>
        <p:txBody>
          <a:bodyPr/>
          <a:lstStyle/>
          <a:p>
            <a:fld id="{B3357DF9-7077-594C-A5D7-CD1BEEE572C7}" type="datetime1">
              <a:rPr lang="en-US" smtClean="0"/>
              <a:t>3/15/2026</a:t>
            </a:fld>
            <a:endParaRPr lang="en-US" dirty="0"/>
          </a:p>
        </p:txBody>
      </p:sp>
      <p:sp>
        <p:nvSpPr>
          <p:cNvPr id="7" name="Footer Placeholder 6">
            <a:extLst>
              <a:ext uri="{FF2B5EF4-FFF2-40B4-BE49-F238E27FC236}">
                <a16:creationId xmlns:a16="http://schemas.microsoft.com/office/drawing/2014/main" id="{DAB751DE-CFA1-0605-E728-7DD2ABD975A0}"/>
              </a:ext>
            </a:extLst>
          </p:cNvPr>
          <p:cNvSpPr>
            <a:spLocks noGrp="1"/>
          </p:cNvSpPr>
          <p:nvPr>
            <p:ph type="ftr" sz="quarter" idx="15"/>
          </p:nvPr>
        </p:nvSpPr>
        <p:spPr>
          <a:xfrm>
            <a:off x="3017519" y="6400800"/>
            <a:ext cx="5303520" cy="365125"/>
          </a:xfrm>
        </p:spPr>
        <p:txBody>
          <a:bodyPr/>
          <a:lstStyle/>
          <a:p>
            <a:r>
              <a:rPr lang="en-US" dirty="0"/>
              <a:t>Shaping the future of our industry</a:t>
            </a:r>
          </a:p>
        </p:txBody>
      </p:sp>
      <p:sp>
        <p:nvSpPr>
          <p:cNvPr id="9" name="Slide Number Placeholder 8">
            <a:extLst>
              <a:ext uri="{FF2B5EF4-FFF2-40B4-BE49-F238E27FC236}">
                <a16:creationId xmlns:a16="http://schemas.microsoft.com/office/drawing/2014/main" id="{2A40E780-F825-EA94-5452-0063FF735746}"/>
              </a:ext>
            </a:extLst>
          </p:cNvPr>
          <p:cNvSpPr>
            <a:spLocks noGrp="1"/>
          </p:cNvSpPr>
          <p:nvPr>
            <p:ph type="sldNum" sz="quarter" idx="16"/>
          </p:nvPr>
        </p:nvSpPr>
        <p:spPr>
          <a:xfrm>
            <a:off x="11627219" y="6400800"/>
            <a:ext cx="429207" cy="365125"/>
          </a:xfrm>
        </p:spPr>
        <p:txBody>
          <a:bodyPr/>
          <a:lstStyle/>
          <a:p>
            <a:fld id="{CC057153-B650-4DEB-B370-79DDCFDCE934}" type="slidenum">
              <a:rPr lang="en-US" smtClean="0"/>
              <a:pPr/>
              <a:t>‹Nr.›</a:t>
            </a:fld>
            <a:endParaRPr lang="en-US" dirty="0"/>
          </a:p>
        </p:txBody>
      </p:sp>
    </p:spTree>
    <p:extLst>
      <p:ext uri="{BB962C8B-B14F-4D97-AF65-F5344CB8AC3E}">
        <p14:creationId xmlns:p14="http://schemas.microsoft.com/office/powerpoint/2010/main" val="24188632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9728" y="177728"/>
            <a:ext cx="7424413" cy="1925391"/>
          </a:xfrm>
        </p:spPr>
        <p:txBody>
          <a:bodyPr anchor="t" anchorCtr="0"/>
          <a:lstStyle/>
          <a:p>
            <a:r>
              <a:rPr lang="de-DE"/>
              <a:t>Mastertitelformat bearbeiten</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9728" y="2103120"/>
            <a:ext cx="10653579" cy="459382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a:extLst>
              <a:ext uri="{FF2B5EF4-FFF2-40B4-BE49-F238E27FC236}">
                <a16:creationId xmlns:a16="http://schemas.microsoft.com/office/drawing/2014/main" id="{F58287D3-A6CF-2D6B-CFA8-43427B98AF81}"/>
              </a:ext>
            </a:extLst>
          </p:cNvPr>
          <p:cNvSpPr>
            <a:spLocks noGrp="1"/>
          </p:cNvSpPr>
          <p:nvPr>
            <p:ph type="dt" sz="half" idx="10"/>
          </p:nvPr>
        </p:nvSpPr>
        <p:spPr>
          <a:xfrm>
            <a:off x="139035" y="6400800"/>
            <a:ext cx="3494314" cy="365125"/>
          </a:xfrm>
        </p:spPr>
        <p:txBody>
          <a:bodyPr/>
          <a:lstStyle/>
          <a:p>
            <a:fld id="{04ED7D00-7861-864B-9EA9-73B29DD38D39}" type="datetime1">
              <a:rPr lang="en-US" smtClean="0"/>
              <a:t>3/15/2026</a:t>
            </a:fld>
            <a:endParaRPr lang="en-US" dirty="0"/>
          </a:p>
        </p:txBody>
      </p:sp>
      <p:sp>
        <p:nvSpPr>
          <p:cNvPr id="8" name="Footer Placeholder 7">
            <a:extLst>
              <a:ext uri="{FF2B5EF4-FFF2-40B4-BE49-F238E27FC236}">
                <a16:creationId xmlns:a16="http://schemas.microsoft.com/office/drawing/2014/main" id="{AC33E464-5FDA-8579-C0D4-F4D835A4C38E}"/>
              </a:ext>
            </a:extLst>
          </p:cNvPr>
          <p:cNvSpPr>
            <a:spLocks noGrp="1"/>
          </p:cNvSpPr>
          <p:nvPr>
            <p:ph type="ftr" sz="quarter" idx="11"/>
          </p:nvPr>
        </p:nvSpPr>
        <p:spPr>
          <a:xfrm>
            <a:off x="5967194" y="6400800"/>
            <a:ext cx="5303520" cy="365125"/>
          </a:xfrm>
        </p:spPr>
        <p:txBody>
          <a:bodyPr/>
          <a:lstStyle/>
          <a:p>
            <a:r>
              <a:rPr lang="en-US" dirty="0"/>
              <a:t>Shaping the future of our industry</a:t>
            </a:r>
          </a:p>
        </p:txBody>
      </p:sp>
      <p:sp>
        <p:nvSpPr>
          <p:cNvPr id="9" name="Slide Number Placeholder 8">
            <a:extLst>
              <a:ext uri="{FF2B5EF4-FFF2-40B4-BE49-F238E27FC236}">
                <a16:creationId xmlns:a16="http://schemas.microsoft.com/office/drawing/2014/main" id="{79BCD62E-41B6-3326-68D7-BB473795F307}"/>
              </a:ext>
            </a:extLst>
          </p:cNvPr>
          <p:cNvSpPr>
            <a:spLocks noGrp="1"/>
          </p:cNvSpPr>
          <p:nvPr>
            <p:ph type="sldNum" sz="quarter" idx="12"/>
          </p:nvPr>
        </p:nvSpPr>
        <p:spPr>
          <a:xfrm>
            <a:off x="11627219" y="6400800"/>
            <a:ext cx="429207" cy="365125"/>
          </a:xfrm>
        </p:spPr>
        <p:txBody>
          <a:bodyPr/>
          <a:lstStyle/>
          <a:p>
            <a:fld id="{CC057153-B650-4DEB-B370-79DDCFDCE934}" type="slidenum">
              <a:rPr lang="en-US" smtClean="0"/>
              <a:pPr/>
              <a:t>‹Nr.›</a:t>
            </a:fld>
            <a:endParaRPr lang="en-US" dirty="0"/>
          </a:p>
        </p:txBody>
      </p:sp>
    </p:spTree>
    <p:extLst>
      <p:ext uri="{BB962C8B-B14F-4D97-AF65-F5344CB8AC3E}">
        <p14:creationId xmlns:p14="http://schemas.microsoft.com/office/powerpoint/2010/main" val="415323487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9728" y="914400"/>
            <a:ext cx="10653578" cy="1132258"/>
          </a:xfrm>
        </p:spPr>
        <p:txBody>
          <a:bodyPr anchor="t" anchorCtr="0"/>
          <a:lstStyle/>
          <a:p>
            <a:r>
              <a:rPr lang="de-DE"/>
              <a:t>Mastertitelformat bearbeiten</a:t>
            </a:r>
            <a:endParaRPr lang="en-US" dirty="0"/>
          </a:p>
        </p:txBody>
      </p:sp>
      <p:sp>
        <p:nvSpPr>
          <p:cNvPr id="7" name="Date Placeholder 6">
            <a:extLst>
              <a:ext uri="{FF2B5EF4-FFF2-40B4-BE49-F238E27FC236}">
                <a16:creationId xmlns:a16="http://schemas.microsoft.com/office/drawing/2014/main" id="{75036904-F662-81D4-EC3E-98A339AB5B03}"/>
              </a:ext>
            </a:extLst>
          </p:cNvPr>
          <p:cNvSpPr>
            <a:spLocks noGrp="1"/>
          </p:cNvSpPr>
          <p:nvPr>
            <p:ph type="dt" sz="half" idx="10"/>
          </p:nvPr>
        </p:nvSpPr>
        <p:spPr/>
        <p:txBody>
          <a:bodyPr/>
          <a:lstStyle/>
          <a:p>
            <a:fld id="{A8CEDB8F-F201-0541-B839-CC57CEE946B0}" type="datetime1">
              <a:rPr lang="en-US" smtClean="0"/>
              <a:t>3/15/2026</a:t>
            </a:fld>
            <a:endParaRPr lang="en-US" dirty="0"/>
          </a:p>
        </p:txBody>
      </p:sp>
      <p:sp>
        <p:nvSpPr>
          <p:cNvPr id="8" name="Footer Placeholder 7">
            <a:extLst>
              <a:ext uri="{FF2B5EF4-FFF2-40B4-BE49-F238E27FC236}">
                <a16:creationId xmlns:a16="http://schemas.microsoft.com/office/drawing/2014/main" id="{739F62FF-05FD-17D2-94BE-8377FF9814BF}"/>
              </a:ext>
            </a:extLst>
          </p:cNvPr>
          <p:cNvSpPr>
            <a:spLocks noGrp="1"/>
          </p:cNvSpPr>
          <p:nvPr>
            <p:ph type="ftr" sz="quarter" idx="11"/>
          </p:nvPr>
        </p:nvSpPr>
        <p:spPr/>
        <p:txBody>
          <a:bodyPr/>
          <a:lstStyle/>
          <a:p>
            <a:r>
              <a:rPr lang="en-US" dirty="0"/>
              <a:t>Shaping the future of our industry</a:t>
            </a:r>
          </a:p>
        </p:txBody>
      </p:sp>
      <p:sp>
        <p:nvSpPr>
          <p:cNvPr id="9" name="Slide Number Placeholder 8">
            <a:extLst>
              <a:ext uri="{FF2B5EF4-FFF2-40B4-BE49-F238E27FC236}">
                <a16:creationId xmlns:a16="http://schemas.microsoft.com/office/drawing/2014/main" id="{1B1AA94D-AED3-3863-7A5D-E3F60EBB6CA7}"/>
              </a:ext>
            </a:extLst>
          </p:cNvPr>
          <p:cNvSpPr>
            <a:spLocks noGrp="1"/>
          </p:cNvSpPr>
          <p:nvPr>
            <p:ph type="sldNum" sz="quarter" idx="12"/>
          </p:nvPr>
        </p:nvSpPr>
        <p:spPr/>
        <p:txBody>
          <a:bodyPr/>
          <a:lstStyle/>
          <a:p>
            <a:fld id="{CC057153-B650-4DEB-B370-79DDCFDCE934}" type="slidenum">
              <a:rPr lang="en-US" smtClean="0"/>
              <a:pPr/>
              <a:t>‹Nr.›</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9728" y="2103120"/>
            <a:ext cx="10653579" cy="459382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11961333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45810" y="947244"/>
            <a:ext cx="6093225" cy="1143000"/>
          </a:xfrm>
        </p:spPr>
        <p:txBody>
          <a:bodyPr anchor="b"/>
          <a:lstStyle/>
          <a:p>
            <a:r>
              <a:rPr lang="de-DE"/>
              <a:t>Mastertitelformat bearbeiten</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793885" cy="6858000"/>
          </a:xfrm>
          <a:blipFill dpi="0" rotWithShape="1">
            <a:blip r:embed="rId2">
              <a:alphaModFix amt="60000"/>
            </a:blip>
            <a:srcRect/>
            <a:stretch>
              <a:fillRect/>
            </a:stretch>
          </a:blipFill>
        </p:spPr>
        <p:txBody>
          <a:bodyPr/>
          <a:lstStyle/>
          <a:p>
            <a:r>
              <a:rPr lang="de-DE"/>
              <a:t>Bild durch Klicken auf Symbol hinzufügen</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4948136" y="109728"/>
            <a:ext cx="5303520" cy="365125"/>
          </a:xfrm>
        </p:spPr>
        <p:txBody>
          <a:bodyPr/>
          <a:lstStyle/>
          <a:p>
            <a:r>
              <a:rPr lang="en-US" dirty="0"/>
              <a:t>Shaping the future of our industry</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‹Nr.›</a:t>
            </a:fld>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45810" y="2137464"/>
            <a:ext cx="6071616" cy="4489704"/>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397651785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728" y="908400"/>
            <a:ext cx="6135624" cy="1143000"/>
          </a:xfrm>
        </p:spPr>
        <p:txBody>
          <a:bodyPr anchor="b"/>
          <a:lstStyle/>
          <a:p>
            <a:r>
              <a:rPr lang="de-DE"/>
              <a:t>Mastertitelformat bearbeiten</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137160" y="109728"/>
            <a:ext cx="3494314" cy="365125"/>
          </a:xfrm>
        </p:spPr>
        <p:txBody>
          <a:bodyPr/>
          <a:lstStyle/>
          <a:p>
            <a:fld id="{8609EDE3-16BB-DE4B-870B-675176E3007C}" type="datetime1">
              <a:rPr lang="en-US" smtClean="0"/>
              <a:t>3/15/2026</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109728"/>
            <a:ext cx="2805405" cy="365125"/>
          </a:xfrm>
        </p:spPr>
        <p:txBody>
          <a:bodyPr/>
          <a:lstStyle/>
          <a:p>
            <a:r>
              <a:rPr lang="en-US" dirty="0"/>
              <a:t>Shaping the future of our industry</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842159" y="109728"/>
            <a:ext cx="429207" cy="365125"/>
          </a:xfrm>
        </p:spPr>
        <p:txBody>
          <a:bodyPr/>
          <a:lstStyle/>
          <a:p>
            <a:fld id="{CC057153-B650-4DEB-B370-79DDCFDCE934}" type="slidenum">
              <a:rPr lang="en-US" smtClean="0"/>
              <a:t>‹Nr.›</a:t>
            </a:fld>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09728" y="2188560"/>
            <a:ext cx="6135624" cy="4489704"/>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400544" y="0"/>
            <a:ext cx="4791456" cy="6858000"/>
          </a:xfrm>
          <a:blipFill dpi="0" rotWithShape="1">
            <a:blip r:embed="rId2">
              <a:alphaModFix amt="60000"/>
            </a:blip>
            <a:srcRect/>
            <a:stretch>
              <a:fillRect/>
            </a:stretch>
          </a:blipFill>
        </p:spPr>
        <p:txBody>
          <a:bodyPr/>
          <a:lstStyle/>
          <a:p>
            <a:r>
              <a:rPr lang="de-DE"/>
              <a:t>Bild durch Klicken auf Symbol hinzufügen</a:t>
            </a:r>
            <a:endParaRPr lang="en-US" dirty="0"/>
          </a:p>
        </p:txBody>
      </p:sp>
    </p:spTree>
    <p:extLst>
      <p:ext uri="{BB962C8B-B14F-4D97-AF65-F5344CB8AC3E}">
        <p14:creationId xmlns:p14="http://schemas.microsoft.com/office/powerpoint/2010/main" val="11824585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63551" y="829703"/>
            <a:ext cx="6858000" cy="932688"/>
          </a:xfrm>
        </p:spPr>
        <p:txBody>
          <a:bodyPr anchor="b"/>
          <a:lstStyle/>
          <a:p>
            <a:r>
              <a:rPr lang="de-DE"/>
              <a:t>Mastertitelformat bearbeiten</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023360" cy="6858000"/>
          </a:xfrm>
          <a:blipFill dpi="0" rotWithShape="1">
            <a:blip r:embed="rId2">
              <a:alphaModFix amt="60000"/>
            </a:blip>
            <a:srcRect/>
            <a:stretch>
              <a:fillRect/>
            </a:stretch>
          </a:blipFill>
        </p:spPr>
        <p:txBody>
          <a:bodyPr/>
          <a:lstStyle/>
          <a:p>
            <a:r>
              <a:rPr lang="de-DE"/>
              <a:t>Bild durch Klicken auf Symbol hinzufügen</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163550" y="109728"/>
            <a:ext cx="5303520" cy="365125"/>
          </a:xfrm>
        </p:spPr>
        <p:txBody>
          <a:bodyPr/>
          <a:lstStyle/>
          <a:p>
            <a:r>
              <a:rPr lang="en-US" dirty="0"/>
              <a:t>Shaping the future of our industry</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‹Nr.›</a:t>
            </a:fld>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163551" y="1890407"/>
            <a:ext cx="6858000" cy="498348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326837498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728" y="799723"/>
            <a:ext cx="6858000" cy="932688"/>
          </a:xfrm>
        </p:spPr>
        <p:txBody>
          <a:bodyPr anchor="b"/>
          <a:lstStyle/>
          <a:p>
            <a:r>
              <a:rPr lang="de-DE"/>
              <a:t>Mastertitelformat bearbeiten</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137160" y="109728"/>
            <a:ext cx="3494314" cy="365125"/>
          </a:xfrm>
        </p:spPr>
        <p:txBody>
          <a:bodyPr/>
          <a:lstStyle/>
          <a:p>
            <a:fld id="{6C612A5F-8D0C-3143-A058-03C06BC96C02}" type="datetime1">
              <a:rPr lang="en-US" smtClean="0"/>
              <a:t>3/15/2026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109728"/>
            <a:ext cx="2805405" cy="365125"/>
          </a:xfrm>
        </p:spPr>
        <p:txBody>
          <a:bodyPr/>
          <a:lstStyle/>
          <a:p>
            <a:r>
              <a:rPr lang="en-US" dirty="0"/>
              <a:t>Shaping the future of our industry</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510999" y="109728"/>
            <a:ext cx="429207" cy="365125"/>
          </a:xfrm>
        </p:spPr>
        <p:txBody>
          <a:bodyPr/>
          <a:lstStyle/>
          <a:p>
            <a:fld id="{CC057153-B650-4DEB-B370-79DDCFDCE934}" type="slidenum">
              <a:rPr lang="en-US" smtClean="0"/>
              <a:t>‹Nr.›</a:t>
            </a:fld>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09728" y="1860427"/>
            <a:ext cx="6858000" cy="498348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8091732" y="0"/>
            <a:ext cx="4100267" cy="6858000"/>
          </a:xfrm>
          <a:blipFill dpi="0" rotWithShape="1">
            <a:blip r:embed="rId2">
              <a:alphaModFix amt="60000"/>
            </a:blip>
            <a:srcRect/>
            <a:stretch>
              <a:fillRect/>
            </a:stretch>
          </a:blipFill>
        </p:spPr>
        <p:txBody>
          <a:bodyPr/>
          <a:lstStyle/>
          <a:p>
            <a:r>
              <a:rPr lang="de-DE"/>
              <a:t>Bild durch Klicken auf Symbol hinzufügen</a:t>
            </a:r>
            <a:endParaRPr lang="en-US" dirty="0"/>
          </a:p>
        </p:txBody>
      </p:sp>
    </p:spTree>
    <p:extLst>
      <p:ext uri="{BB962C8B-B14F-4D97-AF65-F5344CB8AC3E}">
        <p14:creationId xmlns:p14="http://schemas.microsoft.com/office/powerpoint/2010/main" val="40632644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38674" y="839169"/>
            <a:ext cx="4361688" cy="1527048"/>
          </a:xfrm>
        </p:spPr>
        <p:txBody>
          <a:bodyPr anchor="b"/>
          <a:lstStyle/>
          <a:p>
            <a:r>
              <a:rPr lang="de-DE"/>
              <a:t>Mastertitelformat bearbeiten</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6611509" cy="6858000"/>
          </a:xfrm>
          <a:blipFill dpi="0" rotWithShape="1">
            <a:blip r:embed="rId2">
              <a:alphaModFix amt="60000"/>
            </a:blip>
            <a:srcRect/>
            <a:stretch>
              <a:fillRect/>
            </a:stretch>
          </a:blipFill>
        </p:spPr>
        <p:txBody>
          <a:bodyPr/>
          <a:lstStyle/>
          <a:p>
            <a:r>
              <a:rPr lang="de-DE"/>
              <a:t>Bild durch Klicken auf Symbol hinzufügen</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764085" y="109728"/>
            <a:ext cx="4754880" cy="365125"/>
          </a:xfrm>
        </p:spPr>
        <p:txBody>
          <a:bodyPr/>
          <a:lstStyle/>
          <a:p>
            <a:r>
              <a:rPr lang="en-US" dirty="0"/>
              <a:t>Shaping the future of our industry</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‹Nr.›</a:t>
            </a:fld>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738611" y="2467805"/>
            <a:ext cx="4362450" cy="409575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18248670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728" y="863127"/>
            <a:ext cx="4361688" cy="1527048"/>
          </a:xfrm>
        </p:spPr>
        <p:txBody>
          <a:bodyPr anchor="b"/>
          <a:lstStyle/>
          <a:p>
            <a:r>
              <a:rPr lang="de-DE"/>
              <a:t>Mastertitelformat bearbeiten</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37159" y="109728"/>
            <a:ext cx="4663440" cy="365125"/>
          </a:xfrm>
        </p:spPr>
        <p:txBody>
          <a:bodyPr/>
          <a:lstStyle>
            <a:lvl1pPr>
              <a:defRPr>
                <a:solidFill>
                  <a:schemeClr val="tx1"/>
                </a:solidFill>
                <a:effectLst/>
              </a:defRPr>
            </a:lvl1pPr>
          </a:lstStyle>
          <a:p>
            <a:r>
              <a:rPr lang="en-US" dirty="0"/>
              <a:t>Shaping the future of our industry</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109728"/>
            <a:ext cx="429207" cy="365125"/>
          </a:xfrm>
        </p:spPr>
        <p:txBody>
          <a:bodyPr/>
          <a:lstStyle>
            <a:lvl1pPr>
              <a:defRPr>
                <a:solidFill>
                  <a:schemeClr val="tx1"/>
                </a:solidFill>
                <a:effectLst/>
              </a:defRPr>
            </a:lvl1pPr>
          </a:lstStyle>
          <a:p>
            <a:fld id="{CC057153-B650-4DEB-B370-79DDCFDCE934}" type="slidenum">
              <a:rPr lang="en-US" smtClean="0"/>
              <a:pPr/>
              <a:t>‹Nr.›</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9728" y="2492689"/>
            <a:ext cx="4360863" cy="409575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745480" y="0"/>
            <a:ext cx="6446520" cy="6858000"/>
          </a:xfrm>
          <a:blipFill dpi="0" rotWithShape="1">
            <a:blip r:embed="rId2">
              <a:alphaModFix amt="60000"/>
            </a:blip>
            <a:srcRect/>
            <a:stretch>
              <a:fillRect/>
            </a:stretch>
          </a:blipFill>
        </p:spPr>
        <p:txBody>
          <a:bodyPr/>
          <a:lstStyle/>
          <a:p>
            <a:r>
              <a:rPr lang="de-DE"/>
              <a:t>Bild durch Klicken auf Symbol hinzufügen</a:t>
            </a:r>
            <a:endParaRPr lang="en-US" dirty="0"/>
          </a:p>
        </p:txBody>
      </p:sp>
    </p:spTree>
    <p:extLst>
      <p:ext uri="{BB962C8B-B14F-4D97-AF65-F5344CB8AC3E}">
        <p14:creationId xmlns:p14="http://schemas.microsoft.com/office/powerpoint/2010/main" val="293057987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47932" y="814714"/>
            <a:ext cx="4522936" cy="932688"/>
          </a:xfrm>
        </p:spPr>
        <p:txBody>
          <a:bodyPr anchor="b"/>
          <a:lstStyle>
            <a:lvl1pPr>
              <a:defRPr sz="3200"/>
            </a:lvl1pPr>
          </a:lstStyle>
          <a:p>
            <a:r>
              <a:rPr lang="de-DE"/>
              <a:t>Mastertitelformat bearbeiten</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6492240" cy="6858000"/>
          </a:xfrm>
          <a:blipFill dpi="0" rotWithShape="1">
            <a:blip r:embed="rId2">
              <a:alphaModFix amt="60000"/>
            </a:blip>
            <a:srcRect/>
            <a:stretch>
              <a:fillRect/>
            </a:stretch>
          </a:blipFill>
        </p:spPr>
        <p:txBody>
          <a:bodyPr/>
          <a:lstStyle/>
          <a:p>
            <a:r>
              <a:rPr lang="de-DE"/>
              <a:t>Bild durch Klicken auf Symbol hinzufügen</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647931" y="109728"/>
            <a:ext cx="4846320" cy="365125"/>
          </a:xfrm>
        </p:spPr>
        <p:txBody>
          <a:bodyPr/>
          <a:lstStyle/>
          <a:p>
            <a:r>
              <a:rPr lang="en-US" dirty="0"/>
              <a:t>Shaping the future of our industry</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55212" y="109728"/>
            <a:ext cx="429207" cy="365125"/>
          </a:xfrm>
        </p:spPr>
        <p:txBody>
          <a:bodyPr/>
          <a:lstStyle/>
          <a:p>
            <a:fld id="{CC057153-B650-4DEB-B370-79DDCFDCE934}" type="slidenum">
              <a:rPr lang="en-US" smtClean="0"/>
              <a:t>‹Nr.›</a:t>
            </a:fld>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647932" y="1875418"/>
            <a:ext cx="4512601" cy="498348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226653168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728" y="799723"/>
            <a:ext cx="4572000" cy="932688"/>
          </a:xfrm>
        </p:spPr>
        <p:txBody>
          <a:bodyPr anchor="b"/>
          <a:lstStyle>
            <a:lvl1pPr>
              <a:defRPr sz="3200"/>
            </a:lvl1pPr>
          </a:lstStyle>
          <a:p>
            <a:r>
              <a:rPr lang="de-DE"/>
              <a:t>Mastertitelformat bearbeiten</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37159" y="109728"/>
            <a:ext cx="5029200" cy="365125"/>
          </a:xfrm>
        </p:spPr>
        <p:txBody>
          <a:bodyPr/>
          <a:lstStyle>
            <a:lvl1pPr>
              <a:defRPr>
                <a:solidFill>
                  <a:schemeClr val="tx1"/>
                </a:solidFill>
                <a:effectLst/>
              </a:defRPr>
            </a:lvl1pPr>
          </a:lstStyle>
          <a:p>
            <a:r>
              <a:rPr lang="en-US" dirty="0"/>
              <a:t>Shaping the future of our industry</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5351089" y="109728"/>
            <a:ext cx="429207" cy="365125"/>
          </a:xfrm>
        </p:spPr>
        <p:txBody>
          <a:bodyPr/>
          <a:lstStyle>
            <a:lvl1pPr>
              <a:defRPr>
                <a:solidFill>
                  <a:schemeClr val="tx1"/>
                </a:solidFill>
                <a:effectLst/>
              </a:defRPr>
            </a:lvl1pPr>
          </a:lstStyle>
          <a:p>
            <a:fld id="{CC057153-B650-4DEB-B370-79DDCFDCE934}" type="slidenum">
              <a:rPr lang="en-US" smtClean="0"/>
              <a:pPr/>
              <a:t>‹Nr.›</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9728" y="1860427"/>
            <a:ext cx="4572000" cy="498348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917720" y="0"/>
            <a:ext cx="6274279" cy="6858000"/>
          </a:xfrm>
          <a:blipFill dpi="0" rotWithShape="1">
            <a:blip r:embed="rId2">
              <a:alphaModFix amt="60000"/>
            </a:blip>
            <a:srcRect/>
            <a:stretch>
              <a:fillRect/>
            </a:stretch>
          </a:blipFill>
        </p:spPr>
        <p:txBody>
          <a:bodyPr/>
          <a:lstStyle/>
          <a:p>
            <a:r>
              <a:rPr lang="de-DE"/>
              <a:t>Bild durch Klicken auf Symbol hinzufügen</a:t>
            </a:r>
            <a:endParaRPr lang="en-US" dirty="0"/>
          </a:p>
        </p:txBody>
      </p:sp>
    </p:spTree>
    <p:extLst>
      <p:ext uri="{BB962C8B-B14F-4D97-AF65-F5344CB8AC3E}">
        <p14:creationId xmlns:p14="http://schemas.microsoft.com/office/powerpoint/2010/main" val="372432420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28483" y="844839"/>
            <a:ext cx="3401568" cy="1527048"/>
          </a:xfrm>
        </p:spPr>
        <p:txBody>
          <a:bodyPr anchor="b">
            <a:normAutofit/>
          </a:bodyPr>
          <a:lstStyle>
            <a:lvl1pPr>
              <a:defRPr sz="3200"/>
            </a:lvl1pPr>
          </a:lstStyle>
          <a:p>
            <a:r>
              <a:rPr lang="de-DE"/>
              <a:t>Mastertitelformat bearbeiten</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584144" cy="6858000"/>
          </a:xfrm>
          <a:blipFill dpi="0" rotWithShape="1">
            <a:blip r:embed="rId2">
              <a:alphaModFix amt="60000"/>
            </a:blip>
            <a:srcRect/>
            <a:stretch>
              <a:fillRect/>
            </a:stretch>
          </a:blipFill>
        </p:spPr>
        <p:txBody>
          <a:bodyPr/>
          <a:lstStyle/>
          <a:p>
            <a:r>
              <a:rPr lang="de-DE"/>
              <a:t>Bild durch Klicken auf Symbol hinzufügen</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7728482" y="109728"/>
            <a:ext cx="3840480" cy="365125"/>
          </a:xfrm>
        </p:spPr>
        <p:txBody>
          <a:bodyPr/>
          <a:lstStyle/>
          <a:p>
            <a:r>
              <a:rPr lang="en-US" dirty="0"/>
              <a:t>Shaping the future of our industry</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655212" y="109728"/>
            <a:ext cx="429207" cy="365125"/>
          </a:xfrm>
        </p:spPr>
        <p:txBody>
          <a:bodyPr/>
          <a:lstStyle/>
          <a:p>
            <a:fld id="{CC057153-B650-4DEB-B370-79DDCFDCE934}" type="slidenum">
              <a:rPr lang="en-US" smtClean="0"/>
              <a:t>‹Nr.›</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728610" y="2474401"/>
            <a:ext cx="3401568" cy="409575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46267000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728" y="844839"/>
            <a:ext cx="3401568" cy="1527048"/>
          </a:xfrm>
        </p:spPr>
        <p:txBody>
          <a:bodyPr anchor="b">
            <a:normAutofit/>
          </a:bodyPr>
          <a:lstStyle>
            <a:lvl1pPr>
              <a:defRPr sz="3200"/>
            </a:lvl1pPr>
          </a:lstStyle>
          <a:p>
            <a:r>
              <a:rPr lang="de-DE"/>
              <a:t>Mastertitelformat bearbeiten</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09727" y="109728"/>
            <a:ext cx="3931920" cy="365125"/>
          </a:xfrm>
        </p:spPr>
        <p:txBody>
          <a:bodyPr/>
          <a:lstStyle>
            <a:lvl1pPr>
              <a:defRPr>
                <a:solidFill>
                  <a:schemeClr val="tx1"/>
                </a:solidFill>
                <a:effectLst/>
              </a:defRPr>
            </a:lvl1pPr>
          </a:lstStyle>
          <a:p>
            <a:r>
              <a:rPr lang="en-US" dirty="0"/>
              <a:t>Shaping the future of our industry</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183946" y="109728"/>
            <a:ext cx="429207" cy="365125"/>
          </a:xfrm>
        </p:spPr>
        <p:txBody>
          <a:bodyPr/>
          <a:lstStyle>
            <a:lvl1pPr>
              <a:defRPr>
                <a:solidFill>
                  <a:schemeClr val="tx1"/>
                </a:solidFill>
                <a:effectLst/>
              </a:defRPr>
            </a:lvl1pPr>
          </a:lstStyle>
          <a:p>
            <a:fld id="{CC057153-B650-4DEB-B370-79DDCFDCE934}" type="slidenum">
              <a:rPr lang="en-US" smtClean="0"/>
              <a:pPr/>
              <a:t>‹Nr.›</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9728" y="2474401"/>
            <a:ext cx="3401568" cy="409575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4761780" y="0"/>
            <a:ext cx="7430219" cy="6858000"/>
          </a:xfrm>
          <a:blipFill dpi="0" rotWithShape="1">
            <a:blip r:embed="rId2">
              <a:alphaModFix amt="60000"/>
            </a:blip>
            <a:srcRect/>
            <a:stretch>
              <a:fillRect/>
            </a:stretch>
          </a:blipFill>
        </p:spPr>
        <p:txBody>
          <a:bodyPr/>
          <a:lstStyle/>
          <a:p>
            <a:r>
              <a:rPr lang="de-DE"/>
              <a:t>Bild durch Klicken auf Symbol hinzufügen</a:t>
            </a:r>
            <a:endParaRPr lang="en-US" dirty="0"/>
          </a:p>
        </p:txBody>
      </p:sp>
    </p:spTree>
    <p:extLst>
      <p:ext uri="{BB962C8B-B14F-4D97-AF65-F5344CB8AC3E}">
        <p14:creationId xmlns:p14="http://schemas.microsoft.com/office/powerpoint/2010/main" val="118913243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885914" y="1078992"/>
            <a:ext cx="3273552" cy="1942773"/>
          </a:xfrm>
        </p:spPr>
        <p:txBody>
          <a:bodyPr anchor="b"/>
          <a:lstStyle/>
          <a:p>
            <a:r>
              <a:rPr lang="de-DE"/>
              <a:t>Mastertitelformat bearbeiten</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781365" cy="6858000"/>
          </a:xfrm>
          <a:blipFill dpi="0" rotWithShape="1">
            <a:blip r:embed="rId2">
              <a:alphaModFix amt="60000"/>
            </a:blip>
            <a:srcRect/>
            <a:stretch>
              <a:fillRect/>
            </a:stretch>
          </a:blipFill>
        </p:spPr>
        <p:txBody>
          <a:bodyPr/>
          <a:lstStyle/>
          <a:p>
            <a:r>
              <a:rPr lang="de-DE"/>
              <a:t>Bild durch Klicken auf Symbol hinzufügen</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885913" y="109728"/>
            <a:ext cx="3657600" cy="365125"/>
          </a:xfrm>
        </p:spPr>
        <p:txBody>
          <a:bodyPr/>
          <a:lstStyle/>
          <a:p>
            <a:r>
              <a:rPr lang="en-US" dirty="0"/>
              <a:t>Shaping the future of our industry</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‹Nr.›</a:t>
            </a:fld>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885914" y="3099816"/>
            <a:ext cx="3273552" cy="2953512"/>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236991974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91440" y="4840818"/>
            <a:ext cx="3739896" cy="1390330"/>
          </a:xfrm>
        </p:spPr>
        <p:txBody>
          <a:bodyPr anchor="t">
            <a:normAutofit/>
          </a:bodyPr>
          <a:lstStyle>
            <a:lvl1pPr>
              <a:defRPr sz="3200"/>
            </a:lvl1pPr>
          </a:lstStyle>
          <a:p>
            <a:r>
              <a:rPr lang="de-DE"/>
              <a:t>Mastertitelformat bearbeiten</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4635132"/>
          </a:xfrm>
          <a:blipFill dpi="0" rotWithShape="1">
            <a:blip r:embed="rId2">
              <a:alphaModFix amt="60000"/>
            </a:blip>
            <a:srcRect/>
            <a:stretch>
              <a:fillRect/>
            </a:stretch>
          </a:blipFill>
        </p:spPr>
        <p:txBody>
          <a:bodyPr/>
          <a:lstStyle/>
          <a:p>
            <a:r>
              <a:rPr lang="de-DE"/>
              <a:t>Bild durch Klicken auf Symbol hinzufügen</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4840817"/>
            <a:ext cx="6400800" cy="1390330"/>
          </a:xfrm>
        </p:spPr>
        <p:txBody>
          <a:bodyPr>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a:extLst>
              <a:ext uri="{FF2B5EF4-FFF2-40B4-BE49-F238E27FC236}">
                <a16:creationId xmlns:a16="http://schemas.microsoft.com/office/drawing/2014/main" id="{F2A15407-9413-1DA9-E036-72552D7812A1}"/>
              </a:ext>
            </a:extLst>
          </p:cNvPr>
          <p:cNvSpPr>
            <a:spLocks noGrp="1"/>
          </p:cNvSpPr>
          <p:nvPr>
            <p:ph type="dt" sz="half" idx="15"/>
          </p:nvPr>
        </p:nvSpPr>
        <p:spPr>
          <a:xfrm>
            <a:off x="139035" y="6400800"/>
            <a:ext cx="3494314" cy="365125"/>
          </a:xfrm>
        </p:spPr>
        <p:txBody>
          <a:bodyPr/>
          <a:lstStyle/>
          <a:p>
            <a:fld id="{07B60899-4452-5448-8F49-02B73F474991}" type="datetime1">
              <a:rPr lang="en-US" smtClean="0"/>
              <a:t>3/15/2026</a:t>
            </a:fld>
            <a:endParaRPr lang="en-US" dirty="0"/>
          </a:p>
        </p:txBody>
      </p:sp>
      <p:sp>
        <p:nvSpPr>
          <p:cNvPr id="9" name="Footer Placeholder 8">
            <a:extLst>
              <a:ext uri="{FF2B5EF4-FFF2-40B4-BE49-F238E27FC236}">
                <a16:creationId xmlns:a16="http://schemas.microsoft.com/office/drawing/2014/main" id="{08869B91-F1A8-E5E1-0E1C-4AA458DBB267}"/>
              </a:ext>
            </a:extLst>
          </p:cNvPr>
          <p:cNvSpPr>
            <a:spLocks noGrp="1"/>
          </p:cNvSpPr>
          <p:nvPr>
            <p:ph type="ftr" sz="quarter" idx="16"/>
          </p:nvPr>
        </p:nvSpPr>
        <p:spPr>
          <a:xfrm>
            <a:off x="5349239" y="6400800"/>
            <a:ext cx="5303520" cy="365125"/>
          </a:xfrm>
        </p:spPr>
        <p:txBody>
          <a:bodyPr/>
          <a:lstStyle/>
          <a:p>
            <a:r>
              <a:rPr lang="en-US" dirty="0"/>
              <a:t>Shaping the future of our industry</a:t>
            </a:r>
          </a:p>
        </p:txBody>
      </p:sp>
      <p:sp>
        <p:nvSpPr>
          <p:cNvPr id="10" name="Slide Number Placeholder 9">
            <a:extLst>
              <a:ext uri="{FF2B5EF4-FFF2-40B4-BE49-F238E27FC236}">
                <a16:creationId xmlns:a16="http://schemas.microsoft.com/office/drawing/2014/main" id="{18D6E046-2804-51F2-8BA7-5C8B18490A53}"/>
              </a:ext>
            </a:extLst>
          </p:cNvPr>
          <p:cNvSpPr>
            <a:spLocks noGrp="1"/>
          </p:cNvSpPr>
          <p:nvPr>
            <p:ph type="sldNum" sz="quarter" idx="17"/>
          </p:nvPr>
        </p:nvSpPr>
        <p:spPr>
          <a:xfrm>
            <a:off x="11627219" y="6400800"/>
            <a:ext cx="429207" cy="365125"/>
          </a:xfrm>
        </p:spPr>
        <p:txBody>
          <a:bodyPr/>
          <a:lstStyle/>
          <a:p>
            <a:fld id="{CC057153-B650-4DEB-B370-79DDCFDCE934}" type="slidenum">
              <a:rPr lang="en-US" smtClean="0"/>
              <a:pPr/>
              <a:t>‹Nr.›</a:t>
            </a:fld>
            <a:endParaRPr lang="en-US" dirty="0"/>
          </a:p>
        </p:txBody>
      </p:sp>
    </p:spTree>
    <p:extLst>
      <p:ext uri="{BB962C8B-B14F-4D97-AF65-F5344CB8AC3E}">
        <p14:creationId xmlns:p14="http://schemas.microsoft.com/office/powerpoint/2010/main" val="60383074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728" y="3976342"/>
            <a:ext cx="2953618" cy="1892808"/>
          </a:xfrm>
        </p:spPr>
        <p:txBody>
          <a:bodyPr anchor="t">
            <a:normAutofit/>
          </a:bodyPr>
          <a:lstStyle>
            <a:lvl1pPr>
              <a:defRPr sz="3200"/>
            </a:lvl1pPr>
          </a:lstStyle>
          <a:p>
            <a:r>
              <a:rPr lang="de-DE"/>
              <a:t>Mastertitelformat bearbeiten</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778270"/>
          </a:xfrm>
          <a:blipFill dpi="0" rotWithShape="1">
            <a:blip r:embed="rId2">
              <a:alphaModFix amt="60000"/>
            </a:blip>
            <a:srcRect/>
            <a:stretch>
              <a:fillRect/>
            </a:stretch>
          </a:blipFill>
        </p:spPr>
        <p:txBody>
          <a:bodyPr/>
          <a:lstStyle/>
          <a:p>
            <a:r>
              <a:rPr lang="de-DE"/>
              <a:t>Bild durch Klicken auf Symbol hinzufügen</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3976342"/>
            <a:ext cx="7772400" cy="2240280"/>
          </a:xfrm>
        </p:spPr>
        <p:txBody>
          <a:bodyPr>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00800"/>
            <a:ext cx="3494314" cy="365125"/>
          </a:xfrm>
        </p:spPr>
        <p:txBody>
          <a:bodyPr/>
          <a:lstStyle/>
          <a:p>
            <a:fld id="{CF77C072-721E-994F-9CE3-2EF9DBBB4254}" type="datetime1">
              <a:rPr lang="en-US" smtClean="0"/>
              <a:t>3/15/2026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3977639" y="6400800"/>
            <a:ext cx="5303520" cy="365125"/>
          </a:xfrm>
        </p:spPr>
        <p:txBody>
          <a:bodyPr/>
          <a:lstStyle/>
          <a:p>
            <a:r>
              <a:rPr lang="en-US" dirty="0"/>
              <a:t>Shaping the future of our industry</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55212" y="6400800"/>
            <a:ext cx="429207" cy="365125"/>
          </a:xfrm>
        </p:spPr>
        <p:txBody>
          <a:bodyPr/>
          <a:lstStyle/>
          <a:p>
            <a:fld id="{CC057153-B650-4DEB-B370-79DDCFDCE934}" type="slidenum">
              <a:rPr lang="en-US" smtClean="0"/>
              <a:t>‹Nr.›</a:t>
            </a:fld>
            <a:endParaRPr lang="en-US" dirty="0"/>
          </a:p>
        </p:txBody>
      </p:sp>
    </p:spTree>
    <p:extLst>
      <p:ext uri="{BB962C8B-B14F-4D97-AF65-F5344CB8AC3E}">
        <p14:creationId xmlns:p14="http://schemas.microsoft.com/office/powerpoint/2010/main" val="414933894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728" y="914400"/>
            <a:ext cx="2953618" cy="1892808"/>
          </a:xfrm>
        </p:spPr>
        <p:txBody>
          <a:bodyPr anchor="t">
            <a:normAutofit/>
          </a:bodyPr>
          <a:lstStyle>
            <a:lvl1pPr>
              <a:defRPr sz="3200"/>
            </a:lvl1pPr>
          </a:lstStyle>
          <a:p>
            <a:r>
              <a:rPr lang="de-DE"/>
              <a:t>Mastertitelformat bearbeiten</a:t>
            </a:r>
            <a:endParaRPr lang="en-US" dirty="0"/>
          </a:p>
        </p:txBody>
      </p:sp>
      <p:sp>
        <p:nvSpPr>
          <p:cNvPr id="3" name="Date Placeholder 2">
            <a:extLst>
              <a:ext uri="{FF2B5EF4-FFF2-40B4-BE49-F238E27FC236}">
                <a16:creationId xmlns:a16="http://schemas.microsoft.com/office/drawing/2014/main" id="{8F3D91B2-1947-F009-53AF-CA2BE8769C5D}"/>
              </a:ext>
            </a:extLst>
          </p:cNvPr>
          <p:cNvSpPr>
            <a:spLocks noGrp="1"/>
          </p:cNvSpPr>
          <p:nvPr>
            <p:ph type="dt" sz="half" idx="15"/>
          </p:nvPr>
        </p:nvSpPr>
        <p:spPr/>
        <p:txBody>
          <a:bodyPr/>
          <a:lstStyle/>
          <a:p>
            <a:fld id="{56ED1282-C03D-8746-9C7A-3F9A903CE393}" type="datetime1">
              <a:rPr lang="en-US" smtClean="0"/>
              <a:t>3/15/2026</a:t>
            </a:fld>
            <a:endParaRPr lang="en-US" dirty="0"/>
          </a:p>
        </p:txBody>
      </p:sp>
      <p:sp>
        <p:nvSpPr>
          <p:cNvPr id="4" name="Footer Placeholder 3">
            <a:extLst>
              <a:ext uri="{FF2B5EF4-FFF2-40B4-BE49-F238E27FC236}">
                <a16:creationId xmlns:a16="http://schemas.microsoft.com/office/drawing/2014/main" id="{F95FC093-7A59-0C22-FCDE-3B3F3C844F5D}"/>
              </a:ext>
            </a:extLst>
          </p:cNvPr>
          <p:cNvSpPr>
            <a:spLocks noGrp="1"/>
          </p:cNvSpPr>
          <p:nvPr>
            <p:ph type="ftr" sz="quarter" idx="16"/>
          </p:nvPr>
        </p:nvSpPr>
        <p:spPr>
          <a:xfrm>
            <a:off x="3977639" y="109728"/>
            <a:ext cx="5303520" cy="365125"/>
          </a:xfrm>
        </p:spPr>
        <p:txBody>
          <a:bodyPr/>
          <a:lstStyle/>
          <a:p>
            <a:r>
              <a:rPr lang="en-US" dirty="0"/>
              <a:t>Shaping the future of our industry</a:t>
            </a:r>
          </a:p>
        </p:txBody>
      </p:sp>
      <p:sp>
        <p:nvSpPr>
          <p:cNvPr id="9" name="Slide Number Placeholder 8">
            <a:extLst>
              <a:ext uri="{FF2B5EF4-FFF2-40B4-BE49-F238E27FC236}">
                <a16:creationId xmlns:a16="http://schemas.microsoft.com/office/drawing/2014/main" id="{482E3CA5-C843-86E9-EDAF-8E8D75DC76B5}"/>
              </a:ext>
            </a:extLst>
          </p:cNvPr>
          <p:cNvSpPr>
            <a:spLocks noGrp="1"/>
          </p:cNvSpPr>
          <p:nvPr>
            <p:ph type="sldNum" sz="quarter" idx="17"/>
          </p:nvPr>
        </p:nvSpPr>
        <p:spPr/>
        <p:txBody>
          <a:bodyPr/>
          <a:lstStyle/>
          <a:p>
            <a:fld id="{CC057153-B650-4DEB-B370-79DDCFDCE934}" type="slidenum">
              <a:rPr lang="en-US" smtClean="0"/>
              <a:pPr/>
              <a:t>‹Nr.›</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914400"/>
            <a:ext cx="7772400" cy="2240280"/>
          </a:xfrm>
        </p:spPr>
        <p:txBody>
          <a:bodyPr>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3429000"/>
            <a:ext cx="12192000" cy="3429000"/>
          </a:xfrm>
          <a:blipFill dpi="0" rotWithShape="1">
            <a:blip r:embed="rId2">
              <a:alphaModFix amt="60000"/>
            </a:blip>
            <a:srcRect/>
            <a:stretch>
              <a:fillRect t="-10186"/>
            </a:stretch>
          </a:blipFill>
        </p:spPr>
        <p:txBody>
          <a:bodyPr/>
          <a:lstStyle/>
          <a:p>
            <a:r>
              <a:rPr lang="de-DE"/>
              <a:t>Bild durch Klicken auf Symbol hinzufügen</a:t>
            </a:r>
            <a:endParaRPr lang="en-US" dirty="0"/>
          </a:p>
        </p:txBody>
      </p:sp>
    </p:spTree>
    <p:extLst>
      <p:ext uri="{BB962C8B-B14F-4D97-AF65-F5344CB8AC3E}">
        <p14:creationId xmlns:p14="http://schemas.microsoft.com/office/powerpoint/2010/main" val="98233376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728" y="1097280"/>
            <a:ext cx="10972802" cy="970463"/>
          </a:xfrm>
        </p:spPr>
        <p:txBody>
          <a:bodyPr anchor="ctr"/>
          <a:lstStyle/>
          <a:p>
            <a:r>
              <a:rPr lang="de-DE"/>
              <a:t>Mastertitelformat bearbeiten</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882396A-BC37-4B4A-B91C-8D02C6E635BE}" type="datetime1">
              <a:rPr lang="en-US" smtClean="0"/>
              <a:t>3/15/2026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555184" y="109728"/>
            <a:ext cx="4937760" cy="365125"/>
          </a:xfrm>
        </p:spPr>
        <p:txBody>
          <a:bodyPr/>
          <a:lstStyle/>
          <a:p>
            <a:r>
              <a:rPr lang="en-US" dirty="0"/>
              <a:t>Shaping the future of our industry</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‹Nr.›</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228600" y="2184400"/>
            <a:ext cx="6172200" cy="4425696"/>
          </a:xfrm>
          <a:blipFill dpi="0" rotWithShape="1">
            <a:blip r:embed="rId2">
              <a:alphaModFix amt="60000"/>
            </a:blip>
            <a:srcRect/>
            <a:stretch>
              <a:fillRect/>
            </a:stretch>
          </a:blipFill>
        </p:spPr>
        <p:txBody>
          <a:bodyPr/>
          <a:lstStyle/>
          <a:p>
            <a:r>
              <a:rPr lang="de-DE"/>
              <a:t>Bild durch Klicken auf Symbol hinzufügen</a:t>
            </a:r>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555185" y="2181225"/>
            <a:ext cx="4251960" cy="442887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72240196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728" y="1005840"/>
            <a:ext cx="4672584" cy="1453896"/>
          </a:xfrm>
        </p:spPr>
        <p:txBody>
          <a:bodyPr>
            <a:normAutofit/>
          </a:bodyPr>
          <a:lstStyle>
            <a:lvl1pPr>
              <a:defRPr sz="3600"/>
            </a:lvl1pPr>
          </a:lstStyle>
          <a:p>
            <a:r>
              <a:rPr lang="de-DE"/>
              <a:t>Mastertitelformat bearbeiten</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5FC3C03-72B8-044E-B6B9-E9070EBBFFFA}" type="datetime1">
              <a:rPr lang="en-US" smtClean="0"/>
              <a:t>3/15/2026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052794" y="109728"/>
            <a:ext cx="5303520" cy="365125"/>
          </a:xfrm>
        </p:spPr>
        <p:txBody>
          <a:bodyPr/>
          <a:lstStyle/>
          <a:p>
            <a:r>
              <a:rPr lang="en-US" dirty="0"/>
              <a:t>Shaping the future of our industry</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‹Nr.›</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228600" y="2578563"/>
            <a:ext cx="4672584" cy="4041648"/>
          </a:xfrm>
          <a:blipFill dpi="0" rotWithShape="1">
            <a:blip r:embed="rId2">
              <a:alphaModFix amt="60000"/>
            </a:blip>
            <a:srcRect/>
            <a:stretch>
              <a:fillRect/>
            </a:stretch>
          </a:blipFill>
        </p:spPr>
        <p:txBody>
          <a:bodyPr/>
          <a:lstStyle/>
          <a:p>
            <a:r>
              <a:rPr lang="de-DE"/>
              <a:t>Bild durch Klicken auf Symbol hinzufügen</a:t>
            </a:r>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052795" y="1005840"/>
            <a:ext cx="5585925" cy="578326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325013247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728" y="914400"/>
            <a:ext cx="3657603" cy="1545336"/>
          </a:xfrm>
        </p:spPr>
        <p:txBody>
          <a:bodyPr anchor="b" anchorCtr="0">
            <a:normAutofit/>
          </a:bodyPr>
          <a:lstStyle>
            <a:lvl1pPr>
              <a:defRPr sz="3200"/>
            </a:lvl1pPr>
          </a:lstStyle>
          <a:p>
            <a:r>
              <a:rPr lang="de-DE"/>
              <a:t>Mastertitelformat bearbeiten</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8673AF6-D88F-1D44-BBB9-26080004ADD9}" type="datetime1">
              <a:rPr lang="en-US" smtClean="0"/>
              <a:t>3/15/2026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3888344" y="109728"/>
            <a:ext cx="5303520" cy="365125"/>
          </a:xfrm>
        </p:spPr>
        <p:txBody>
          <a:bodyPr/>
          <a:lstStyle/>
          <a:p>
            <a:r>
              <a:rPr lang="en-US" dirty="0"/>
              <a:t>Shaping the future of our industry</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‹Nr.›</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228600" y="2581197"/>
            <a:ext cx="3490176" cy="4041648"/>
          </a:xfrm>
          <a:blipFill dpi="0" rotWithShape="1">
            <a:blip r:embed="rId2">
              <a:alphaModFix amt="60000"/>
            </a:blip>
            <a:srcRect/>
            <a:stretch>
              <a:fillRect/>
            </a:stretch>
          </a:blipFill>
        </p:spPr>
        <p:txBody>
          <a:bodyPr/>
          <a:lstStyle>
            <a:lvl1pPr marL="0" indent="0">
              <a:buNone/>
              <a:defRPr/>
            </a:lvl1pPr>
          </a:lstStyle>
          <a:p>
            <a:r>
              <a:rPr lang="de-DE"/>
              <a:t>Bild durch Klicken auf Symbol hinzufügen</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3888345" y="914400"/>
            <a:ext cx="6561138" cy="5759450"/>
          </a:xfrm>
        </p:spPr>
        <p:txBody>
          <a:bodyPr anchor="b" anchorCtr="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278747737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728" y="1573031"/>
            <a:ext cx="5391190" cy="2864350"/>
          </a:xfrm>
        </p:spPr>
        <p:txBody>
          <a:bodyPr anchor="b" anchorCtr="0">
            <a:noAutofit/>
          </a:bodyPr>
          <a:lstStyle>
            <a:lvl1pPr>
              <a:defRPr sz="5600"/>
            </a:lvl1pPr>
          </a:lstStyle>
          <a:p>
            <a:r>
              <a:rPr lang="de-DE"/>
              <a:t>Mastertitelformat bearbeiten</a:t>
            </a:r>
            <a:endParaRPr lang="en-US" dirty="0"/>
          </a:p>
        </p:txBody>
      </p:sp>
      <p:sp>
        <p:nvSpPr>
          <p:cNvPr id="12" name="Date Placeholder 11">
            <a:extLst>
              <a:ext uri="{FF2B5EF4-FFF2-40B4-BE49-F238E27FC236}">
                <a16:creationId xmlns:a16="http://schemas.microsoft.com/office/drawing/2014/main" id="{3BF06B69-C768-FE26-D245-736BCC84A016}"/>
              </a:ext>
            </a:extLst>
          </p:cNvPr>
          <p:cNvSpPr>
            <a:spLocks noGrp="1"/>
          </p:cNvSpPr>
          <p:nvPr>
            <p:ph type="dt" sz="half" idx="15"/>
          </p:nvPr>
        </p:nvSpPr>
        <p:spPr/>
        <p:txBody>
          <a:bodyPr/>
          <a:lstStyle/>
          <a:p>
            <a:fld id="{CDEB1EBB-CFF7-4B44-9AEA-316A6F2E08DB}" type="datetime1">
              <a:rPr lang="en-US" smtClean="0"/>
              <a:t>3/15/2026</a:t>
            </a:fld>
            <a:endParaRPr lang="en-US" dirty="0"/>
          </a:p>
        </p:txBody>
      </p:sp>
      <p:sp>
        <p:nvSpPr>
          <p:cNvPr id="13" name="Footer Placeholder 12">
            <a:extLst>
              <a:ext uri="{FF2B5EF4-FFF2-40B4-BE49-F238E27FC236}">
                <a16:creationId xmlns:a16="http://schemas.microsoft.com/office/drawing/2014/main" id="{8083D621-6486-4054-4D8A-AAF79D4E8940}"/>
              </a:ext>
            </a:extLst>
          </p:cNvPr>
          <p:cNvSpPr>
            <a:spLocks noGrp="1"/>
          </p:cNvSpPr>
          <p:nvPr>
            <p:ph type="ftr" sz="quarter" idx="16"/>
          </p:nvPr>
        </p:nvSpPr>
        <p:spPr>
          <a:xfrm>
            <a:off x="5967194" y="110364"/>
            <a:ext cx="5303520" cy="365125"/>
          </a:xfrm>
        </p:spPr>
        <p:txBody>
          <a:bodyPr/>
          <a:lstStyle/>
          <a:p>
            <a:r>
              <a:rPr lang="en-US" dirty="0"/>
              <a:t>Shaping the future of our industry</a:t>
            </a:r>
          </a:p>
        </p:txBody>
      </p:sp>
      <p:sp>
        <p:nvSpPr>
          <p:cNvPr id="14" name="Slide Number Placeholder 13">
            <a:extLst>
              <a:ext uri="{FF2B5EF4-FFF2-40B4-BE49-F238E27FC236}">
                <a16:creationId xmlns:a16="http://schemas.microsoft.com/office/drawing/2014/main" id="{0F998961-73A4-CFF8-87FC-EAA4BB68EA39}"/>
              </a:ext>
            </a:extLst>
          </p:cNvPr>
          <p:cNvSpPr>
            <a:spLocks noGrp="1"/>
          </p:cNvSpPr>
          <p:nvPr>
            <p:ph type="sldNum" sz="quarter" idx="17"/>
          </p:nvPr>
        </p:nvSpPr>
        <p:spPr/>
        <p:txBody>
          <a:bodyPr/>
          <a:lstStyle/>
          <a:p>
            <a:fld id="{CC057153-B650-4DEB-B370-79DDCFDCE934}" type="slidenum">
              <a:rPr lang="en-US" smtClean="0"/>
              <a:pPr/>
              <a:t>‹Nr.›</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967195" y="1463040"/>
            <a:ext cx="5633215" cy="2864350"/>
          </a:xfrm>
        </p:spPr>
        <p:txBody>
          <a:bodyPr anchor="b" anchorCtr="0">
            <a:normAutofit/>
          </a:bodyPr>
          <a:lstStyle>
            <a:lvl1pPr marL="0" indent="0">
              <a:buFont typeface="Arial" panose="020B0604020202020204" pitchFamily="34" charset="0"/>
              <a:buNone/>
              <a:defRPr sz="1800"/>
            </a:lvl1pPr>
            <a:lvl2pPr marL="228600" indent="0">
              <a:buFont typeface="Arial" panose="020B0604020202020204" pitchFamily="34" charset="0"/>
              <a:buNone/>
              <a:defRPr sz="1800"/>
            </a:lvl2pPr>
            <a:lvl3pPr marL="457200" indent="0">
              <a:buFont typeface="Arial" panose="020B0604020202020204" pitchFamily="34" charset="0"/>
              <a:buNone/>
              <a:defRPr sz="1800"/>
            </a:lvl3pPr>
            <a:lvl4pPr marL="685800" indent="0">
              <a:buFont typeface="Arial" panose="020B0604020202020204" pitchFamily="34" charset="0"/>
              <a:buNone/>
              <a:defRPr sz="1800"/>
            </a:lvl4pPr>
            <a:lvl5pPr marL="914400" indent="0">
              <a:buFont typeface="Arial" panose="020B0604020202020204" pitchFamily="34" charset="0"/>
              <a:buNone/>
              <a:defRPr sz="18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3" name="Picture Placeholder 10">
            <a:extLst>
              <a:ext uri="{FF2B5EF4-FFF2-40B4-BE49-F238E27FC236}">
                <a16:creationId xmlns:a16="http://schemas.microsoft.com/office/drawing/2014/main" id="{E716C4BF-504C-57EB-F890-EB45BFD22B44}"/>
              </a:ext>
            </a:extLst>
          </p:cNvPr>
          <p:cNvSpPr>
            <a:spLocks noGrp="1"/>
          </p:cNvSpPr>
          <p:nvPr>
            <p:ph type="pic" sz="quarter" idx="18"/>
          </p:nvPr>
        </p:nvSpPr>
        <p:spPr>
          <a:xfrm>
            <a:off x="-1" y="4509435"/>
            <a:ext cx="12192000" cy="2348564"/>
          </a:xfrm>
          <a:blipFill dpi="0" rotWithShape="1">
            <a:blip r:embed="rId2">
              <a:alphaModFix amt="60000"/>
            </a:blip>
            <a:srcRect/>
            <a:stretch>
              <a:fillRect t="-207" b="-2"/>
            </a:stretch>
          </a:blipFill>
        </p:spPr>
        <p:txBody>
          <a:bodyPr/>
          <a:lstStyle/>
          <a:p>
            <a:r>
              <a:rPr lang="de-DE"/>
              <a:t>Bild durch Klicken auf Symbol hinzufügen</a:t>
            </a:r>
            <a:endParaRPr lang="en-US" dirty="0"/>
          </a:p>
        </p:txBody>
      </p:sp>
    </p:spTree>
    <p:extLst>
      <p:ext uri="{BB962C8B-B14F-4D97-AF65-F5344CB8AC3E}">
        <p14:creationId xmlns:p14="http://schemas.microsoft.com/office/powerpoint/2010/main" val="22429084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728" y="2011680"/>
            <a:ext cx="5391190" cy="4297680"/>
          </a:xfrm>
        </p:spPr>
        <p:txBody>
          <a:bodyPr anchor="t" anchorCtr="0">
            <a:noAutofit/>
          </a:bodyPr>
          <a:lstStyle>
            <a:lvl1pPr>
              <a:defRPr sz="5600"/>
            </a:lvl1pPr>
          </a:lstStyle>
          <a:p>
            <a:r>
              <a:rPr lang="de-DE"/>
              <a:t>Mastertitelformat bearbeiten</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1730326"/>
          </a:xfrm>
          <a:blipFill dpi="0" rotWithShape="1">
            <a:blip r:embed="rId2">
              <a:alphaModFix amt="60000"/>
            </a:blip>
            <a:srcRect/>
            <a:stretch>
              <a:fillRect b="-1213"/>
            </a:stretch>
          </a:blipFill>
        </p:spPr>
        <p:txBody>
          <a:bodyPr/>
          <a:lstStyle/>
          <a:p>
            <a:r>
              <a:rPr lang="de-DE"/>
              <a:t>Bild durch Klicken auf Symbol hinzufügen</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998946" y="2011680"/>
            <a:ext cx="5669280" cy="4297680"/>
          </a:xfrm>
        </p:spPr>
        <p:txBody>
          <a:bodyPr anchor="t" anchorCtr="0">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2" name="Date Placeholder 11">
            <a:extLst>
              <a:ext uri="{FF2B5EF4-FFF2-40B4-BE49-F238E27FC236}">
                <a16:creationId xmlns:a16="http://schemas.microsoft.com/office/drawing/2014/main" id="{3BF06B69-C768-FE26-D245-736BCC84A016}"/>
              </a:ext>
            </a:extLst>
          </p:cNvPr>
          <p:cNvSpPr>
            <a:spLocks noGrp="1"/>
          </p:cNvSpPr>
          <p:nvPr>
            <p:ph type="dt" sz="half" idx="15"/>
          </p:nvPr>
        </p:nvSpPr>
        <p:spPr>
          <a:xfrm>
            <a:off x="139035" y="6400800"/>
            <a:ext cx="3494314" cy="365125"/>
          </a:xfrm>
        </p:spPr>
        <p:txBody>
          <a:bodyPr/>
          <a:lstStyle/>
          <a:p>
            <a:fld id="{4DCD1FD3-D483-0B4C-B010-EBEC885068CB}" type="datetime1">
              <a:rPr lang="en-US" smtClean="0"/>
              <a:t>3/15/2026</a:t>
            </a:fld>
            <a:endParaRPr lang="en-US" dirty="0"/>
          </a:p>
        </p:txBody>
      </p:sp>
      <p:sp>
        <p:nvSpPr>
          <p:cNvPr id="13" name="Footer Placeholder 12">
            <a:extLst>
              <a:ext uri="{FF2B5EF4-FFF2-40B4-BE49-F238E27FC236}">
                <a16:creationId xmlns:a16="http://schemas.microsoft.com/office/drawing/2014/main" id="{8083D621-6486-4054-4D8A-AAF79D4E8940}"/>
              </a:ext>
            </a:extLst>
          </p:cNvPr>
          <p:cNvSpPr>
            <a:spLocks noGrp="1"/>
          </p:cNvSpPr>
          <p:nvPr>
            <p:ph type="ftr" sz="quarter" idx="16"/>
          </p:nvPr>
        </p:nvSpPr>
        <p:spPr>
          <a:xfrm>
            <a:off x="5998463" y="6400800"/>
            <a:ext cx="5303520" cy="365125"/>
          </a:xfrm>
        </p:spPr>
        <p:txBody>
          <a:bodyPr/>
          <a:lstStyle/>
          <a:p>
            <a:r>
              <a:rPr lang="en-US" dirty="0"/>
              <a:t>Shaping the future of our industry</a:t>
            </a:r>
          </a:p>
        </p:txBody>
      </p:sp>
      <p:sp>
        <p:nvSpPr>
          <p:cNvPr id="14" name="Slide Number Placeholder 13">
            <a:extLst>
              <a:ext uri="{FF2B5EF4-FFF2-40B4-BE49-F238E27FC236}">
                <a16:creationId xmlns:a16="http://schemas.microsoft.com/office/drawing/2014/main" id="{0F998961-73A4-CFF8-87FC-EAA4BB68EA39}"/>
              </a:ext>
            </a:extLst>
          </p:cNvPr>
          <p:cNvSpPr>
            <a:spLocks noGrp="1"/>
          </p:cNvSpPr>
          <p:nvPr>
            <p:ph type="sldNum" sz="quarter" idx="17"/>
          </p:nvPr>
        </p:nvSpPr>
        <p:spPr>
          <a:xfrm>
            <a:off x="11627219" y="6400800"/>
            <a:ext cx="429207" cy="365125"/>
          </a:xfrm>
        </p:spPr>
        <p:txBody>
          <a:bodyPr/>
          <a:lstStyle/>
          <a:p>
            <a:fld id="{CC057153-B650-4DEB-B370-79DDCFDCE934}" type="slidenum">
              <a:rPr lang="en-US" smtClean="0"/>
              <a:pPr/>
              <a:t>‹Nr.›</a:t>
            </a:fld>
            <a:endParaRPr lang="en-US" dirty="0"/>
          </a:p>
        </p:txBody>
      </p:sp>
    </p:spTree>
    <p:extLst>
      <p:ext uri="{BB962C8B-B14F-4D97-AF65-F5344CB8AC3E}">
        <p14:creationId xmlns:p14="http://schemas.microsoft.com/office/powerpoint/2010/main" val="144068539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with Picture 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727" y="171513"/>
            <a:ext cx="6400800" cy="1482005"/>
          </a:xfrm>
        </p:spPr>
        <p:txBody>
          <a:bodyPr anchor="t" anchorCtr="0">
            <a:normAutofit/>
          </a:bodyPr>
          <a:lstStyle>
            <a:lvl1pPr>
              <a:lnSpc>
                <a:spcPct val="80000"/>
              </a:lnSpc>
              <a:defRPr sz="5600"/>
            </a:lvl1pPr>
          </a:lstStyle>
          <a:p>
            <a:r>
              <a:rPr lang="de-DE"/>
              <a:t>Mastertitelformat bearbeiten</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109726" y="2606040"/>
            <a:ext cx="6400800" cy="3999042"/>
          </a:xfrm>
        </p:spPr>
        <p:txBody>
          <a:bodyPr/>
          <a:lstStyle>
            <a:lvl1pPr>
              <a:spcBef>
                <a:spcPts val="1000"/>
              </a:spcBef>
              <a:defRPr/>
            </a:lvl1pPr>
            <a:lvl2pPr>
              <a:spcBef>
                <a:spcPts val="1000"/>
              </a:spcBef>
              <a:defRPr/>
            </a:lvl2pPr>
            <a:lvl3pPr>
              <a:spcBef>
                <a:spcPts val="1000"/>
              </a:spcBef>
              <a:defRPr/>
            </a:lvl3pPr>
            <a:lvl4pPr>
              <a:spcBef>
                <a:spcPts val="1000"/>
              </a:spcBef>
              <a:defRPr/>
            </a:lvl4pPr>
            <a:lvl5pPr>
              <a:spcBef>
                <a:spcPts val="1000"/>
              </a:spcBef>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7691214" y="109728"/>
            <a:ext cx="3840480" cy="365125"/>
          </a:xfrm>
        </p:spPr>
        <p:txBody>
          <a:bodyPr/>
          <a:lstStyle/>
          <a:p>
            <a:r>
              <a:rPr lang="en-US" dirty="0"/>
              <a:t>Shaping the future of our industry</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614572" y="109728"/>
            <a:ext cx="429207" cy="365125"/>
          </a:xfrm>
        </p:spPr>
        <p:txBody>
          <a:bodyPr/>
          <a:lstStyle/>
          <a:p>
            <a:fld id="{CC057153-B650-4DEB-B370-79DDCFDCE934}" type="slidenum">
              <a:rPr lang="en-US" smtClean="0"/>
              <a:t>‹Nr.›</a:t>
            </a:fld>
            <a:endParaRPr lang="en-US" dirty="0"/>
          </a:p>
        </p:txBody>
      </p:sp>
      <p:sp>
        <p:nvSpPr>
          <p:cNvPr id="6" name="Picture Placeholder 10">
            <a:extLst>
              <a:ext uri="{FF2B5EF4-FFF2-40B4-BE49-F238E27FC236}">
                <a16:creationId xmlns:a16="http://schemas.microsoft.com/office/drawing/2014/main" id="{692EDDB5-4345-5104-646A-B8C10FB3A78F}"/>
              </a:ext>
            </a:extLst>
          </p:cNvPr>
          <p:cNvSpPr>
            <a:spLocks noGrp="1"/>
          </p:cNvSpPr>
          <p:nvPr>
            <p:ph type="pic" sz="quarter" idx="13"/>
          </p:nvPr>
        </p:nvSpPr>
        <p:spPr>
          <a:xfrm>
            <a:off x="7805393" y="843539"/>
            <a:ext cx="4120983" cy="5761544"/>
          </a:xfrm>
          <a:blipFill dpi="0" rotWithShape="1">
            <a:blip r:embed="rId2">
              <a:alphaModFix amt="60000"/>
            </a:blip>
            <a:srcRect/>
            <a:stretch>
              <a:fillRect l="-368" r="-58"/>
            </a:stretch>
          </a:blipFill>
        </p:spPr>
        <p:txBody>
          <a:bodyPr/>
          <a:lstStyle/>
          <a:p>
            <a:r>
              <a:rPr lang="de-DE"/>
              <a:t>Bild durch Klicken auf Symbol hinzufügen</a:t>
            </a:r>
            <a:endParaRPr lang="en-US" dirty="0"/>
          </a:p>
        </p:txBody>
      </p:sp>
    </p:spTree>
    <p:extLst>
      <p:ext uri="{BB962C8B-B14F-4D97-AF65-F5344CB8AC3E}">
        <p14:creationId xmlns:p14="http://schemas.microsoft.com/office/powerpoint/2010/main" val="362479920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Content with Picture 2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111325" y="1005840"/>
            <a:ext cx="3595634" cy="2212313"/>
          </a:xfrm>
        </p:spPr>
        <p:txBody>
          <a:bodyPr anchor="t">
            <a:noAutofit/>
          </a:bodyPr>
          <a:lstStyle>
            <a:lvl1pPr>
              <a:defRPr sz="5600"/>
            </a:lvl1pPr>
          </a:lstStyle>
          <a:p>
            <a:r>
              <a:rPr lang="de-DE"/>
              <a:t>Mastertitelformat bearbeiten</a:t>
            </a:r>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856FCA69-54DB-5C48-88C2-5A1E30E9D7C1}" type="datetime1">
              <a:rPr lang="en-US" smtClean="0"/>
              <a:t>3/15/2026</a:t>
            </a:fld>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111325" y="3291840"/>
            <a:ext cx="3585586" cy="3434638"/>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5316036" y="109728"/>
            <a:ext cx="5303520" cy="365125"/>
          </a:xfrm>
        </p:spPr>
        <p:txBody>
          <a:bodyPr/>
          <a:lstStyle/>
          <a:p>
            <a:r>
              <a:rPr lang="en-US" dirty="0"/>
              <a:t>Shaping the future of our industry</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‹Nr.›</a:t>
            </a:fld>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432770" y="832104"/>
            <a:ext cx="6519080" cy="5779007"/>
          </a:xfrm>
          <a:blipFill dpi="0" rotWithShape="1">
            <a:blip r:embed="rId2">
              <a:alphaModFix amt="60000"/>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a:t>Bild durch Klicken auf Symbol hinzufügen</a:t>
            </a:r>
            <a:endParaRPr lang="en-US" dirty="0"/>
          </a:p>
        </p:txBody>
      </p:sp>
    </p:spTree>
    <p:extLst>
      <p:ext uri="{BB962C8B-B14F-4D97-AF65-F5344CB8AC3E}">
        <p14:creationId xmlns:p14="http://schemas.microsoft.com/office/powerpoint/2010/main" val="35105374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09728" y="5220320"/>
            <a:ext cx="5897880" cy="1353312"/>
          </a:xfrm>
        </p:spPr>
        <p:txBody>
          <a:bodyPr>
            <a:normAutofit/>
          </a:bodyPr>
          <a:lstStyle>
            <a:lvl1pPr>
              <a:lnSpc>
                <a:spcPct val="120000"/>
              </a:lnSpc>
              <a:defRPr sz="2000" b="0" spc="0" baseline="0">
                <a:solidFill>
                  <a:schemeClr val="tx1"/>
                </a:solidFill>
                <a:latin typeface="+mn-lt"/>
              </a:defRPr>
            </a:lvl1pPr>
          </a:lstStyle>
          <a:p>
            <a:r>
              <a:rPr lang="de-DE"/>
              <a:t>Mastertitelformat bearbeiten</a:t>
            </a:r>
            <a:endParaRPr lang="en-US" dirty="0"/>
          </a:p>
        </p:txBody>
      </p:sp>
      <p:pic>
        <p:nvPicPr>
          <p:cNvPr id="6" name="Graphic 5">
            <a:extLst>
              <a:ext uri="{FF2B5EF4-FFF2-40B4-BE49-F238E27FC236}">
                <a16:creationId xmlns:a16="http://schemas.microsoft.com/office/drawing/2014/main" id="{BB98C21E-A9AF-D3FB-3F6A-06088553C6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956289" y="5756029"/>
            <a:ext cx="1005840" cy="1005840"/>
          </a:xfrm>
          <a:prstGeom prst="rect">
            <a:avLst/>
          </a:prstGeom>
        </p:spPr>
      </p:pic>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A161E418-5963-9B4C-BB64-1F8A14EB1F32}" type="datetime1">
              <a:rPr lang="en-US" smtClean="0"/>
              <a:t>3/15/2026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dirty="0"/>
              <a:t>Shaping the future of our industry</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‹Nr.›</a:t>
            </a:fld>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09728" y="854512"/>
            <a:ext cx="10826496" cy="4334256"/>
          </a:xfrm>
        </p:spPr>
        <p:txBody>
          <a:bodyPr anchor="b">
            <a:normAutofit/>
          </a:bodyPr>
          <a:lstStyle>
            <a:lvl1pPr marL="0" indent="0">
              <a:lnSpc>
                <a:spcPct val="90000"/>
              </a:lnSpc>
              <a:spcBef>
                <a:spcPts val="0"/>
              </a:spcBef>
              <a:buNone/>
              <a:defRPr sz="15000" b="0">
                <a:solidFill>
                  <a:schemeClr val="tx1"/>
                </a:solidFill>
                <a:latin typeface="+mj-lt"/>
              </a:defRPr>
            </a:lvl1pPr>
          </a:lstStyle>
          <a:p>
            <a:pPr lvl="0"/>
            <a:r>
              <a:rPr lang="en-US" dirty="0"/>
              <a:t>##%</a:t>
            </a:r>
          </a:p>
        </p:txBody>
      </p:sp>
    </p:spTree>
    <p:extLst>
      <p:ext uri="{BB962C8B-B14F-4D97-AF65-F5344CB8AC3E}">
        <p14:creationId xmlns:p14="http://schemas.microsoft.com/office/powerpoint/2010/main" val="110918548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5096611"/>
            <a:ext cx="7525512" cy="1545336"/>
          </a:xfrm>
        </p:spPr>
        <p:txBody>
          <a:bodyPr>
            <a:normAutofit/>
          </a:bodyPr>
          <a:lstStyle>
            <a:lvl1pPr algn="ctr">
              <a:lnSpc>
                <a:spcPct val="110000"/>
              </a:lnSpc>
              <a:defRPr sz="2000" b="0" spc="0" baseline="0">
                <a:solidFill>
                  <a:schemeClr val="tx1"/>
                </a:solidFill>
                <a:latin typeface="+mn-lt"/>
              </a:defRPr>
            </a:lvl1pPr>
          </a:lstStyle>
          <a:p>
            <a:r>
              <a:rPr lang="de-DE"/>
              <a:t>Mastertitelformat bearbeiten</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855230"/>
            <a:ext cx="10543032" cy="4206240"/>
          </a:xfrm>
        </p:spPr>
        <p:txBody>
          <a:bodyPr anchor="b">
            <a:normAutofit/>
          </a:bodyPr>
          <a:lstStyle>
            <a:lvl1pPr marL="0" indent="0" algn="ctr">
              <a:lnSpc>
                <a:spcPct val="90000"/>
              </a:lnSpc>
              <a:buNone/>
              <a:defRPr sz="15000" b="0">
                <a:solidFill>
                  <a:schemeClr val="tx1"/>
                </a:solidFill>
                <a:latin typeface="+mj-lt"/>
              </a:defRPr>
            </a:lvl1pPr>
          </a:lstStyle>
          <a:p>
            <a:pPr lvl="0"/>
            <a:r>
              <a:rPr lang="en-US" dirty="0"/>
              <a:t>##%</a:t>
            </a:r>
          </a:p>
        </p:txBody>
      </p:sp>
      <p:pic>
        <p:nvPicPr>
          <p:cNvPr id="3" name="Graphic 2">
            <a:extLst>
              <a:ext uri="{FF2B5EF4-FFF2-40B4-BE49-F238E27FC236}">
                <a16:creationId xmlns:a16="http://schemas.microsoft.com/office/drawing/2014/main" id="{79D39EB1-AC22-29FA-3FA6-98276FD5151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93080" y="1192308"/>
            <a:ext cx="1005840" cy="1005840"/>
          </a:xfrm>
          <a:prstGeom prst="rect">
            <a:avLst/>
          </a:prstGeom>
        </p:spPr>
      </p:pic>
    </p:spTree>
    <p:extLst>
      <p:ext uri="{BB962C8B-B14F-4D97-AF65-F5344CB8AC3E}">
        <p14:creationId xmlns:p14="http://schemas.microsoft.com/office/powerpoint/2010/main" val="286846747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Number Larg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09728" y="5086664"/>
            <a:ext cx="7525512" cy="1545336"/>
          </a:xfrm>
        </p:spPr>
        <p:txBody>
          <a:bodyPr anchor="b" anchorCtr="0">
            <a:normAutofit/>
          </a:bodyPr>
          <a:lstStyle>
            <a:lvl1pPr algn="l">
              <a:lnSpc>
                <a:spcPct val="110000"/>
              </a:lnSpc>
              <a:defRPr sz="2000" b="0" spc="0" baseline="0">
                <a:solidFill>
                  <a:schemeClr val="tx1"/>
                </a:solidFill>
                <a:latin typeface="+mn-lt"/>
              </a:defRPr>
            </a:lvl1pPr>
          </a:lstStyle>
          <a:p>
            <a:r>
              <a:rPr lang="de-DE"/>
              <a:t>Mastertitelformat bearbeiten</a:t>
            </a:r>
            <a:endParaRPr lang="en-US" dirty="0"/>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41A8F866-AE4F-0E4D-9EC5-A83A47A4ADB9}" type="datetime1">
              <a:rPr lang="en-US" smtClean="0"/>
              <a:t>3/15/2026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dirty="0"/>
              <a:t>Shaping the future of our industry</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‹Nr.›</a:t>
            </a:fld>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09728" y="855232"/>
            <a:ext cx="10543032" cy="4206240"/>
          </a:xfrm>
        </p:spPr>
        <p:txBody>
          <a:bodyPr anchor="b">
            <a:normAutofit/>
          </a:bodyPr>
          <a:lstStyle>
            <a:lvl1pPr marL="0" indent="0" algn="l">
              <a:lnSpc>
                <a:spcPct val="90000"/>
              </a:lnSpc>
              <a:buNone/>
              <a:defRPr sz="15000" b="0">
                <a:solidFill>
                  <a:schemeClr val="tx1"/>
                </a:solidFill>
                <a:latin typeface="+mj-lt"/>
              </a:defRPr>
            </a:lvl1pPr>
          </a:lstStyle>
          <a:p>
            <a:pPr lvl="0"/>
            <a:r>
              <a:rPr lang="en-US" dirty="0"/>
              <a:t>##%</a:t>
            </a:r>
          </a:p>
        </p:txBody>
      </p:sp>
    </p:spTree>
    <p:extLst>
      <p:ext uri="{BB962C8B-B14F-4D97-AF65-F5344CB8AC3E}">
        <p14:creationId xmlns:p14="http://schemas.microsoft.com/office/powerpoint/2010/main" val="3969628454"/>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Number Larg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6094476" y="1106243"/>
            <a:ext cx="4107359" cy="3760706"/>
          </a:xfrm>
        </p:spPr>
        <p:txBody>
          <a:bodyPr anchor="b" anchorCtr="0">
            <a:normAutofit/>
          </a:bodyPr>
          <a:lstStyle>
            <a:lvl1pPr algn="l">
              <a:lnSpc>
                <a:spcPct val="110000"/>
              </a:lnSpc>
              <a:defRPr sz="1800" b="0" spc="0" baseline="0">
                <a:solidFill>
                  <a:schemeClr val="tx1"/>
                </a:solidFill>
                <a:latin typeface="+mn-lt"/>
              </a:defRPr>
            </a:lvl1pPr>
          </a:lstStyle>
          <a:p>
            <a:r>
              <a:rPr lang="de-DE"/>
              <a:t>Mastertitelformat bearbeiten</a:t>
            </a:r>
            <a:endParaRPr lang="en-US" dirty="0"/>
          </a:p>
        </p:txBody>
      </p:sp>
      <p:pic>
        <p:nvPicPr>
          <p:cNvPr id="6" name="Graphic 5">
            <a:extLst>
              <a:ext uri="{FF2B5EF4-FFF2-40B4-BE49-F238E27FC236}">
                <a16:creationId xmlns:a16="http://schemas.microsoft.com/office/drawing/2014/main" id="{A0E84C63-8906-E024-96D3-CABBCE341DA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V="1">
            <a:off x="11235399" y="5899743"/>
            <a:ext cx="731520" cy="731520"/>
          </a:xfrm>
          <a:prstGeom prst="rect">
            <a:avLst/>
          </a:prstGeom>
        </p:spPr>
      </p:pic>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CBD2260C-9D5C-9E4C-939A-D2CE2AE97F78}" type="datetime1">
              <a:rPr lang="en-US" smtClean="0"/>
              <a:t>3/15/2026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6094475" y="109728"/>
            <a:ext cx="5303520" cy="365125"/>
          </a:xfrm>
        </p:spPr>
        <p:txBody>
          <a:bodyPr/>
          <a:lstStyle/>
          <a:p>
            <a:r>
              <a:rPr lang="en-US" dirty="0"/>
              <a:t>Shaping the future of our industry</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‹Nr.›</a:t>
            </a:fld>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09728" y="1106243"/>
            <a:ext cx="5289168" cy="4206240"/>
          </a:xfrm>
        </p:spPr>
        <p:txBody>
          <a:bodyPr anchor="b">
            <a:normAutofit/>
          </a:bodyPr>
          <a:lstStyle>
            <a:lvl1pPr marL="0" indent="0" algn="l">
              <a:lnSpc>
                <a:spcPct val="90000"/>
              </a:lnSpc>
              <a:buNone/>
              <a:defRPr sz="15000" b="0">
                <a:solidFill>
                  <a:schemeClr val="tx1"/>
                </a:solidFill>
                <a:latin typeface="+mj-lt"/>
              </a:defRPr>
            </a:lvl1pPr>
          </a:lstStyle>
          <a:p>
            <a:pPr lvl="0"/>
            <a:r>
              <a:rPr lang="en-US" dirty="0"/>
              <a:t>##%</a:t>
            </a:r>
          </a:p>
        </p:txBody>
      </p:sp>
    </p:spTree>
    <p:extLst>
      <p:ext uri="{BB962C8B-B14F-4D97-AF65-F5344CB8AC3E}">
        <p14:creationId xmlns:p14="http://schemas.microsoft.com/office/powerpoint/2010/main" val="1620633516"/>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Number Larg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09728" y="2011680"/>
            <a:ext cx="6952254" cy="2194560"/>
          </a:xfrm>
        </p:spPr>
        <p:txBody>
          <a:bodyPr anchor="t" anchorCtr="0">
            <a:normAutofit/>
          </a:bodyPr>
          <a:lstStyle>
            <a:lvl1pPr algn="l">
              <a:lnSpc>
                <a:spcPct val="110000"/>
              </a:lnSpc>
              <a:defRPr sz="1800" b="0" spc="0" baseline="0">
                <a:solidFill>
                  <a:schemeClr val="tx1"/>
                </a:solidFill>
                <a:latin typeface="+mn-lt"/>
              </a:defRPr>
            </a:lvl1pPr>
          </a:lstStyle>
          <a:p>
            <a:r>
              <a:rPr lang="de-DE"/>
              <a:t>Mastertitelformat bearbeiten</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09728" y="23030"/>
            <a:ext cx="10961546" cy="1920240"/>
          </a:xfrm>
        </p:spPr>
        <p:txBody>
          <a:bodyPr anchor="t" anchorCtr="0">
            <a:normAutofit/>
          </a:bodyPr>
          <a:lstStyle>
            <a:lvl1pPr marL="0" indent="0" algn="l">
              <a:lnSpc>
                <a:spcPct val="90000"/>
              </a:lnSpc>
              <a:buNone/>
              <a:defRPr sz="15000" b="0">
                <a:solidFill>
                  <a:schemeClr val="tx1"/>
                </a:solidFill>
                <a:latin typeface="+mj-lt"/>
              </a:defRPr>
            </a:lvl1pPr>
          </a:lstStyle>
          <a:p>
            <a:pPr lvl="0"/>
            <a:r>
              <a:rPr lang="en-US" dirty="0"/>
              <a:t>##%</a:t>
            </a:r>
          </a:p>
        </p:txBody>
      </p:sp>
      <p:sp>
        <p:nvSpPr>
          <p:cNvPr id="3" name="Oval 2">
            <a:extLst>
              <a:ext uri="{FF2B5EF4-FFF2-40B4-BE49-F238E27FC236}">
                <a16:creationId xmlns:a16="http://schemas.microsoft.com/office/drawing/2014/main" id="{68E1EDB1-0050-E837-58E0-64C3650484D7}"/>
              </a:ext>
            </a:extLst>
          </p:cNvPr>
          <p:cNvSpPr/>
          <p:nvPr userDrawn="1"/>
        </p:nvSpPr>
        <p:spPr>
          <a:xfrm>
            <a:off x="7277270" y="1943270"/>
            <a:ext cx="4914730" cy="4914730"/>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Graphic 5">
            <a:extLst>
              <a:ext uri="{FF2B5EF4-FFF2-40B4-BE49-F238E27FC236}">
                <a16:creationId xmlns:a16="http://schemas.microsoft.com/office/drawing/2014/main" id="{A077A1D8-5F01-6F9E-74AD-AE50D4B0979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56289" y="168175"/>
            <a:ext cx="1005840" cy="1005840"/>
          </a:xfrm>
          <a:prstGeom prst="rect">
            <a:avLst/>
          </a:prstGeom>
        </p:spPr>
      </p:pic>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137159" y="6400800"/>
            <a:ext cx="5303520" cy="365125"/>
          </a:xfrm>
        </p:spPr>
        <p:txBody>
          <a:bodyPr/>
          <a:lstStyle/>
          <a:p>
            <a:r>
              <a:rPr lang="en-US" dirty="0"/>
              <a:t>Shaping the future of our industry</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5634234" y="6400800"/>
            <a:ext cx="429207" cy="365125"/>
          </a:xfrm>
        </p:spPr>
        <p:txBody>
          <a:bodyPr/>
          <a:lstStyle/>
          <a:p>
            <a:fld id="{CC057153-B650-4DEB-B370-79DDCFDCE934}" type="slidenum">
              <a:rPr lang="en-US" smtClean="0"/>
              <a:t>‹Nr.›</a:t>
            </a:fld>
            <a:endParaRPr lang="en-US" dirty="0"/>
          </a:p>
        </p:txBody>
      </p:sp>
    </p:spTree>
    <p:extLst>
      <p:ext uri="{BB962C8B-B14F-4D97-AF65-F5344CB8AC3E}">
        <p14:creationId xmlns:p14="http://schemas.microsoft.com/office/powerpoint/2010/main" val="1600568443"/>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Number Large 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5291877"/>
            <a:ext cx="7525512" cy="926044"/>
          </a:xfrm>
        </p:spPr>
        <p:txBody>
          <a:bodyPr>
            <a:normAutofit/>
          </a:bodyPr>
          <a:lstStyle>
            <a:lvl1pPr algn="ctr">
              <a:lnSpc>
                <a:spcPct val="110000"/>
              </a:lnSpc>
              <a:defRPr sz="1800" b="0" spc="0" baseline="0">
                <a:solidFill>
                  <a:schemeClr val="tx1"/>
                </a:solidFill>
                <a:latin typeface="+mn-lt"/>
              </a:defRPr>
            </a:lvl1pPr>
          </a:lstStyle>
          <a:p>
            <a:r>
              <a:rPr lang="de-DE"/>
              <a:t>Mastertitelformat bearbeiten</a:t>
            </a:r>
            <a:endParaRPr lang="en-US" dirty="0"/>
          </a:p>
        </p:txBody>
      </p:sp>
      <p:pic>
        <p:nvPicPr>
          <p:cNvPr id="3" name="Graphic 2">
            <a:extLst>
              <a:ext uri="{FF2B5EF4-FFF2-40B4-BE49-F238E27FC236}">
                <a16:creationId xmlns:a16="http://schemas.microsoft.com/office/drawing/2014/main" id="{EFCDFFE1-D928-0CE3-D1C8-CCF55609A73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93080" y="977157"/>
            <a:ext cx="1005840" cy="1005840"/>
          </a:xfrm>
          <a:prstGeom prst="rect">
            <a:avLst/>
          </a:prstGeom>
        </p:spPr>
      </p:pic>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4484" y="2134134"/>
            <a:ext cx="10543032" cy="2589733"/>
          </a:xfrm>
        </p:spPr>
        <p:txBody>
          <a:bodyPr anchor="b" anchorCtr="0">
            <a:normAutofit/>
          </a:bodyPr>
          <a:lstStyle>
            <a:lvl1pPr marL="0" indent="0" algn="ctr">
              <a:lnSpc>
                <a:spcPct val="90000"/>
              </a:lnSpc>
              <a:buNone/>
              <a:defRPr sz="15000" b="0">
                <a:solidFill>
                  <a:schemeClr val="tx1"/>
                </a:solidFill>
                <a:latin typeface="+mj-lt"/>
              </a:defRPr>
            </a:lvl1pPr>
          </a:lstStyle>
          <a:p>
            <a:pPr lvl="0"/>
            <a:r>
              <a:rPr lang="en-US" dirty="0"/>
              <a:t>##%</a:t>
            </a:r>
          </a:p>
        </p:txBody>
      </p:sp>
      <p:sp>
        <p:nvSpPr>
          <p:cNvPr id="8" name="Date Placeholder 7">
            <a:extLst>
              <a:ext uri="{FF2B5EF4-FFF2-40B4-BE49-F238E27FC236}">
                <a16:creationId xmlns:a16="http://schemas.microsoft.com/office/drawing/2014/main" id="{B5226577-F54C-EB86-D0A7-64DAFA9E69B3}"/>
              </a:ext>
            </a:extLst>
          </p:cNvPr>
          <p:cNvSpPr>
            <a:spLocks noGrp="1"/>
          </p:cNvSpPr>
          <p:nvPr>
            <p:ph type="dt" sz="half" idx="14"/>
          </p:nvPr>
        </p:nvSpPr>
        <p:spPr>
          <a:xfrm>
            <a:off x="139035" y="6400800"/>
            <a:ext cx="3017520" cy="365125"/>
          </a:xfrm>
        </p:spPr>
        <p:txBody>
          <a:bodyPr/>
          <a:lstStyle/>
          <a:p>
            <a:fld id="{4C13F211-A6FB-7C4B-8E5B-EB185A8DB8CB}" type="datetime1">
              <a:rPr lang="en-US" smtClean="0"/>
              <a:t>3/15/2026</a:t>
            </a:fld>
            <a:endParaRPr lang="en-US" dirty="0"/>
          </a:p>
        </p:txBody>
      </p:sp>
      <p:sp>
        <p:nvSpPr>
          <p:cNvPr id="10" name="Footer Placeholder 9">
            <a:extLst>
              <a:ext uri="{FF2B5EF4-FFF2-40B4-BE49-F238E27FC236}">
                <a16:creationId xmlns:a16="http://schemas.microsoft.com/office/drawing/2014/main" id="{28C91051-FC5E-3F4E-51AF-3EBC57B4BD06}"/>
              </a:ext>
            </a:extLst>
          </p:cNvPr>
          <p:cNvSpPr>
            <a:spLocks noGrp="1"/>
          </p:cNvSpPr>
          <p:nvPr>
            <p:ph type="ftr" sz="quarter" idx="15"/>
          </p:nvPr>
        </p:nvSpPr>
        <p:spPr>
          <a:xfrm>
            <a:off x="3444240" y="6400800"/>
            <a:ext cx="5303520" cy="365125"/>
          </a:xfrm>
        </p:spPr>
        <p:txBody>
          <a:bodyPr/>
          <a:lstStyle>
            <a:lvl1pPr algn="ctr">
              <a:defRPr/>
            </a:lvl1pPr>
          </a:lstStyle>
          <a:p>
            <a:r>
              <a:rPr lang="en-US" dirty="0"/>
              <a:t>Shaping the future of our industry</a:t>
            </a:r>
          </a:p>
        </p:txBody>
      </p:sp>
      <p:sp>
        <p:nvSpPr>
          <p:cNvPr id="11" name="Slide Number Placeholder 10">
            <a:extLst>
              <a:ext uri="{FF2B5EF4-FFF2-40B4-BE49-F238E27FC236}">
                <a16:creationId xmlns:a16="http://schemas.microsoft.com/office/drawing/2014/main" id="{89E1B41D-78D5-5CD6-67DF-4B11B9453D0F}"/>
              </a:ext>
            </a:extLst>
          </p:cNvPr>
          <p:cNvSpPr>
            <a:spLocks noGrp="1"/>
          </p:cNvSpPr>
          <p:nvPr>
            <p:ph type="sldNum" sz="quarter" idx="16"/>
          </p:nvPr>
        </p:nvSpPr>
        <p:spPr>
          <a:xfrm>
            <a:off x="11627219" y="6400800"/>
            <a:ext cx="429207" cy="365125"/>
          </a:xfrm>
        </p:spPr>
        <p:txBody>
          <a:bodyPr/>
          <a:lstStyle/>
          <a:p>
            <a:fld id="{CC057153-B650-4DEB-B370-79DDCFDCE934}" type="slidenum">
              <a:rPr lang="en-US" smtClean="0"/>
              <a:pPr/>
              <a:t>‹Nr.›</a:t>
            </a:fld>
            <a:endParaRPr lang="en-US" dirty="0"/>
          </a:p>
        </p:txBody>
      </p:sp>
    </p:spTree>
    <p:extLst>
      <p:ext uri="{BB962C8B-B14F-4D97-AF65-F5344CB8AC3E}">
        <p14:creationId xmlns:p14="http://schemas.microsoft.com/office/powerpoint/2010/main" val="3797689440"/>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de-DE"/>
              <a:t>Mastertitelformat bearbeiten</a:t>
            </a:r>
            <a:endParaRPr lang="en-US"/>
          </a:p>
        </p:txBody>
      </p:sp>
      <p:pic>
        <p:nvPicPr>
          <p:cNvPr id="3" name="Graphic 2">
            <a:extLst>
              <a:ext uri="{FF2B5EF4-FFF2-40B4-BE49-F238E27FC236}">
                <a16:creationId xmlns:a16="http://schemas.microsoft.com/office/drawing/2014/main" id="{832976E3-E745-9DF8-C3E3-53A778D9502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56289" y="5760720"/>
            <a:ext cx="1005840" cy="1005840"/>
          </a:xfrm>
          <a:prstGeom prst="rect">
            <a:avLst/>
          </a:prstGeom>
        </p:spPr>
      </p:pic>
      <p:sp>
        <p:nvSpPr>
          <p:cNvPr id="8" name="Date Placeholder 7">
            <a:extLst>
              <a:ext uri="{FF2B5EF4-FFF2-40B4-BE49-F238E27FC236}">
                <a16:creationId xmlns:a16="http://schemas.microsoft.com/office/drawing/2014/main" id="{010F998E-EA6E-4E43-1727-F5C608095A82}"/>
              </a:ext>
            </a:extLst>
          </p:cNvPr>
          <p:cNvSpPr>
            <a:spLocks noGrp="1"/>
          </p:cNvSpPr>
          <p:nvPr>
            <p:ph type="dt" sz="half" idx="14"/>
          </p:nvPr>
        </p:nvSpPr>
        <p:spPr/>
        <p:txBody>
          <a:bodyPr/>
          <a:lstStyle/>
          <a:p>
            <a:fld id="{107C8458-3938-4F4D-9D3F-15FC4ECFFE22}" type="datetime1">
              <a:rPr lang="en-US" smtClean="0"/>
              <a:t>3/15/2026</a:t>
            </a:fld>
            <a:endParaRPr lang="en-US" dirty="0"/>
          </a:p>
        </p:txBody>
      </p:sp>
      <p:sp>
        <p:nvSpPr>
          <p:cNvPr id="9" name="Footer Placeholder 8">
            <a:extLst>
              <a:ext uri="{FF2B5EF4-FFF2-40B4-BE49-F238E27FC236}">
                <a16:creationId xmlns:a16="http://schemas.microsoft.com/office/drawing/2014/main" id="{0AA6E616-8EC3-D9A1-4DFB-5BDEBC779B39}"/>
              </a:ext>
            </a:extLst>
          </p:cNvPr>
          <p:cNvSpPr>
            <a:spLocks noGrp="1"/>
          </p:cNvSpPr>
          <p:nvPr>
            <p:ph type="ftr" sz="quarter" idx="15"/>
          </p:nvPr>
        </p:nvSpPr>
        <p:spPr/>
        <p:txBody>
          <a:bodyPr/>
          <a:lstStyle/>
          <a:p>
            <a:r>
              <a:rPr lang="en-US" dirty="0"/>
              <a:t>Shaping the future of our industry</a:t>
            </a:r>
          </a:p>
        </p:txBody>
      </p:sp>
      <p:sp>
        <p:nvSpPr>
          <p:cNvPr id="10" name="Slide Number Placeholder 9">
            <a:extLst>
              <a:ext uri="{FF2B5EF4-FFF2-40B4-BE49-F238E27FC236}">
                <a16:creationId xmlns:a16="http://schemas.microsoft.com/office/drawing/2014/main" id="{9FECFCDD-8971-579B-777D-53A85E6F1F7A}"/>
              </a:ext>
            </a:extLst>
          </p:cNvPr>
          <p:cNvSpPr>
            <a:spLocks noGrp="1"/>
          </p:cNvSpPr>
          <p:nvPr>
            <p:ph type="sldNum" sz="quarter" idx="16"/>
          </p:nvPr>
        </p:nvSpPr>
        <p:spPr/>
        <p:txBody>
          <a:bodyPr/>
          <a:lstStyle/>
          <a:p>
            <a:fld id="{CC057153-B650-4DEB-B370-79DDCFDCE934}" type="slidenum">
              <a:rPr lang="en-US" smtClean="0"/>
              <a:pPr/>
              <a:t>‹Nr.›</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09728" y="1188720"/>
            <a:ext cx="8266176" cy="5605272"/>
          </a:xfrm>
        </p:spPr>
        <p:txBody>
          <a:bodyPr anchor="b" anchorCtr="0">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0494136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de-DE"/>
              <a:t>Mastertitelformat bearbeiten</a:t>
            </a:r>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09728" y="2651760"/>
            <a:ext cx="8266176" cy="4142232"/>
          </a:xfrm>
        </p:spPr>
        <p:txBody>
          <a:bodyPr anchor="b">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Oval 2">
            <a:extLst>
              <a:ext uri="{FF2B5EF4-FFF2-40B4-BE49-F238E27FC236}">
                <a16:creationId xmlns:a16="http://schemas.microsoft.com/office/drawing/2014/main" id="{9B8B884C-311F-A563-377C-6EBE47822774}"/>
              </a:ext>
            </a:extLst>
          </p:cNvPr>
          <p:cNvSpPr/>
          <p:nvPr userDrawn="1"/>
        </p:nvSpPr>
        <p:spPr>
          <a:xfrm>
            <a:off x="7277270" y="0"/>
            <a:ext cx="4914730" cy="4914730"/>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Graphic 3">
            <a:extLst>
              <a:ext uri="{FF2B5EF4-FFF2-40B4-BE49-F238E27FC236}">
                <a16:creationId xmlns:a16="http://schemas.microsoft.com/office/drawing/2014/main" id="{02F09180-2668-03E9-3E5B-E24359E2B70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56289" y="4425163"/>
            <a:ext cx="1005840" cy="1005840"/>
          </a:xfrm>
          <a:prstGeom prst="rect">
            <a:avLst/>
          </a:prstGeom>
        </p:spPr>
      </p:pic>
    </p:spTree>
    <p:extLst>
      <p:ext uri="{BB962C8B-B14F-4D97-AF65-F5344CB8AC3E}">
        <p14:creationId xmlns:p14="http://schemas.microsoft.com/office/powerpoint/2010/main" val="175965212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3A9F5324-9AB0-314B-31EA-61D06995041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93080" y="5753627"/>
            <a:ext cx="1005840" cy="100584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de-DE"/>
              <a:t>Mastertitelformat bearbeiten</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962912" y="626364"/>
            <a:ext cx="8266176" cy="5605272"/>
          </a:xfrm>
        </p:spPr>
        <p:txBody>
          <a:bodyPr anchor="ctr" anchorCtr="0">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7484804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DC095FD-8C32-C2DB-3F1D-105AFD1518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93080" y="457200"/>
            <a:ext cx="1005840" cy="1005840"/>
          </a:xfrm>
          <a:prstGeom prst="rect">
            <a:avLst/>
          </a:prstGeom>
        </p:spPr>
      </p:pic>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5760720"/>
            <a:ext cx="8970264" cy="466344"/>
          </a:xfrm>
        </p:spPr>
        <p:txBody>
          <a:bodyPr anchor="ctr">
            <a:normAutofit/>
          </a:bodyPr>
          <a:lstStyle>
            <a:lvl1pPr algn="ctr">
              <a:lnSpc>
                <a:spcPct val="80000"/>
              </a:lnSpc>
              <a:defRPr sz="2000" spc="0" baseline="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600200"/>
            <a:ext cx="9198864" cy="3657600"/>
          </a:xfrm>
        </p:spPr>
        <p:txBody>
          <a:bodyPr anchor="ctr">
            <a:normAutofit/>
          </a:bodyPr>
          <a:lstStyle>
            <a:lvl1pPr marL="164592" indent="-164592" algn="ctr">
              <a:lnSpc>
                <a:spcPct val="80000"/>
              </a:lnSpc>
              <a:spcBef>
                <a:spcPts val="0"/>
              </a:spcBef>
              <a:buNone/>
              <a:defRPr sz="5600" spc="-200" baseline="0">
                <a:latin typeface="+mj-lt"/>
              </a:defRPr>
            </a:lvl1pPr>
          </a:lstStyle>
          <a:p>
            <a:pPr lvl="0"/>
            <a:r>
              <a:rPr lang="en-US" dirty="0"/>
              <a:t>Click to add Quote</a:t>
            </a:r>
          </a:p>
        </p:txBody>
      </p:sp>
    </p:spTree>
    <p:extLst>
      <p:ext uri="{BB962C8B-B14F-4D97-AF65-F5344CB8AC3E}">
        <p14:creationId xmlns:p14="http://schemas.microsoft.com/office/powerpoint/2010/main" val="90757037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Quote 2">
    <p:bg>
      <p:bgRef idx="1001">
        <a:schemeClr val="bg1"/>
      </p:bgRef>
    </p:bg>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884CE384-B29D-F2CE-AAA2-9F696214E5C3}"/>
              </a:ext>
            </a:extLst>
          </p:cNvPr>
          <p:cNvSpPr/>
          <p:nvPr userDrawn="1"/>
        </p:nvSpPr>
        <p:spPr>
          <a:xfrm>
            <a:off x="7277270" y="1943270"/>
            <a:ext cx="4914730" cy="4914730"/>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Graphic 3">
            <a:extLst>
              <a:ext uri="{FF2B5EF4-FFF2-40B4-BE49-F238E27FC236}">
                <a16:creationId xmlns:a16="http://schemas.microsoft.com/office/drawing/2014/main" id="{4E0946D8-30A5-B84D-F1D0-0DB66CAABBE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56289" y="168175"/>
            <a:ext cx="1005840" cy="1005840"/>
          </a:xfrm>
          <a:prstGeom prst="rect">
            <a:avLst/>
          </a:prstGeom>
        </p:spPr>
      </p:pic>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09728" y="6339504"/>
            <a:ext cx="9043416" cy="466344"/>
          </a:xfrm>
        </p:spPr>
        <p:txBody>
          <a:bodyPr anchor="ctr">
            <a:normAutofit/>
          </a:bodyPr>
          <a:lstStyle>
            <a:lvl1pPr>
              <a:lnSpc>
                <a:spcPct val="80000"/>
              </a:lnSpc>
              <a:defRPr sz="2000" cap="none" spc="0" baseline="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09728" y="188122"/>
            <a:ext cx="9198864" cy="3291840"/>
          </a:xfrm>
        </p:spPr>
        <p:txBody>
          <a:bodyPr anchor="t" anchorCtr="0">
            <a:normAutofit/>
          </a:bodyPr>
          <a:lstStyle>
            <a:lvl1pPr marL="164592" indent="-164592">
              <a:lnSpc>
                <a:spcPct val="80000"/>
              </a:lnSpc>
              <a:spcBef>
                <a:spcPts val="0"/>
              </a:spcBef>
              <a:buNone/>
              <a:defRPr sz="5600" spc="-200" baseline="0">
                <a:latin typeface="+mj-lt"/>
              </a:defRPr>
            </a:lvl1pPr>
          </a:lstStyle>
          <a:p>
            <a:pPr lvl="0"/>
            <a:r>
              <a:rPr lang="en-US" dirty="0"/>
              <a:t>Click to add Quote</a:t>
            </a:r>
          </a:p>
        </p:txBody>
      </p:sp>
    </p:spTree>
    <p:extLst>
      <p:ext uri="{BB962C8B-B14F-4D97-AF65-F5344CB8AC3E}">
        <p14:creationId xmlns:p14="http://schemas.microsoft.com/office/powerpoint/2010/main" val="889215635"/>
      </p:ext>
    </p:extLst>
  </p:cSld>
  <p:clrMapOvr>
    <a:overrideClrMapping bg1="lt1" tx1="dk1" bg2="lt2" tx2="dk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C1BC50BE-AB5B-8BDE-7DBB-C903EDD6FB3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233758" y="230006"/>
            <a:ext cx="731520" cy="731520"/>
          </a:xfrm>
          <a:prstGeom prst="rect">
            <a:avLst/>
          </a:prstGeom>
        </p:spPr>
      </p:pic>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37160" y="5669280"/>
            <a:ext cx="8805672" cy="466344"/>
          </a:xfrm>
        </p:spPr>
        <p:txBody>
          <a:bodyPr anchor="ctr">
            <a:normAutofit/>
          </a:bodyPr>
          <a:lstStyle>
            <a:lvl1pPr>
              <a:lnSpc>
                <a:spcPct val="80000"/>
              </a:lnSpc>
              <a:defRPr sz="2000" spc="0" baseline="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09728" y="1097280"/>
            <a:ext cx="8961120" cy="3474720"/>
          </a:xfrm>
        </p:spPr>
        <p:txBody>
          <a:bodyPr anchor="ctr">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dirty="0"/>
              <a:t>Click to add Quote</a:t>
            </a:r>
          </a:p>
        </p:txBody>
      </p:sp>
    </p:spTree>
    <p:extLst>
      <p:ext uri="{BB962C8B-B14F-4D97-AF65-F5344CB8AC3E}">
        <p14:creationId xmlns:p14="http://schemas.microsoft.com/office/powerpoint/2010/main" val="44548804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Quot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37159" y="5284269"/>
            <a:ext cx="7462853" cy="1443156"/>
          </a:xfrm>
        </p:spPr>
        <p:txBody>
          <a:bodyPr anchor="b" anchorCtr="0">
            <a:normAutofit/>
          </a:bodyPr>
          <a:lstStyle>
            <a:lvl1pPr>
              <a:lnSpc>
                <a:spcPct val="120000"/>
              </a:lnSpc>
              <a:defRPr sz="1600" spc="0" baseline="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09728" y="179177"/>
            <a:ext cx="7490285" cy="5029200"/>
          </a:xfrm>
        </p:spPr>
        <p:txBody>
          <a:bodyPr anchor="t" anchorCtr="0">
            <a:normAutofit/>
          </a:bodyPr>
          <a:lstStyle>
            <a:lvl1pPr marL="164592" indent="-164592">
              <a:lnSpc>
                <a:spcPct val="80000"/>
              </a:lnSpc>
              <a:spcBef>
                <a:spcPts val="0"/>
              </a:spcBef>
              <a:buNone/>
              <a:defRPr sz="5600" spc="-200" baseline="0">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7680959" y="6400800"/>
            <a:ext cx="3840480" cy="365125"/>
          </a:xfrm>
        </p:spPr>
        <p:txBody>
          <a:bodyPr/>
          <a:lstStyle/>
          <a:p>
            <a:r>
              <a:rPr lang="en-US" dirty="0"/>
              <a:t>Shaping the future of our industry</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627219" y="6400800"/>
            <a:ext cx="429207" cy="365125"/>
          </a:xfrm>
        </p:spPr>
        <p:txBody>
          <a:bodyPr/>
          <a:lstStyle/>
          <a:p>
            <a:fld id="{CC057153-B650-4DEB-B370-79DDCFDCE934}" type="slidenum">
              <a:rPr lang="en-US" smtClean="0"/>
              <a:t>‹Nr.›</a:t>
            </a:fld>
            <a:endParaRPr lang="en-US" dirty="0"/>
          </a:p>
        </p:txBody>
      </p:sp>
    </p:spTree>
    <p:extLst>
      <p:ext uri="{BB962C8B-B14F-4D97-AF65-F5344CB8AC3E}">
        <p14:creationId xmlns:p14="http://schemas.microsoft.com/office/powerpoint/2010/main" val="66910057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Quot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002866" y="5117083"/>
            <a:ext cx="6053559" cy="1618489"/>
          </a:xfrm>
        </p:spPr>
        <p:txBody>
          <a:bodyPr anchor="b" anchorCtr="0">
            <a:normAutofit/>
          </a:bodyPr>
          <a:lstStyle>
            <a:lvl1pPr>
              <a:lnSpc>
                <a:spcPct val="80000"/>
              </a:lnSpc>
              <a:defRPr sz="2000" spc="0" baseline="0">
                <a:solidFill>
                  <a:schemeClr val="tx1"/>
                </a:solidFill>
                <a:latin typeface="+mn-lt"/>
              </a:defRPr>
            </a:lvl1pPr>
          </a:lstStyle>
          <a:p>
            <a:r>
              <a:rPr lang="en-US" dirty="0"/>
              <a:t>Quote Author</a:t>
            </a:r>
          </a:p>
        </p:txBody>
      </p:sp>
      <p:pic>
        <p:nvPicPr>
          <p:cNvPr id="3" name="Graphic 2">
            <a:extLst>
              <a:ext uri="{FF2B5EF4-FFF2-40B4-BE49-F238E27FC236}">
                <a16:creationId xmlns:a16="http://schemas.microsoft.com/office/drawing/2014/main" id="{7B90859F-C81D-2CBA-0268-040BF6276E3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30461" y="5902452"/>
            <a:ext cx="731520" cy="731520"/>
          </a:xfrm>
          <a:prstGeom prst="rect">
            <a:avLst/>
          </a:prstGeom>
        </p:spPr>
      </p:pic>
      <p:sp>
        <p:nvSpPr>
          <p:cNvPr id="8" name="Footer Placeholder 7">
            <a:extLst>
              <a:ext uri="{FF2B5EF4-FFF2-40B4-BE49-F238E27FC236}">
                <a16:creationId xmlns:a16="http://schemas.microsoft.com/office/drawing/2014/main" id="{8722129D-A009-1048-F4CC-0DD22291EAAA}"/>
              </a:ext>
            </a:extLst>
          </p:cNvPr>
          <p:cNvSpPr>
            <a:spLocks noGrp="1"/>
          </p:cNvSpPr>
          <p:nvPr>
            <p:ph type="ftr" sz="quarter" idx="15"/>
          </p:nvPr>
        </p:nvSpPr>
        <p:spPr/>
        <p:txBody>
          <a:bodyPr/>
          <a:lstStyle/>
          <a:p>
            <a:r>
              <a:rPr lang="en-US" dirty="0"/>
              <a:t>Shaping the future of our industry</a:t>
            </a:r>
          </a:p>
        </p:txBody>
      </p:sp>
      <p:sp>
        <p:nvSpPr>
          <p:cNvPr id="9" name="Slide Number Placeholder 8">
            <a:extLst>
              <a:ext uri="{FF2B5EF4-FFF2-40B4-BE49-F238E27FC236}">
                <a16:creationId xmlns:a16="http://schemas.microsoft.com/office/drawing/2014/main" id="{F511AB8E-654D-449F-FE27-9EE3329DE084}"/>
              </a:ext>
            </a:extLst>
          </p:cNvPr>
          <p:cNvSpPr>
            <a:spLocks noGrp="1"/>
          </p:cNvSpPr>
          <p:nvPr>
            <p:ph type="sldNum" sz="quarter" idx="16"/>
          </p:nvPr>
        </p:nvSpPr>
        <p:spPr/>
        <p:txBody>
          <a:bodyPr/>
          <a:lstStyle/>
          <a:p>
            <a:fld id="{CC057153-B650-4DEB-B370-79DDCFDCE934}" type="slidenum">
              <a:rPr lang="en-US" smtClean="0"/>
              <a:pPr/>
              <a:t>‹Nr.›</a:t>
            </a:fld>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967194" y="1040130"/>
            <a:ext cx="6089232" cy="3694174"/>
          </a:xfrm>
        </p:spPr>
        <p:txBody>
          <a:bodyPr anchor="b" anchorCtr="0">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dirty="0"/>
              <a:t>Click to add Quote</a:t>
            </a:r>
          </a:p>
        </p:txBody>
      </p:sp>
    </p:spTree>
    <p:extLst>
      <p:ext uri="{BB962C8B-B14F-4D97-AF65-F5344CB8AC3E}">
        <p14:creationId xmlns:p14="http://schemas.microsoft.com/office/powerpoint/2010/main" val="153089358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Zwei Inhal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728" y="1005840"/>
            <a:ext cx="10741152" cy="1132258"/>
          </a:xfrm>
        </p:spPr>
        <p:txBody>
          <a:bodyPr/>
          <a:lstStyle/>
          <a:p>
            <a:r>
              <a:rPr lang="de-DE"/>
              <a:t>Mastertitelformat bearbeiten</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F5AADBF-0503-AC4E-BF4F-A2D8EFDE8E43}" type="datetime1">
              <a:rPr lang="en-US" smtClean="0"/>
              <a:t>3/15/2026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Shaping the future of our industry</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‹Nr.›</a:t>
            </a:fld>
            <a:endParaRPr lang="en-US" dirty="0"/>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109728" y="2286000"/>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675120" y="2286000"/>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51030046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Verglei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109728" y="836956"/>
            <a:ext cx="10745788" cy="1143292"/>
          </a:xfrm>
        </p:spPr>
        <p:txBody>
          <a:bodyPr/>
          <a:lstStyle/>
          <a:p>
            <a:r>
              <a:rPr lang="de-DE"/>
              <a:t>Mastertitelformat bearbeiten</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CA88835E-E029-C74A-A8D5-72AFFFEA0839}" type="datetime1">
              <a:rPr lang="en-US" smtClean="0"/>
              <a:t>3/15/2026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Shaping the future of our industry</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‹Nr.›</a:t>
            </a:fld>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09728" y="2086805"/>
            <a:ext cx="5157787" cy="559834"/>
          </a:xfrm>
        </p:spPr>
        <p:txBody>
          <a:bodyPr anchor="b">
            <a:normAutofit/>
          </a:bodyPr>
          <a:lstStyle>
            <a:lvl1pPr marL="0" indent="0">
              <a:lnSpc>
                <a:spcPct val="90000"/>
              </a:lnSpc>
              <a:buNone/>
              <a:defRPr sz="18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675120" y="2086805"/>
            <a:ext cx="5183188" cy="559834"/>
          </a:xfrm>
        </p:spPr>
        <p:txBody>
          <a:bodyPr anchor="b">
            <a:normAutofit/>
          </a:bodyPr>
          <a:lstStyle>
            <a:lvl1pPr marL="0" indent="0">
              <a:lnSpc>
                <a:spcPct val="90000"/>
              </a:lnSpc>
              <a:buNone/>
              <a:defRPr sz="18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109728" y="2677160"/>
            <a:ext cx="5157788" cy="376396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675120" y="2677160"/>
            <a:ext cx="5183188" cy="376396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177795757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111325" y="1005840"/>
            <a:ext cx="10653578" cy="1132258"/>
          </a:xfrm>
        </p:spPr>
        <p:txBody>
          <a:bodyPr/>
          <a:lstStyle/>
          <a:p>
            <a:r>
              <a:rPr lang="de-DE"/>
              <a:t>Mastertitelformat bearbeiten</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49407084-E3CF-AE41-BB02-D224862A000A}" type="datetime1">
              <a:rPr lang="en-US" smtClean="0"/>
              <a:t>3/15/2026</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Shaping the future of our industry</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‹Nr.›</a:t>
            </a:fld>
            <a:endParaRPr lang="en-US" dirty="0"/>
          </a:p>
        </p:txBody>
      </p:sp>
    </p:spTree>
    <p:extLst>
      <p:ext uri="{BB962C8B-B14F-4D97-AF65-F5344CB8AC3E}">
        <p14:creationId xmlns:p14="http://schemas.microsoft.com/office/powerpoint/2010/main" val="196287136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C07C39C1-122A-624B-A21F-3BF663742DA5}" type="datetime1">
              <a:rPr lang="en-US" smtClean="0"/>
              <a:t>3/15/2026</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Shaping the future of our industry</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‹Nr.›</a:t>
            </a:fld>
            <a:endParaRPr lang="en-US" dirty="0"/>
          </a:p>
        </p:txBody>
      </p:sp>
    </p:spTree>
    <p:extLst>
      <p:ext uri="{BB962C8B-B14F-4D97-AF65-F5344CB8AC3E}">
        <p14:creationId xmlns:p14="http://schemas.microsoft.com/office/powerpoint/2010/main" val="293785002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111325" y="1005205"/>
            <a:ext cx="3595634" cy="1757505"/>
          </a:xfrm>
        </p:spPr>
        <p:txBody>
          <a:bodyPr anchor="t">
            <a:noAutofit/>
          </a:bodyPr>
          <a:lstStyle>
            <a:lvl1pPr>
              <a:defRPr sz="5600"/>
            </a:lvl1pPr>
          </a:lstStyle>
          <a:p>
            <a:r>
              <a:rPr lang="de-DE"/>
              <a:t>Mastertitelformat bearbeiten</a:t>
            </a:r>
            <a:endParaRPr lang="en-US" dirty="0"/>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2B77D5EB-6120-1A42-AF3F-8CC049FEDDDD}" type="datetime1">
              <a:rPr lang="en-US" smtClean="0"/>
              <a:t>3/15/2026</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5134707" y="109728"/>
            <a:ext cx="5303520" cy="365125"/>
          </a:xfrm>
        </p:spPr>
        <p:txBody>
          <a:bodyPr/>
          <a:lstStyle/>
          <a:p>
            <a:r>
              <a:rPr lang="en-US" dirty="0"/>
              <a:t>Shaping the future of our industry</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‹Nr.›</a:t>
            </a:fld>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111325" y="2762710"/>
            <a:ext cx="3595634" cy="399326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1005840"/>
            <a:ext cx="6440258" cy="5755109"/>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136567490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Bild mit Überschrif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9600" y="1181490"/>
            <a:ext cx="5986399" cy="5676510"/>
          </a:xfrm>
        </p:spPr>
        <p:txBody>
          <a:bodyPr anchor="b">
            <a:noAutofit/>
          </a:bodyPr>
          <a:lstStyle>
            <a:lvl1pPr>
              <a:defRPr sz="5600"/>
            </a:lvl1pPr>
          </a:lstStyle>
          <a:p>
            <a:r>
              <a:rPr lang="de-DE"/>
              <a:t>Mastertitelformat bearbeiten</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137160" y="182880"/>
            <a:ext cx="4572000" cy="73152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3" name="Picture Placeholder 10">
            <a:extLst>
              <a:ext uri="{FF2B5EF4-FFF2-40B4-BE49-F238E27FC236}">
                <a16:creationId xmlns:a16="http://schemas.microsoft.com/office/drawing/2014/main" id="{08FD5A0C-3984-4E77-6D88-7812D8F2B191}"/>
              </a:ext>
            </a:extLst>
          </p:cNvPr>
          <p:cNvSpPr>
            <a:spLocks noGrp="1"/>
          </p:cNvSpPr>
          <p:nvPr>
            <p:ph type="pic" sz="quarter" idx="13"/>
          </p:nvPr>
        </p:nvSpPr>
        <p:spPr>
          <a:xfrm>
            <a:off x="6296626" y="0"/>
            <a:ext cx="5895374" cy="6858000"/>
          </a:xfrm>
          <a:blipFill dpi="0" rotWithShape="1">
            <a:blip r:embed="rId2">
              <a:alphaModFix amt="60000"/>
            </a:blip>
            <a:srcRect/>
            <a:stretch>
              <a:fillRect/>
            </a:stretch>
          </a:blipFill>
        </p:spPr>
        <p:txBody>
          <a:bodyPr/>
          <a:lstStyle/>
          <a:p>
            <a:r>
              <a:rPr lang="de-DE"/>
              <a:t>Bild durch Klicken auf Symbol hinzufügen</a:t>
            </a:r>
            <a:endParaRPr lang="en-US" dirty="0"/>
          </a:p>
        </p:txBody>
      </p:sp>
      <p:pic>
        <p:nvPicPr>
          <p:cNvPr id="8" name="Graphic 7">
            <a:extLst>
              <a:ext uri="{FF2B5EF4-FFF2-40B4-BE49-F238E27FC236}">
                <a16:creationId xmlns:a16="http://schemas.microsoft.com/office/drawing/2014/main" id="{A4D56FA5-6B2C-25FC-5C75-51C0FD7A085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381512" y="224984"/>
            <a:ext cx="731520" cy="731520"/>
          </a:xfrm>
          <a:prstGeom prst="rect">
            <a:avLst/>
          </a:prstGeom>
        </p:spPr>
      </p:pic>
    </p:spTree>
    <p:extLst>
      <p:ext uri="{BB962C8B-B14F-4D97-AF65-F5344CB8AC3E}">
        <p14:creationId xmlns:p14="http://schemas.microsoft.com/office/powerpoint/2010/main" val="2279494385"/>
      </p:ext>
    </p:extLst>
  </p:cSld>
  <p:clrMapOvr>
    <a:overrideClrMapping bg1="lt1" tx1="dk1" bg2="lt2" tx2="dk2" accent1="accent1" accent2="accent2" accent3="accent3" accent4="accent4" accent5="accent5" accent6="accent6" hlink="hlink" folHlink="folHlink"/>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9728" y="1847088"/>
            <a:ext cx="7342307" cy="1133856"/>
          </a:xfrm>
        </p:spPr>
        <p:txBody>
          <a:bodyPr anchor="b">
            <a:noAutofit/>
          </a:bodyPr>
          <a:lstStyle>
            <a:lvl1pPr>
              <a:defRPr sz="5600"/>
            </a:lvl1pPr>
          </a:lstStyle>
          <a:p>
            <a:r>
              <a:rPr lang="de-DE"/>
              <a:t>Mastertitelformat bearbeiten</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84E0BBB-D56F-1E45-84FD-A9025FF37F5C}" type="datetime1">
              <a:rPr lang="en-US" smtClean="0"/>
              <a:t>3/15/2026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Shaping the future of our industry</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‹Nr.›</a:t>
            </a:fld>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09728" y="3594099"/>
            <a:ext cx="10890374"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4114945589"/>
      </p:ext>
    </p:extLst>
  </p:cSld>
  <p:clrMapOvr>
    <a:overrideClrMapping bg1="lt1" tx1="dk1" bg2="lt2" tx2="dk2" accent1="accent1" accent2="accent2" accent3="accent3" accent4="accent4" accent5="accent5" accent6="accent6" hlink="hlink" folHlink="folHlink"/>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9728" y="1627318"/>
            <a:ext cx="8430767" cy="1842020"/>
          </a:xfrm>
        </p:spPr>
        <p:txBody>
          <a:bodyPr anchor="b">
            <a:noAutofit/>
          </a:bodyPr>
          <a:lstStyle>
            <a:lvl1pPr>
              <a:defRPr sz="5600"/>
            </a:lvl1pPr>
          </a:lstStyle>
          <a:p>
            <a:r>
              <a:rPr lang="de-DE"/>
              <a:t>Mastertitelformat bearbeiten</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041CA7F-D03C-0042-8A7B-E9EA80DFAE43}" type="datetime1">
              <a:rPr lang="en-US" smtClean="0"/>
              <a:t>3/15/2026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Shaping the future of our industry</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‹Nr.›</a:t>
            </a:fld>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109728" y="3622674"/>
            <a:ext cx="8430639" cy="1279615"/>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554220374"/>
      </p:ext>
    </p:extLst>
  </p:cSld>
  <p:clrMapOvr>
    <a:overrideClrMapping bg1="lt1" tx1="dk1" bg2="lt2" tx2="dk2" accent1="accent1" accent2="accent2" accent3="accent3" accent4="accent4" accent5="accent5" accent6="accent6" hlink="hlink" folHlink="folHlink"/>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Conclusion 3">
    <p:bg>
      <p:bgRef idx="1001">
        <a:schemeClr val="bg1"/>
      </p:bgRef>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92821B14-72A5-C6D7-EF14-887B89D0409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11235399" y="5899743"/>
            <a:ext cx="731520" cy="73152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9728" y="3566159"/>
            <a:ext cx="5517349" cy="3130063"/>
          </a:xfrm>
        </p:spPr>
        <p:txBody>
          <a:bodyPr anchor="t" anchorCtr="0">
            <a:noAutofit/>
          </a:bodyPr>
          <a:lstStyle>
            <a:lvl1pPr>
              <a:defRPr sz="5600"/>
            </a:lvl1pPr>
          </a:lstStyle>
          <a:p>
            <a:r>
              <a:rPr lang="de-DE"/>
              <a:t>Mastertitelformat bearbeiten</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EA1F1A7-9EF6-7D4F-AE10-1D541A371837}" type="datetime1">
              <a:rPr lang="en-US" smtClean="0"/>
              <a:t>3/15/2026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Shaping the future of our industry</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‹Nr.›</a:t>
            </a:fld>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971033" y="3566160"/>
            <a:ext cx="5024070" cy="2190297"/>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268762932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71"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de-DE"/>
              <a:t>Mastertitelformat bearbeiten</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9035" y="110364"/>
            <a:ext cx="3494314" cy="365125"/>
          </a:xfrm>
          <a:prstGeom prst="rect">
            <a:avLst/>
          </a:prstGeom>
        </p:spPr>
        <p:txBody>
          <a:bodyPr vert="horz" lIns="91440" tIns="45720" rIns="91440" bIns="45720" rtlCol="0" anchor="ctr"/>
          <a:lstStyle>
            <a:lvl1pPr algn="l">
              <a:lnSpc>
                <a:spcPct val="80000"/>
              </a:lnSpc>
              <a:defRPr sz="1000">
                <a:solidFill>
                  <a:schemeClr val="tx1"/>
                </a:solidFill>
                <a:latin typeface="+mn-lt"/>
              </a:defRPr>
            </a:lvl1pPr>
          </a:lstStyle>
          <a:p>
            <a:fld id="{E2D2F0CB-8BED-3748-8B15-758A52C2D13F}" type="datetime1">
              <a:rPr lang="en-US" smtClean="0"/>
              <a:pPr/>
              <a:t>3/15/2026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5967194" y="110364"/>
            <a:ext cx="5303520" cy="365125"/>
          </a:xfrm>
          <a:prstGeom prst="rect">
            <a:avLst/>
          </a:prstGeom>
        </p:spPr>
        <p:txBody>
          <a:bodyPr vert="horz" lIns="91440" tIns="45720" rIns="91440" bIns="45720" rtlCol="0" anchor="ctr"/>
          <a:lstStyle>
            <a:lvl1pPr algn="l">
              <a:lnSpc>
                <a:spcPct val="80000"/>
              </a:lnSpc>
              <a:defRPr sz="1000">
                <a:solidFill>
                  <a:schemeClr val="tx1"/>
                </a:solidFill>
                <a:latin typeface="+mn-lt"/>
              </a:defRPr>
            </a:lvl1pPr>
          </a:lstStyle>
          <a:p>
            <a:r>
              <a:rPr lang="en-US" dirty="0"/>
              <a:t>Shaping the future of our industry</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27219" y="110364"/>
            <a:ext cx="429207" cy="365125"/>
          </a:xfrm>
          <a:prstGeom prst="rect">
            <a:avLst/>
          </a:prstGeom>
        </p:spPr>
        <p:txBody>
          <a:bodyPr vert="horz" lIns="91440" tIns="45720" rIns="91440" bIns="45720" rtlCol="0" anchor="ctr"/>
          <a:lstStyle>
            <a:lvl1pPr algn="r">
              <a:lnSpc>
                <a:spcPct val="80000"/>
              </a:lnSpc>
              <a:defRPr sz="1000">
                <a:solidFill>
                  <a:schemeClr val="tx1"/>
                </a:solidFill>
                <a:latin typeface="+mn-lt"/>
              </a:defRPr>
            </a:lvl1pPr>
          </a:lstStyle>
          <a:p>
            <a:fld id="{CC057153-B650-4DEB-B370-79DDCFDCE934}" type="slidenum">
              <a:rPr lang="en-US" smtClean="0"/>
              <a:pPr/>
              <a:t>‹Nr.›</a:t>
            </a:fld>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918653949"/>
      </p:ext>
    </p:extLst>
  </p:cSld>
  <p:clrMap bg1="lt1" tx1="dk1" bg2="lt2" tx2="dk2" accent1="accent1" accent2="accent2" accent3="accent3" accent4="accent4" accent5="accent5" accent6="accent6" hlink="hlink" folHlink="folHlink"/>
  <p:sldLayoutIdLst>
    <p:sldLayoutId id="2147483783" r:id="rId1"/>
    <p:sldLayoutId id="2147483851" r:id="rId2"/>
    <p:sldLayoutId id="2147483784" r:id="rId3"/>
    <p:sldLayoutId id="2147483785" r:id="rId4"/>
    <p:sldLayoutId id="2147483831" r:id="rId5"/>
    <p:sldLayoutId id="2147483837" r:id="rId6"/>
    <p:sldLayoutId id="2147483852" r:id="rId7"/>
    <p:sldLayoutId id="2147483786" r:id="rId8"/>
    <p:sldLayoutId id="2147483787" r:id="rId9"/>
    <p:sldLayoutId id="2147483788" r:id="rId10"/>
    <p:sldLayoutId id="2147483789" r:id="rId11"/>
    <p:sldLayoutId id="2147483832" r:id="rId12"/>
    <p:sldLayoutId id="2147483835" r:id="rId13"/>
    <p:sldLayoutId id="2147483836" r:id="rId14"/>
    <p:sldLayoutId id="2147483790" r:id="rId15"/>
    <p:sldLayoutId id="2147483838" r:id="rId16"/>
    <p:sldLayoutId id="2147483791" r:id="rId17"/>
    <p:sldLayoutId id="2147483839" r:id="rId18"/>
    <p:sldLayoutId id="2147483792" r:id="rId19"/>
    <p:sldLayoutId id="2147483793" r:id="rId20"/>
    <p:sldLayoutId id="2147483794" r:id="rId21"/>
    <p:sldLayoutId id="2147483795" r:id="rId22"/>
    <p:sldLayoutId id="2147483796" r:id="rId23"/>
    <p:sldLayoutId id="2147483843" r:id="rId24"/>
    <p:sldLayoutId id="2147483833" r:id="rId25"/>
    <p:sldLayoutId id="2147483834" r:id="rId26"/>
    <p:sldLayoutId id="2147483797" r:id="rId27"/>
    <p:sldLayoutId id="2147483798" r:id="rId28"/>
    <p:sldLayoutId id="2147483799" r:id="rId29"/>
    <p:sldLayoutId id="2147483800" r:id="rId30"/>
    <p:sldLayoutId id="2147483801" r:id="rId31"/>
    <p:sldLayoutId id="2147483802" r:id="rId32"/>
    <p:sldLayoutId id="2147483803" r:id="rId33"/>
    <p:sldLayoutId id="2147483804" r:id="rId34"/>
    <p:sldLayoutId id="2147483805" r:id="rId35"/>
    <p:sldLayoutId id="2147483806" r:id="rId36"/>
    <p:sldLayoutId id="2147483807" r:id="rId37"/>
    <p:sldLayoutId id="2147483808" r:id="rId38"/>
    <p:sldLayoutId id="2147483809" r:id="rId39"/>
    <p:sldLayoutId id="2147483810" r:id="rId40"/>
    <p:sldLayoutId id="2147483811" r:id="rId41"/>
    <p:sldLayoutId id="2147483812" r:id="rId42"/>
    <p:sldLayoutId id="2147483813" r:id="rId43"/>
    <p:sldLayoutId id="2147483840" r:id="rId44"/>
    <p:sldLayoutId id="2147483841" r:id="rId45"/>
    <p:sldLayoutId id="2147483842" r:id="rId46"/>
    <p:sldLayoutId id="2147483828" r:id="rId47"/>
    <p:sldLayoutId id="2147483814" r:id="rId48"/>
    <p:sldLayoutId id="2147483815" r:id="rId49"/>
    <p:sldLayoutId id="2147483816" r:id="rId50"/>
    <p:sldLayoutId id="2147483844" r:id="rId51"/>
    <p:sldLayoutId id="2147483845" r:id="rId52"/>
    <p:sldLayoutId id="2147483846" r:id="rId53"/>
    <p:sldLayoutId id="2147483817" r:id="rId54"/>
    <p:sldLayoutId id="2147483818" r:id="rId55"/>
    <p:sldLayoutId id="2147483819" r:id="rId56"/>
    <p:sldLayoutId id="2147483820" r:id="rId57"/>
    <p:sldLayoutId id="2147483821" r:id="rId58"/>
    <p:sldLayoutId id="2147483822" r:id="rId59"/>
    <p:sldLayoutId id="2147483847" r:id="rId60"/>
    <p:sldLayoutId id="2147483848" r:id="rId61"/>
    <p:sldLayoutId id="2147483823" r:id="rId62"/>
    <p:sldLayoutId id="2147483824" r:id="rId63"/>
    <p:sldLayoutId id="2147483825" r:id="rId64"/>
    <p:sldLayoutId id="2147483826" r:id="rId65"/>
    <p:sldLayoutId id="2147483827" r:id="rId66"/>
    <p:sldLayoutId id="2147483850" r:id="rId67"/>
    <p:sldLayoutId id="2147483829" r:id="rId68"/>
    <p:sldLayoutId id="2147483830" r:id="rId69"/>
    <p:sldLayoutId id="2147483849" r:id="rId70"/>
  </p:sldLayoutIdLst>
  <p:hf hdr="0"/>
  <p:txStyles>
    <p:titleStyle>
      <a:lvl1pPr algn="l" defTabSz="914400" rtl="0" eaLnBrk="1" latinLnBrk="0" hangingPunct="1">
        <a:lnSpc>
          <a:spcPct val="80000"/>
        </a:lnSpc>
        <a:spcBef>
          <a:spcPct val="0"/>
        </a:spcBef>
        <a:buNone/>
        <a:defRPr sz="5600" b="0" i="0" kern="1200" spc="-200" baseline="0">
          <a:solidFill>
            <a:schemeClr val="tx1"/>
          </a:solidFill>
          <a:latin typeface="+mj-lt"/>
          <a:ea typeface="+mj-ea"/>
          <a:cs typeface="+mj-cs"/>
        </a:defRPr>
      </a:lvl1pPr>
    </p:titleStyle>
    <p:bodyStyle>
      <a:lvl1pPr marL="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1pPr>
      <a:lvl2pPr marL="2286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2pPr>
      <a:lvl3pPr marL="4572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3pPr>
      <a:lvl4pPr marL="6858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4pPr>
      <a:lvl5pPr marL="9144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4.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1.xml"/><Relationship Id="rId1" Type="http://schemas.openxmlformats.org/officeDocument/2006/relationships/slideLayout" Target="../slideLayouts/slideLayout40.xml"/><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2.xml"/><Relationship Id="rId1" Type="http://schemas.openxmlformats.org/officeDocument/2006/relationships/slideLayout" Target="../slideLayouts/slideLayout40.xml"/><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8" Type="http://schemas.openxmlformats.org/officeDocument/2006/relationships/image" Target="../media/image30.jpeg"/><Relationship Id="rId3" Type="http://schemas.openxmlformats.org/officeDocument/2006/relationships/image" Target="../media/image27.jpg"/><Relationship Id="rId7"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40.xml"/><Relationship Id="rId6" Type="http://schemas.microsoft.com/office/2007/relationships/hdphoto" Target="../media/hdphoto2.wdp"/><Relationship Id="rId5" Type="http://schemas.openxmlformats.org/officeDocument/2006/relationships/image" Target="../media/image2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27.jpg"/><Relationship Id="rId7" Type="http://schemas.openxmlformats.org/officeDocument/2006/relationships/image" Target="../media/image30.jpeg"/><Relationship Id="rId2" Type="http://schemas.openxmlformats.org/officeDocument/2006/relationships/notesSlide" Target="../notesSlides/notesSlide4.xml"/><Relationship Id="rId1" Type="http://schemas.openxmlformats.org/officeDocument/2006/relationships/slideLayout" Target="../slideLayouts/slideLayout40.xml"/><Relationship Id="rId6" Type="http://schemas.microsoft.com/office/2007/relationships/hdphoto" Target="../media/hdphoto2.wdp"/><Relationship Id="rId5" Type="http://schemas.openxmlformats.org/officeDocument/2006/relationships/image" Target="../media/image2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5.xml"/><Relationship Id="rId1" Type="http://schemas.openxmlformats.org/officeDocument/2006/relationships/slideLayout" Target="../slideLayouts/slideLayout40.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2" Type="http://schemas.openxmlformats.org/officeDocument/2006/relationships/hyperlink" Target="https://www.setac.org/discover-events/global-meetings/setac-europe-36th-annual-meeting/programme/training-courses.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7F61C31-DDC6-7DA7-0E0E-A0C738D300C2}"/>
              </a:ext>
            </a:extLst>
          </p:cNvPr>
          <p:cNvSpPr>
            <a:spLocks noGrp="1"/>
          </p:cNvSpPr>
          <p:nvPr>
            <p:ph type="title"/>
          </p:nvPr>
        </p:nvSpPr>
        <p:spPr/>
        <p:txBody>
          <a:bodyPr/>
          <a:lstStyle/>
          <a:p>
            <a:r>
              <a:rPr lang="de-DE"/>
              <a:t>Info</a:t>
            </a:r>
          </a:p>
        </p:txBody>
      </p:sp>
      <p:sp>
        <p:nvSpPr>
          <p:cNvPr id="3" name="Datumsplatzhalter 2">
            <a:extLst>
              <a:ext uri="{FF2B5EF4-FFF2-40B4-BE49-F238E27FC236}">
                <a16:creationId xmlns:a16="http://schemas.microsoft.com/office/drawing/2014/main" id="{0D0AF402-4BC0-FC1D-E552-2C21373FC062}"/>
              </a:ext>
            </a:extLst>
          </p:cNvPr>
          <p:cNvSpPr>
            <a:spLocks noGrp="1"/>
          </p:cNvSpPr>
          <p:nvPr>
            <p:ph type="dt" sz="half" idx="10"/>
          </p:nvPr>
        </p:nvSpPr>
        <p:spPr/>
        <p:txBody>
          <a:bodyPr/>
          <a:lstStyle/>
          <a:p>
            <a:fld id="{B1718F38-94AC-4B28-B69B-662CDAB3677F}" type="datetime1">
              <a:rPr lang="en-US" smtClean="0"/>
              <a:t>3/15/2026</a:t>
            </a:fld>
            <a:endParaRPr lang="en-US" dirty="0"/>
          </a:p>
        </p:txBody>
      </p:sp>
      <p:sp>
        <p:nvSpPr>
          <p:cNvPr id="4" name="Fußzeilenplatzhalter 3">
            <a:extLst>
              <a:ext uri="{FF2B5EF4-FFF2-40B4-BE49-F238E27FC236}">
                <a16:creationId xmlns:a16="http://schemas.microsoft.com/office/drawing/2014/main" id="{1570E8A3-54E1-6D66-FED3-8ADE4C7BC47F}"/>
              </a:ext>
            </a:extLst>
          </p:cNvPr>
          <p:cNvSpPr>
            <a:spLocks noGrp="1"/>
          </p:cNvSpPr>
          <p:nvPr>
            <p:ph type="ftr" sz="quarter" idx="11"/>
          </p:nvPr>
        </p:nvSpPr>
        <p:spPr/>
        <p:txBody>
          <a:bodyPr/>
          <a:lstStyle/>
          <a:p>
            <a:r>
              <a:rPr lang="en-US"/>
              <a:t>Sample Footer Text</a:t>
            </a:r>
            <a:endParaRPr lang="en-US" dirty="0"/>
          </a:p>
        </p:txBody>
      </p:sp>
      <p:sp>
        <p:nvSpPr>
          <p:cNvPr id="5" name="Foliennummernplatzhalter 4">
            <a:extLst>
              <a:ext uri="{FF2B5EF4-FFF2-40B4-BE49-F238E27FC236}">
                <a16:creationId xmlns:a16="http://schemas.microsoft.com/office/drawing/2014/main" id="{25ADFCCE-467F-5A08-8B66-48375EBBA863}"/>
              </a:ext>
            </a:extLst>
          </p:cNvPr>
          <p:cNvSpPr>
            <a:spLocks noGrp="1"/>
          </p:cNvSpPr>
          <p:nvPr>
            <p:ph type="sldNum" sz="quarter" idx="12"/>
          </p:nvPr>
        </p:nvSpPr>
        <p:spPr/>
        <p:txBody>
          <a:bodyPr/>
          <a:lstStyle/>
          <a:p>
            <a:fld id="{CC057153-B650-4DEB-B370-79DDCFDCE934}" type="slidenum">
              <a:rPr lang="en-US" smtClean="0"/>
              <a:t>1</a:t>
            </a:fld>
            <a:endParaRPr lang="en-US" dirty="0"/>
          </a:p>
        </p:txBody>
      </p:sp>
      <p:sp>
        <p:nvSpPr>
          <p:cNvPr id="6" name="Inhaltsplatzhalter 5">
            <a:extLst>
              <a:ext uri="{FF2B5EF4-FFF2-40B4-BE49-F238E27FC236}">
                <a16:creationId xmlns:a16="http://schemas.microsoft.com/office/drawing/2014/main" id="{E47A3679-FFF5-6986-4D60-B59C7E21BD53}"/>
              </a:ext>
            </a:extLst>
          </p:cNvPr>
          <p:cNvSpPr>
            <a:spLocks noGrp="1"/>
          </p:cNvSpPr>
          <p:nvPr>
            <p:ph idx="1"/>
          </p:nvPr>
        </p:nvSpPr>
        <p:spPr/>
        <p:txBody>
          <a:bodyPr/>
          <a:lstStyle/>
          <a:p>
            <a:r>
              <a:rPr lang="en-US"/>
              <a:t>A SETAC Europe training course on landscape modelling has </a:t>
            </a:r>
            <a:r>
              <a:rPr lang="en-US" i="1"/>
              <a:t>so much</a:t>
            </a:r>
            <a:r>
              <a:rPr lang="en-US"/>
              <a:t> potential to be engaging, playful, and genuinely memorable — especially because </a:t>
            </a:r>
            <a:r>
              <a:rPr lang="en-US" b="1"/>
              <a:t>the topic sits at the intersection of ecology, spatial thinking, and systems dynamics</a:t>
            </a:r>
            <a:r>
              <a:rPr lang="en-US"/>
              <a:t>. People learn landscape modelling best when they can </a:t>
            </a:r>
            <a:r>
              <a:rPr lang="en-US" i="1"/>
              <a:t>see</a:t>
            </a:r>
            <a:r>
              <a:rPr lang="en-US"/>
              <a:t>, </a:t>
            </a:r>
            <a:r>
              <a:rPr lang="en-US" i="1"/>
              <a:t>touch</a:t>
            </a:r>
            <a:r>
              <a:rPr lang="en-US"/>
              <a:t>, and </a:t>
            </a:r>
            <a:r>
              <a:rPr lang="en-US" i="1"/>
              <a:t>experiment</a:t>
            </a:r>
            <a:r>
              <a:rPr lang="en-US"/>
              <a:t> with the concepts, not just listen to slides.</a:t>
            </a:r>
          </a:p>
          <a:p>
            <a:endParaRPr lang="en-US"/>
          </a:p>
          <a:p>
            <a:endParaRPr lang="en-US"/>
          </a:p>
          <a:p>
            <a:r>
              <a:rPr lang="en-US" b="1"/>
              <a:t>Start with a study question: Pyrethroid aquatic RA, </a:t>
            </a:r>
          </a:p>
          <a:p>
            <a:endParaRPr lang="en-US" b="1"/>
          </a:p>
          <a:p>
            <a:r>
              <a:rPr lang="en-US" b="1"/>
              <a:t>Ways to Make a Landscape Modelling Course Engaging</a:t>
            </a:r>
          </a:p>
          <a:p>
            <a:r>
              <a:rPr lang="en-US" b="1"/>
              <a:t>1. Start with a “Landscape Modelling Escape Room”</a:t>
            </a:r>
          </a:p>
          <a:p>
            <a:r>
              <a:rPr lang="en-US"/>
              <a:t>Participants solve a series of small modelling puzzles to “unlock” the next step.</a:t>
            </a:r>
          </a:p>
          <a:p>
            <a:pPr>
              <a:buFont typeface="Arial" panose="020B0604020202020204" pitchFamily="34" charset="0"/>
              <a:buChar char="•"/>
            </a:pPr>
            <a:r>
              <a:rPr lang="en-US"/>
              <a:t>Identify land‑use classes from a simplified map</a:t>
            </a:r>
          </a:p>
          <a:p>
            <a:pPr>
              <a:buFont typeface="Arial" panose="020B0604020202020204" pitchFamily="34" charset="0"/>
              <a:buChar char="•"/>
            </a:pPr>
            <a:r>
              <a:rPr lang="en-US"/>
              <a:t>Run a tiny model to see which parameter is wrong</a:t>
            </a:r>
          </a:p>
          <a:p>
            <a:pPr>
              <a:buFont typeface="Arial" panose="020B0604020202020204" pitchFamily="34" charset="0"/>
              <a:buChar char="•"/>
            </a:pPr>
            <a:r>
              <a:rPr lang="en-US"/>
              <a:t>Interpret a landscape metric to find a hidden clue</a:t>
            </a:r>
          </a:p>
          <a:p>
            <a:pPr>
              <a:buFont typeface="Arial" panose="020B0604020202020204" pitchFamily="34" charset="0"/>
              <a:buChar char="•"/>
            </a:pPr>
            <a:r>
              <a:rPr lang="en-US"/>
              <a:t>Decode a SORA‑style risk map to “escape”</a:t>
            </a:r>
          </a:p>
          <a:p>
            <a:r>
              <a:rPr lang="en-US"/>
              <a:t>It sets the tone: playful, collaborative, and hands‑on.</a:t>
            </a:r>
          </a:p>
          <a:p>
            <a:endParaRPr lang="en-US"/>
          </a:p>
          <a:p>
            <a:endParaRPr lang="en-US"/>
          </a:p>
          <a:p>
            <a:endParaRPr lang="de-DE"/>
          </a:p>
        </p:txBody>
      </p:sp>
    </p:spTree>
    <p:extLst>
      <p:ext uri="{BB962C8B-B14F-4D97-AF65-F5344CB8AC3E}">
        <p14:creationId xmlns:p14="http://schemas.microsoft.com/office/powerpoint/2010/main" val="4013681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5FE40C1-5CCB-20D7-1C24-4FFE916D42E5}"/>
              </a:ext>
            </a:extLst>
          </p:cNvPr>
          <p:cNvSpPr>
            <a:spLocks noGrp="1"/>
          </p:cNvSpPr>
          <p:nvPr>
            <p:ph type="title"/>
          </p:nvPr>
        </p:nvSpPr>
        <p:spPr>
          <a:xfrm>
            <a:off x="109728" y="1573031"/>
            <a:ext cx="5391190" cy="2864350"/>
          </a:xfrm>
        </p:spPr>
        <p:txBody>
          <a:bodyPr/>
          <a:lstStyle/>
          <a:p>
            <a:r>
              <a:rPr lang="en-US" dirty="0"/>
              <a:t>Welcome</a:t>
            </a:r>
          </a:p>
        </p:txBody>
      </p:sp>
      <p:sp>
        <p:nvSpPr>
          <p:cNvPr id="6" name="Content Placeholder 5">
            <a:extLst>
              <a:ext uri="{FF2B5EF4-FFF2-40B4-BE49-F238E27FC236}">
                <a16:creationId xmlns:a16="http://schemas.microsoft.com/office/drawing/2014/main" id="{21BBB0CD-0B68-1056-857B-9CB9460BFFA0}"/>
              </a:ext>
            </a:extLst>
          </p:cNvPr>
          <p:cNvSpPr>
            <a:spLocks noGrp="1"/>
          </p:cNvSpPr>
          <p:nvPr>
            <p:ph sz="quarter" idx="14"/>
          </p:nvPr>
        </p:nvSpPr>
        <p:spPr>
          <a:xfrm>
            <a:off x="5967195" y="1537380"/>
            <a:ext cx="6115077" cy="2864350"/>
          </a:xfrm>
        </p:spPr>
        <p:txBody>
          <a:bodyPr>
            <a:normAutofit/>
          </a:bodyPr>
          <a:lstStyle/>
          <a:p>
            <a:r>
              <a:rPr lang="en-US" dirty="0"/>
              <a:t>I’m </a:t>
            </a:r>
            <a:r>
              <a:rPr lang="en-US" sz="2400" dirty="0"/>
              <a:t>Thorsten Schad</a:t>
            </a:r>
            <a:r>
              <a:rPr lang="en-US" dirty="0"/>
              <a:t> </a:t>
            </a:r>
            <a:br>
              <a:rPr lang="en-US" dirty="0"/>
            </a:br>
            <a:r>
              <a:rPr lang="en-US" sz="1400" dirty="0">
                <a:solidFill>
                  <a:schemeClr val="tx1">
                    <a:lumMod val="50000"/>
                    <a:lumOff val="50000"/>
                  </a:schemeClr>
                </a:solidFill>
              </a:rPr>
              <a:t>thorsten.schad@landwerk-ev.de</a:t>
            </a:r>
          </a:p>
          <a:p>
            <a:endParaRPr lang="en-US" dirty="0"/>
          </a:p>
          <a:p>
            <a:r>
              <a:rPr lang="en-US" dirty="0"/>
              <a:t>Biologist, with a background in math and informatics</a:t>
            </a:r>
          </a:p>
          <a:p>
            <a:r>
              <a:rPr lang="en-US" dirty="0"/>
              <a:t>27+ years in environmental and landscape modelling, esp. in risk assessment of pesticides</a:t>
            </a:r>
          </a:p>
          <a:p>
            <a:r>
              <a:rPr lang="en-US" dirty="0"/>
              <a:t>Co-creator of xLandscape</a:t>
            </a:r>
          </a:p>
          <a:p>
            <a:r>
              <a:rPr lang="en-US" dirty="0"/>
              <a:t>Passionate about balancing human welfare,  </a:t>
            </a:r>
            <a:br>
              <a:rPr lang="en-US" dirty="0"/>
            </a:br>
            <a:r>
              <a:rPr lang="en-US" dirty="0"/>
              <a:t>natural resources and biodiversity</a:t>
            </a:r>
          </a:p>
        </p:txBody>
      </p:sp>
      <p:pic>
        <p:nvPicPr>
          <p:cNvPr id="16" name="Picture Placeholder 15">
            <a:extLst>
              <a:ext uri="{FF2B5EF4-FFF2-40B4-BE49-F238E27FC236}">
                <a16:creationId xmlns:a16="http://schemas.microsoft.com/office/drawing/2014/main" id="{62862702-0C43-1843-66D2-5536CA815575}"/>
              </a:ext>
            </a:extLst>
          </p:cNvPr>
          <p:cNvPicPr>
            <a:picLocks noGrp="1" noChangeAspect="1"/>
          </p:cNvPicPr>
          <p:nvPr>
            <p:ph type="pic" sz="quarter" idx="18"/>
          </p:nvPr>
        </p:nvPicPr>
        <p:blipFill>
          <a:blip r:embed="rId2">
            <a:extLst>
              <a:ext uri="{28A0092B-C50C-407E-A947-70E740481C1C}">
                <a14:useLocalDpi xmlns:a14="http://schemas.microsoft.com/office/drawing/2010/main" val="0"/>
              </a:ext>
            </a:extLst>
          </a:blip>
          <a:srcRect t="11484" b="11484"/>
          <a:stretch>
            <a:fillRect/>
          </a:stretch>
        </p:blipFill>
        <p:spPr>
          <a:xfrm>
            <a:off x="-1" y="4516869"/>
            <a:ext cx="12192000" cy="2348564"/>
          </a:xfrm>
        </p:spPr>
      </p:pic>
      <p:pic>
        <p:nvPicPr>
          <p:cNvPr id="2" name="Grafik 1" descr="Ein Bild, das draußen, Gras, Himmel, Pflanze enthält.&#10;&#10;KI-generierte Inhalte können fehlerhaft sein.">
            <a:extLst>
              <a:ext uri="{FF2B5EF4-FFF2-40B4-BE49-F238E27FC236}">
                <a16:creationId xmlns:a16="http://schemas.microsoft.com/office/drawing/2014/main" id="{FA08C078-415F-F55F-AE2F-CC6B65F0A389}"/>
              </a:ext>
            </a:extLst>
          </p:cNvPr>
          <p:cNvPicPr>
            <a:picLocks noChangeAspect="1"/>
          </p:cNvPicPr>
          <p:nvPr/>
        </p:nvPicPr>
        <p:blipFill>
          <a:blip r:embed="rId3" cstate="screen">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a:ext>
            </a:extLst>
          </a:blip>
          <a:srcRect t="14401" b="23299"/>
          <a:stretch>
            <a:fillRect/>
          </a:stretch>
        </p:blipFill>
        <p:spPr>
          <a:xfrm>
            <a:off x="2386988" y="733445"/>
            <a:ext cx="3580206" cy="1679172"/>
          </a:xfrm>
          <a:prstGeom prst="rect">
            <a:avLst/>
          </a:prstGeom>
        </p:spPr>
      </p:pic>
    </p:spTree>
    <p:extLst>
      <p:ext uri="{BB962C8B-B14F-4D97-AF65-F5344CB8AC3E}">
        <p14:creationId xmlns:p14="http://schemas.microsoft.com/office/powerpoint/2010/main" val="16406106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D8277C5D-282E-2D4E-71AC-3D39503A013F}"/>
              </a:ext>
            </a:extLst>
          </p:cNvPr>
          <p:cNvSpPr>
            <a:spLocks noGrp="1"/>
          </p:cNvSpPr>
          <p:nvPr>
            <p:ph type="dt" sz="half" idx="15"/>
          </p:nvPr>
        </p:nvSpPr>
        <p:spPr/>
        <p:txBody>
          <a:bodyPr/>
          <a:lstStyle/>
          <a:p>
            <a:r>
              <a:rPr lang="en-US"/>
              <a:t>17 May 2026</a:t>
            </a:r>
            <a:endParaRPr lang="en-US" dirty="0"/>
          </a:p>
        </p:txBody>
      </p:sp>
      <p:sp>
        <p:nvSpPr>
          <p:cNvPr id="4" name="Fußzeilenplatzhalter 3">
            <a:extLst>
              <a:ext uri="{FF2B5EF4-FFF2-40B4-BE49-F238E27FC236}">
                <a16:creationId xmlns:a16="http://schemas.microsoft.com/office/drawing/2014/main" id="{31635882-B66D-42A2-FEC5-6966E12B0016}"/>
              </a:ext>
            </a:extLst>
          </p:cNvPr>
          <p:cNvSpPr>
            <a:spLocks noGrp="1"/>
          </p:cNvSpPr>
          <p:nvPr>
            <p:ph type="ftr" sz="quarter" idx="16"/>
          </p:nvPr>
        </p:nvSpPr>
        <p:spPr/>
        <p:txBody>
          <a:bodyPr/>
          <a:lstStyle/>
          <a:p>
            <a:r>
              <a:rPr lang="en-US"/>
              <a:t>SETAC Europe 2026 – Landscape Modelling Training Course</a:t>
            </a:r>
            <a:endParaRPr lang="en-US" dirty="0"/>
          </a:p>
        </p:txBody>
      </p:sp>
      <p:pic>
        <p:nvPicPr>
          <p:cNvPr id="9" name="Bildplatzhalter 8" descr="Ein Bild, das draußen, Himmel, Wolke, Grasland enthält.&#10;&#10;KI-generierte Inhalte können fehlerhaft sein.">
            <a:extLst>
              <a:ext uri="{FF2B5EF4-FFF2-40B4-BE49-F238E27FC236}">
                <a16:creationId xmlns:a16="http://schemas.microsoft.com/office/drawing/2014/main" id="{86172291-0060-DD16-F945-88C225DED285}"/>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2533" r="2533"/>
          <a:stretch>
            <a:fillRect/>
          </a:stretch>
        </p:blipFill>
        <p:spPr>
          <a:xfrm>
            <a:off x="-1" y="3443868"/>
            <a:ext cx="12192000" cy="3429000"/>
          </a:xfrm>
          <a:prstGeom prst="rect">
            <a:avLst/>
          </a:prstGeom>
          <a:blipFill dpi="0" rotWithShape="1">
            <a:blip r:embed="rId4">
              <a:alphaModFix amt="60000"/>
            </a:blip>
            <a:srcRect/>
            <a:stretch>
              <a:fillRect t="-10186"/>
            </a:stretch>
          </a:blipFill>
        </p:spPr>
      </p:pic>
      <p:sp>
        <p:nvSpPr>
          <p:cNvPr id="10" name="Textfeld 9">
            <a:extLst>
              <a:ext uri="{FF2B5EF4-FFF2-40B4-BE49-F238E27FC236}">
                <a16:creationId xmlns:a16="http://schemas.microsoft.com/office/drawing/2014/main" id="{6668A530-8667-EF96-6042-101A512C29EB}"/>
              </a:ext>
            </a:extLst>
          </p:cNvPr>
          <p:cNvSpPr txBox="1"/>
          <p:nvPr/>
        </p:nvSpPr>
        <p:spPr>
          <a:xfrm>
            <a:off x="9506059" y="6499331"/>
            <a:ext cx="2616817" cy="276999"/>
          </a:xfrm>
          <a:prstGeom prst="rect">
            <a:avLst/>
          </a:prstGeom>
          <a:noFill/>
        </p:spPr>
        <p:txBody>
          <a:bodyPr wrap="square" rtlCol="0">
            <a:spAutoFit/>
          </a:bodyPr>
          <a:lstStyle/>
          <a:p>
            <a:r>
              <a:rPr lang="de-DE" sz="1200">
                <a:solidFill>
                  <a:schemeClr val="bg1">
                    <a:lumMod val="75000"/>
                  </a:schemeClr>
                </a:solidFill>
              </a:rPr>
              <a:t>Wetterau, Hessian, Germany</a:t>
            </a:r>
          </a:p>
        </p:txBody>
      </p:sp>
      <p:sp>
        <p:nvSpPr>
          <p:cNvPr id="6" name="Inhaltsplatzhalter 5">
            <a:extLst>
              <a:ext uri="{FF2B5EF4-FFF2-40B4-BE49-F238E27FC236}">
                <a16:creationId xmlns:a16="http://schemas.microsoft.com/office/drawing/2014/main" id="{48DD6D17-7434-D5DA-C681-C3A3701ECE59}"/>
              </a:ext>
            </a:extLst>
          </p:cNvPr>
          <p:cNvSpPr>
            <a:spLocks noGrp="1"/>
          </p:cNvSpPr>
          <p:nvPr>
            <p:ph sz="quarter" idx="14"/>
          </p:nvPr>
        </p:nvSpPr>
        <p:spPr>
          <a:xfrm>
            <a:off x="368300" y="914400"/>
            <a:ext cx="11823701" cy="2240280"/>
          </a:xfrm>
        </p:spPr>
        <p:txBody>
          <a:bodyPr/>
          <a:lstStyle/>
          <a:p>
            <a:pPr>
              <a:lnSpc>
                <a:spcPct val="100000"/>
              </a:lnSpc>
            </a:pPr>
            <a:r>
              <a:rPr lang="en-US" sz="2800">
                <a:cs typeface="MV Boli" panose="02000500030200090000" pitchFamily="2" charset="0"/>
              </a:rPr>
              <a:t>AI: </a:t>
            </a:r>
            <a:r>
              <a:rPr lang="en-US" sz="2800">
                <a:latin typeface="Segoe Print" panose="02000600000000000000" pitchFamily="2" charset="0"/>
                <a:cs typeface="MV Boli" panose="02000500030200090000" pitchFamily="2" charset="0"/>
              </a:rPr>
              <a:t>"</a:t>
            </a:r>
            <a:r>
              <a:rPr lang="en-US" sz="2400">
                <a:latin typeface="Segoe Print" panose="02000600000000000000" pitchFamily="2" charset="0"/>
                <a:cs typeface="MV Boli" panose="02000500030200090000" pitchFamily="2" charset="0"/>
              </a:rPr>
              <a:t>A SETAC Europe training course on </a:t>
            </a:r>
            <a:r>
              <a:rPr lang="en-US" sz="2400" b="1">
                <a:latin typeface="Segoe Print" panose="02000600000000000000" pitchFamily="2" charset="0"/>
                <a:cs typeface="MV Boli" panose="02000500030200090000" pitchFamily="2" charset="0"/>
              </a:rPr>
              <a:t>landscape modelling </a:t>
            </a:r>
            <a:r>
              <a:rPr lang="en-US" sz="2400">
                <a:latin typeface="Segoe Print" panose="02000600000000000000" pitchFamily="2" charset="0"/>
                <a:cs typeface="MV Boli" panose="02000500030200090000" pitchFamily="2" charset="0"/>
              </a:rPr>
              <a:t>has </a:t>
            </a:r>
            <a:r>
              <a:rPr lang="en-US" sz="2400" i="1">
                <a:latin typeface="Segoe Print" panose="02000600000000000000" pitchFamily="2" charset="0"/>
                <a:cs typeface="MV Boli" panose="02000500030200090000" pitchFamily="2" charset="0"/>
              </a:rPr>
              <a:t>so much</a:t>
            </a:r>
            <a:r>
              <a:rPr lang="en-US" sz="2400">
                <a:latin typeface="Segoe Print" panose="02000600000000000000" pitchFamily="2" charset="0"/>
                <a:cs typeface="MV Boli" panose="02000500030200090000" pitchFamily="2" charset="0"/>
              </a:rPr>
              <a:t> potential to be </a:t>
            </a:r>
            <a:r>
              <a:rPr lang="en-US" sz="2400" b="1">
                <a:latin typeface="Segoe Print" panose="02000600000000000000" pitchFamily="2" charset="0"/>
                <a:cs typeface="MV Boli" panose="02000500030200090000" pitchFamily="2" charset="0"/>
              </a:rPr>
              <a:t>engaging, playful, and genuinely memorable</a:t>
            </a:r>
            <a:r>
              <a:rPr lang="en-US" sz="2400">
                <a:latin typeface="Segoe Print" panose="02000600000000000000" pitchFamily="2" charset="0"/>
                <a:cs typeface="MV Boli" panose="02000500030200090000" pitchFamily="2" charset="0"/>
              </a:rPr>
              <a:t>,  especially because </a:t>
            </a:r>
            <a:r>
              <a:rPr lang="en-US" sz="3200" b="1">
                <a:latin typeface="Segoe Print" panose="02000600000000000000" pitchFamily="2" charset="0"/>
                <a:cs typeface="MV Boli" panose="02000500030200090000" pitchFamily="2" charset="0"/>
              </a:rPr>
              <a:t>the topic sits at the intersection of ecology, spatial thinking, and systems dynamics</a:t>
            </a:r>
            <a:r>
              <a:rPr lang="en-US" sz="2800">
                <a:latin typeface="Segoe Print" panose="02000600000000000000" pitchFamily="2" charset="0"/>
                <a:cs typeface="MV Boli" panose="02000500030200090000" pitchFamily="2" charset="0"/>
              </a:rPr>
              <a:t>. </a:t>
            </a:r>
            <a:r>
              <a:rPr lang="en-US" sz="2400">
                <a:latin typeface="Segoe Print" panose="02000600000000000000" pitchFamily="2" charset="0"/>
                <a:cs typeface="MV Boli" panose="02000500030200090000" pitchFamily="2" charset="0"/>
              </a:rPr>
              <a:t>People learn landscape modelling best when they can </a:t>
            </a:r>
            <a:r>
              <a:rPr lang="en-US" sz="2400" i="1">
                <a:latin typeface="Segoe Print" panose="02000600000000000000" pitchFamily="2" charset="0"/>
                <a:cs typeface="MV Boli" panose="02000500030200090000" pitchFamily="2" charset="0"/>
              </a:rPr>
              <a:t>see</a:t>
            </a:r>
            <a:r>
              <a:rPr lang="en-US" sz="2400">
                <a:latin typeface="Segoe Print" panose="02000600000000000000" pitchFamily="2" charset="0"/>
                <a:cs typeface="MV Boli" panose="02000500030200090000" pitchFamily="2" charset="0"/>
              </a:rPr>
              <a:t>, </a:t>
            </a:r>
            <a:r>
              <a:rPr lang="en-US" sz="2400" i="1">
                <a:latin typeface="Segoe Print" panose="02000600000000000000" pitchFamily="2" charset="0"/>
                <a:cs typeface="MV Boli" panose="02000500030200090000" pitchFamily="2" charset="0"/>
              </a:rPr>
              <a:t>touch</a:t>
            </a:r>
            <a:r>
              <a:rPr lang="en-US" sz="2400">
                <a:latin typeface="Segoe Print" panose="02000600000000000000" pitchFamily="2" charset="0"/>
                <a:cs typeface="MV Boli" panose="02000500030200090000" pitchFamily="2" charset="0"/>
              </a:rPr>
              <a:t>, and </a:t>
            </a:r>
            <a:r>
              <a:rPr lang="en-US" sz="2400" i="1">
                <a:latin typeface="Segoe Print" panose="02000600000000000000" pitchFamily="2" charset="0"/>
                <a:cs typeface="MV Boli" panose="02000500030200090000" pitchFamily="2" charset="0"/>
              </a:rPr>
              <a:t>experiment</a:t>
            </a:r>
            <a:r>
              <a:rPr lang="en-US" sz="2400">
                <a:latin typeface="Segoe Print" panose="02000600000000000000" pitchFamily="2" charset="0"/>
                <a:cs typeface="MV Boli" panose="02000500030200090000" pitchFamily="2" charset="0"/>
              </a:rPr>
              <a:t> with the concepts, not just listen to slides." </a:t>
            </a:r>
            <a:r>
              <a:rPr lang="en-US" sz="1200">
                <a:latin typeface="Segoe Print" panose="02000600000000000000" pitchFamily="2" charset="0"/>
                <a:cs typeface="MV Boli" panose="02000500030200090000" pitchFamily="2" charset="0"/>
              </a:rPr>
              <a:t>(Copilot March’26)</a:t>
            </a:r>
            <a:endParaRPr lang="en-US" sz="2800">
              <a:latin typeface="Segoe Print" panose="02000600000000000000" pitchFamily="2" charset="0"/>
              <a:cs typeface="MV Boli" panose="02000500030200090000" pitchFamily="2" charset="0"/>
            </a:endParaRPr>
          </a:p>
        </p:txBody>
      </p:sp>
    </p:spTree>
    <p:extLst>
      <p:ext uri="{BB962C8B-B14F-4D97-AF65-F5344CB8AC3E}">
        <p14:creationId xmlns:p14="http://schemas.microsoft.com/office/powerpoint/2010/main" val="880074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B7717-4BE5-015B-6A26-20EA0C149F8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A07603B-7925-6ABD-5D68-D0DAB016CA48}"/>
              </a:ext>
            </a:extLst>
          </p:cNvPr>
          <p:cNvSpPr>
            <a:spLocks noGrp="1"/>
          </p:cNvSpPr>
          <p:nvPr>
            <p:ph type="title"/>
          </p:nvPr>
        </p:nvSpPr>
        <p:spPr>
          <a:xfrm>
            <a:off x="109727" y="914400"/>
            <a:ext cx="3399189" cy="1892808"/>
          </a:xfrm>
        </p:spPr>
        <p:txBody>
          <a:bodyPr/>
          <a:lstStyle/>
          <a:p>
            <a:r>
              <a:rPr lang="de-DE" spc="-100" dirty="0" err="1"/>
              <a:t>We</a:t>
            </a:r>
            <a:r>
              <a:rPr lang="de-DE" spc="-100" dirty="0"/>
              <a:t> </a:t>
            </a:r>
            <a:r>
              <a:rPr lang="de-DE" spc="-100" dirty="0" err="1"/>
              <a:t>want</a:t>
            </a:r>
            <a:r>
              <a:rPr lang="de-DE" spc="-100" dirty="0"/>
              <a:t> </a:t>
            </a:r>
            <a:r>
              <a:rPr lang="de-DE" spc="-100" dirty="0" err="1"/>
              <a:t>to</a:t>
            </a:r>
            <a:r>
              <a:rPr lang="de-DE" spc="-100" dirty="0"/>
              <a:t> </a:t>
            </a:r>
            <a:r>
              <a:rPr lang="de-DE" spc="-100" dirty="0" err="1"/>
              <a:t>create</a:t>
            </a:r>
            <a:r>
              <a:rPr lang="de-DE" spc="-100" dirty="0"/>
              <a:t> </a:t>
            </a:r>
            <a:r>
              <a:rPr lang="de-DE" spc="-100" dirty="0" err="1"/>
              <a:t>value</a:t>
            </a:r>
            <a:r>
              <a:rPr lang="de-DE" spc="-100" dirty="0"/>
              <a:t> </a:t>
            </a:r>
            <a:br>
              <a:rPr lang="de-DE" spc="-100" dirty="0"/>
            </a:br>
            <a:r>
              <a:rPr lang="de-DE" spc="-100" dirty="0" err="1"/>
              <a:t>for</a:t>
            </a:r>
            <a:r>
              <a:rPr lang="de-DE" spc="-100" dirty="0"/>
              <a:t> </a:t>
            </a:r>
            <a:r>
              <a:rPr lang="de-DE" spc="-100" dirty="0" err="1"/>
              <a:t>your</a:t>
            </a:r>
            <a:r>
              <a:rPr lang="de-DE" spc="-100" dirty="0"/>
              <a:t> </a:t>
            </a:r>
            <a:r>
              <a:rPr lang="de-DE" spc="-100" dirty="0" err="1"/>
              <a:t>project</a:t>
            </a:r>
            <a:r>
              <a:rPr lang="de-DE" spc="-100" dirty="0"/>
              <a:t> </a:t>
            </a:r>
            <a:endParaRPr lang="de-DE" spc="-100" dirty="0">
              <a:solidFill>
                <a:srgbClr val="C00000"/>
              </a:solidFill>
            </a:endParaRPr>
          </a:p>
        </p:txBody>
      </p:sp>
      <p:sp>
        <p:nvSpPr>
          <p:cNvPr id="3" name="Datumsplatzhalter 2">
            <a:extLst>
              <a:ext uri="{FF2B5EF4-FFF2-40B4-BE49-F238E27FC236}">
                <a16:creationId xmlns:a16="http://schemas.microsoft.com/office/drawing/2014/main" id="{183BF182-B4D3-AAF8-A3F7-80282FD6E3E4}"/>
              </a:ext>
            </a:extLst>
          </p:cNvPr>
          <p:cNvSpPr>
            <a:spLocks noGrp="1"/>
          </p:cNvSpPr>
          <p:nvPr>
            <p:ph type="dt" sz="half" idx="15"/>
          </p:nvPr>
        </p:nvSpPr>
        <p:spPr/>
        <p:txBody>
          <a:bodyPr/>
          <a:lstStyle/>
          <a:p>
            <a:r>
              <a:rPr lang="en-US"/>
              <a:t>17 May 2026</a:t>
            </a:r>
            <a:endParaRPr lang="en-US" dirty="0"/>
          </a:p>
        </p:txBody>
      </p:sp>
      <p:sp>
        <p:nvSpPr>
          <p:cNvPr id="4" name="Fußzeilenplatzhalter 3">
            <a:extLst>
              <a:ext uri="{FF2B5EF4-FFF2-40B4-BE49-F238E27FC236}">
                <a16:creationId xmlns:a16="http://schemas.microsoft.com/office/drawing/2014/main" id="{512BF5B1-BF86-38DE-6578-13FA96A59B53}"/>
              </a:ext>
            </a:extLst>
          </p:cNvPr>
          <p:cNvSpPr>
            <a:spLocks noGrp="1"/>
          </p:cNvSpPr>
          <p:nvPr>
            <p:ph type="ftr" sz="quarter" idx="16"/>
          </p:nvPr>
        </p:nvSpPr>
        <p:spPr/>
        <p:txBody>
          <a:bodyPr/>
          <a:lstStyle/>
          <a:p>
            <a:r>
              <a:rPr lang="en-US"/>
              <a:t>SETAC Europe 2026 – Landscape Modelling Training Course</a:t>
            </a:r>
            <a:endParaRPr lang="en-US" dirty="0"/>
          </a:p>
        </p:txBody>
      </p:sp>
      <p:sp>
        <p:nvSpPr>
          <p:cNvPr id="6" name="Inhaltsplatzhalter 5">
            <a:extLst>
              <a:ext uri="{FF2B5EF4-FFF2-40B4-BE49-F238E27FC236}">
                <a16:creationId xmlns:a16="http://schemas.microsoft.com/office/drawing/2014/main" id="{12D9CB0E-8C0A-E1E8-DC05-B0F75BE15A7E}"/>
              </a:ext>
            </a:extLst>
          </p:cNvPr>
          <p:cNvSpPr>
            <a:spLocks noGrp="1"/>
          </p:cNvSpPr>
          <p:nvPr>
            <p:ph sz="quarter" idx="14"/>
          </p:nvPr>
        </p:nvSpPr>
        <p:spPr>
          <a:xfrm>
            <a:off x="3977639" y="914400"/>
            <a:ext cx="8104633" cy="2240280"/>
          </a:xfrm>
        </p:spPr>
        <p:txBody>
          <a:bodyPr/>
          <a:lstStyle/>
          <a:p>
            <a:r>
              <a:rPr lang="en-US" sz="1600" dirty="0"/>
              <a:t>Understand the </a:t>
            </a:r>
            <a:r>
              <a:rPr lang="en-US" sz="1800" b="1" dirty="0"/>
              <a:t>principles of landscape-level ecological risk assessment</a:t>
            </a:r>
            <a:r>
              <a:rPr lang="en-US" sz="1600" dirty="0"/>
              <a:t> </a:t>
            </a:r>
          </a:p>
          <a:p>
            <a:r>
              <a:rPr lang="en-US" sz="1600" dirty="0"/>
              <a:t>Introduction to the </a:t>
            </a:r>
            <a:r>
              <a:rPr lang="en-US" sz="1800" b="1" dirty="0"/>
              <a:t>xLandscape</a:t>
            </a:r>
            <a:r>
              <a:rPr lang="en-US" sz="1600" b="1" dirty="0"/>
              <a:t> </a:t>
            </a:r>
            <a:r>
              <a:rPr lang="en-US" sz="1600" dirty="0"/>
              <a:t>framework - motivation, concepts, design</a:t>
            </a:r>
          </a:p>
          <a:p>
            <a:r>
              <a:rPr lang="en-US" sz="1800" b="1" dirty="0"/>
              <a:t>Apply xLandscape models </a:t>
            </a:r>
            <a:r>
              <a:rPr lang="en-US" sz="1600" dirty="0"/>
              <a:t>- </a:t>
            </a:r>
            <a:r>
              <a:rPr lang="en-US" dirty="0"/>
              <a:t>aquatic organisms, water plants, and pollinators</a:t>
            </a:r>
            <a:r>
              <a:rPr lang="en-US" sz="1600" dirty="0"/>
              <a:t> </a:t>
            </a:r>
            <a:br>
              <a:rPr lang="en-US" sz="1600" dirty="0"/>
            </a:br>
            <a:r>
              <a:rPr lang="en-US" sz="1600" dirty="0"/>
              <a:t>and </a:t>
            </a:r>
            <a:r>
              <a:rPr lang="en-US" sz="1600" b="1" dirty="0"/>
              <a:t>evaluate the results </a:t>
            </a:r>
            <a:r>
              <a:rPr lang="en-US" sz="1600" dirty="0"/>
              <a:t>of landscape-level simulations </a:t>
            </a:r>
          </a:p>
          <a:p>
            <a:pPr>
              <a:spcBef>
                <a:spcPts val="1200"/>
              </a:spcBef>
            </a:pPr>
            <a:r>
              <a:rPr lang="de-DE" sz="1800" b="1" dirty="0"/>
              <a:t>!</a:t>
            </a:r>
            <a:r>
              <a:rPr lang="de-DE" sz="1800" b="1" dirty="0" err="1"/>
              <a:t>Learn</a:t>
            </a:r>
            <a:r>
              <a:rPr lang="de-DE" sz="1800" b="1" dirty="0"/>
              <a:t> </a:t>
            </a:r>
            <a:r>
              <a:rPr lang="de-DE" sz="1800" b="1" dirty="0" err="1"/>
              <a:t>about</a:t>
            </a:r>
            <a:r>
              <a:rPr lang="de-DE" sz="1800" b="1" dirty="0"/>
              <a:t> </a:t>
            </a:r>
            <a:r>
              <a:rPr lang="de-DE" sz="1800" b="1" dirty="0" err="1"/>
              <a:t>the</a:t>
            </a:r>
            <a:r>
              <a:rPr lang="de-DE" sz="1800" b="1" dirty="0"/>
              <a:t> </a:t>
            </a:r>
            <a:r>
              <a:rPr lang="de-DE" sz="1800" b="1" dirty="0" err="1"/>
              <a:t>motivation</a:t>
            </a:r>
            <a:r>
              <a:rPr lang="de-DE" sz="1800" b="1" dirty="0"/>
              <a:t> and </a:t>
            </a:r>
            <a:r>
              <a:rPr lang="de-DE" sz="1800" b="1" dirty="0" err="1"/>
              <a:t>application</a:t>
            </a:r>
            <a:r>
              <a:rPr lang="de-DE" sz="1800" b="1" dirty="0"/>
              <a:t> </a:t>
            </a:r>
            <a:r>
              <a:rPr lang="de-DE" sz="1800" b="1" dirty="0" err="1"/>
              <a:t>of</a:t>
            </a:r>
            <a:r>
              <a:rPr lang="de-DE" sz="1800" b="1" dirty="0"/>
              <a:t> </a:t>
            </a:r>
            <a:r>
              <a:rPr lang="de-DE" sz="1800" b="1" dirty="0" err="1"/>
              <a:t>landscape</a:t>
            </a:r>
            <a:r>
              <a:rPr lang="de-DE" sz="1800" b="1" dirty="0"/>
              <a:t> </a:t>
            </a:r>
            <a:r>
              <a:rPr lang="de-DE" sz="1800" b="1" dirty="0" err="1"/>
              <a:t>modelling</a:t>
            </a:r>
            <a:r>
              <a:rPr lang="de-DE" sz="1800" b="1" dirty="0"/>
              <a:t>!</a:t>
            </a:r>
            <a:r>
              <a:rPr lang="de-DE" sz="1800" dirty="0"/>
              <a:t> </a:t>
            </a:r>
            <a:r>
              <a:rPr lang="de-DE" sz="1600" dirty="0"/>
              <a:t>and </a:t>
            </a:r>
            <a:r>
              <a:rPr lang="de-DE" sz="1600" dirty="0" err="1"/>
              <a:t>perhaps</a:t>
            </a:r>
            <a:r>
              <a:rPr lang="de-DE" sz="1600" dirty="0"/>
              <a:t>, </a:t>
            </a:r>
            <a:r>
              <a:rPr lang="de-DE" sz="1600" dirty="0" err="1"/>
              <a:t>you</a:t>
            </a:r>
            <a:r>
              <a:rPr lang="de-DE" sz="1600" dirty="0"/>
              <a:t> </a:t>
            </a:r>
            <a:r>
              <a:rPr lang="de-DE" sz="1600" dirty="0" err="1"/>
              <a:t>might</a:t>
            </a:r>
            <a:r>
              <a:rPr lang="de-DE" sz="1600" dirty="0"/>
              <a:t> </a:t>
            </a:r>
            <a:r>
              <a:rPr lang="de-DE" sz="1600" dirty="0" err="1"/>
              <a:t>get</a:t>
            </a:r>
            <a:r>
              <a:rPr lang="de-DE" sz="1600" dirty="0"/>
              <a:t> </a:t>
            </a:r>
            <a:r>
              <a:rPr lang="de-DE" sz="1600" dirty="0" err="1"/>
              <a:t>exited</a:t>
            </a:r>
            <a:r>
              <a:rPr lang="de-DE" sz="1600" dirty="0"/>
              <a:t> </a:t>
            </a:r>
            <a:r>
              <a:rPr lang="de-DE" sz="1600" dirty="0" err="1"/>
              <a:t>about</a:t>
            </a:r>
            <a:r>
              <a:rPr lang="de-DE" sz="1600" dirty="0"/>
              <a:t> </a:t>
            </a:r>
            <a:r>
              <a:rPr lang="de-DE" sz="1600" dirty="0" err="1"/>
              <a:t>it</a:t>
            </a:r>
            <a:br>
              <a:rPr lang="de-DE" sz="1800" dirty="0"/>
            </a:br>
            <a:endParaRPr lang="de-DE" dirty="0"/>
          </a:p>
          <a:p>
            <a:r>
              <a:rPr lang="de-DE" dirty="0" err="1">
                <a:solidFill>
                  <a:srgbClr val="C00000"/>
                </a:solidFill>
              </a:rPr>
              <a:t>We</a:t>
            </a:r>
            <a:r>
              <a:rPr lang="de-DE" dirty="0">
                <a:solidFill>
                  <a:srgbClr val="C00000"/>
                </a:solidFill>
              </a:rPr>
              <a:t> </a:t>
            </a:r>
            <a:r>
              <a:rPr lang="de-DE" dirty="0" err="1">
                <a:solidFill>
                  <a:srgbClr val="C00000"/>
                </a:solidFill>
              </a:rPr>
              <a:t>cannot</a:t>
            </a:r>
            <a:r>
              <a:rPr lang="de-DE" dirty="0">
                <a:solidFill>
                  <a:srgbClr val="C00000"/>
                </a:solidFill>
              </a:rPr>
              <a:t> </a:t>
            </a:r>
            <a:r>
              <a:rPr lang="de-DE" dirty="0" err="1">
                <a:solidFill>
                  <a:srgbClr val="C00000"/>
                </a:solidFill>
              </a:rPr>
              <a:t>make</a:t>
            </a:r>
            <a:r>
              <a:rPr lang="de-DE" dirty="0">
                <a:solidFill>
                  <a:srgbClr val="C00000"/>
                </a:solidFill>
              </a:rPr>
              <a:t> </a:t>
            </a:r>
            <a:r>
              <a:rPr lang="de-DE" dirty="0" err="1">
                <a:solidFill>
                  <a:srgbClr val="C00000"/>
                </a:solidFill>
              </a:rPr>
              <a:t>you</a:t>
            </a:r>
            <a:r>
              <a:rPr lang="de-DE" dirty="0">
                <a:solidFill>
                  <a:srgbClr val="C00000"/>
                </a:solidFill>
              </a:rPr>
              <a:t> a xLandscape </a:t>
            </a:r>
            <a:r>
              <a:rPr lang="de-DE" dirty="0" err="1">
                <a:solidFill>
                  <a:srgbClr val="C00000"/>
                </a:solidFill>
              </a:rPr>
              <a:t>modelling</a:t>
            </a:r>
            <a:r>
              <a:rPr lang="de-DE" dirty="0">
                <a:solidFill>
                  <a:srgbClr val="C00000"/>
                </a:solidFill>
              </a:rPr>
              <a:t> expert </a:t>
            </a:r>
            <a:r>
              <a:rPr lang="de-DE" dirty="0" err="1">
                <a:solidFill>
                  <a:srgbClr val="C00000"/>
                </a:solidFill>
              </a:rPr>
              <a:t>today</a:t>
            </a:r>
            <a:r>
              <a:rPr lang="de-DE" dirty="0"/>
              <a:t> </a:t>
            </a:r>
            <a:r>
              <a:rPr lang="de-DE" dirty="0">
                <a:sym typeface="Wingdings" panose="05000000000000000000" pitchFamily="2" charset="2"/>
              </a:rPr>
              <a:t> </a:t>
            </a:r>
            <a:r>
              <a:rPr lang="de-DE" sz="1800" b="1" dirty="0" err="1">
                <a:sym typeface="Wingdings" panose="05000000000000000000" pitchFamily="2" charset="2"/>
              </a:rPr>
              <a:t>contact</a:t>
            </a:r>
            <a:r>
              <a:rPr lang="de-DE" sz="1800" b="1" dirty="0">
                <a:sym typeface="Wingdings" panose="05000000000000000000" pitchFamily="2" charset="2"/>
              </a:rPr>
              <a:t> </a:t>
            </a:r>
            <a:r>
              <a:rPr lang="de-DE" sz="1800" b="1" dirty="0" err="1">
                <a:sym typeface="Wingdings" panose="05000000000000000000" pitchFamily="2" charset="2"/>
              </a:rPr>
              <a:t>us</a:t>
            </a:r>
            <a:r>
              <a:rPr lang="de-DE" sz="1800" b="1" dirty="0">
                <a:sym typeface="Wingdings" panose="05000000000000000000" pitchFamily="2" charset="2"/>
              </a:rPr>
              <a:t>!</a:t>
            </a:r>
            <a:endParaRPr lang="de-DE" dirty="0">
              <a:sym typeface="Wingdings" panose="05000000000000000000" pitchFamily="2" charset="2"/>
            </a:endParaRPr>
          </a:p>
        </p:txBody>
      </p:sp>
      <p:pic>
        <p:nvPicPr>
          <p:cNvPr id="9" name="Bildplatzhalter 8" descr="Ein Bild, das draußen, Himmel, Wolke, Grasland enthält.&#10;&#10;KI-generierte Inhalte können fehlerhaft sein.">
            <a:extLst>
              <a:ext uri="{FF2B5EF4-FFF2-40B4-BE49-F238E27FC236}">
                <a16:creationId xmlns:a16="http://schemas.microsoft.com/office/drawing/2014/main" id="{403F5129-2E46-F42D-C3C7-F1031AF025BD}"/>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2533" r="2533"/>
          <a:stretch>
            <a:fillRect/>
          </a:stretch>
        </p:blipFill>
        <p:spPr>
          <a:xfrm>
            <a:off x="-1" y="3443868"/>
            <a:ext cx="12192000" cy="3429000"/>
          </a:xfrm>
          <a:prstGeom prst="rect">
            <a:avLst/>
          </a:prstGeom>
          <a:blipFill dpi="0" rotWithShape="1">
            <a:blip r:embed="rId4">
              <a:alphaModFix amt="60000"/>
            </a:blip>
            <a:srcRect/>
            <a:stretch>
              <a:fillRect t="-10186"/>
            </a:stretch>
          </a:blipFill>
        </p:spPr>
      </p:pic>
      <p:sp>
        <p:nvSpPr>
          <p:cNvPr id="10" name="Textfeld 9">
            <a:extLst>
              <a:ext uri="{FF2B5EF4-FFF2-40B4-BE49-F238E27FC236}">
                <a16:creationId xmlns:a16="http://schemas.microsoft.com/office/drawing/2014/main" id="{2BEECB57-7FD1-26FE-98F2-79E6E46F7ACD}"/>
              </a:ext>
            </a:extLst>
          </p:cNvPr>
          <p:cNvSpPr txBox="1"/>
          <p:nvPr/>
        </p:nvSpPr>
        <p:spPr>
          <a:xfrm>
            <a:off x="9506059" y="6499331"/>
            <a:ext cx="2616817" cy="276999"/>
          </a:xfrm>
          <a:prstGeom prst="rect">
            <a:avLst/>
          </a:prstGeom>
          <a:noFill/>
        </p:spPr>
        <p:txBody>
          <a:bodyPr wrap="square" rtlCol="0">
            <a:spAutoFit/>
          </a:bodyPr>
          <a:lstStyle/>
          <a:p>
            <a:r>
              <a:rPr lang="de-DE" sz="1200">
                <a:solidFill>
                  <a:schemeClr val="bg1">
                    <a:lumMod val="75000"/>
                  </a:schemeClr>
                </a:solidFill>
              </a:rPr>
              <a:t>Wetterau, Hessian, Germany</a:t>
            </a:r>
          </a:p>
        </p:txBody>
      </p:sp>
    </p:spTree>
    <p:extLst>
      <p:ext uri="{BB962C8B-B14F-4D97-AF65-F5344CB8AC3E}">
        <p14:creationId xmlns:p14="http://schemas.microsoft.com/office/powerpoint/2010/main" val="2616176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80874-0B31-C385-DD1C-FB49D2BA18E0}"/>
            </a:ext>
          </a:extLst>
        </p:cNvPr>
        <p:cNvGrpSpPr/>
        <p:nvPr/>
      </p:nvGrpSpPr>
      <p:grpSpPr>
        <a:xfrm>
          <a:off x="0" y="0"/>
          <a:ext cx="0" cy="0"/>
          <a:chOff x="0" y="0"/>
          <a:chExt cx="0" cy="0"/>
        </a:xfrm>
      </p:grpSpPr>
      <p:pic>
        <p:nvPicPr>
          <p:cNvPr id="9" name="Bildplatzhalter 8" descr="Ein Bild, das draußen, Himmel, Wolke, Grasland enthält.&#10;&#10;KI-generierte Inhalte können fehlerhaft sein.">
            <a:extLst>
              <a:ext uri="{FF2B5EF4-FFF2-40B4-BE49-F238E27FC236}">
                <a16:creationId xmlns:a16="http://schemas.microsoft.com/office/drawing/2014/main" id="{07AEA749-CACA-1C38-329B-4257464C58EE}"/>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2533" r="2533"/>
          <a:stretch>
            <a:fillRect/>
          </a:stretch>
        </p:blipFill>
        <p:spPr>
          <a:xfrm>
            <a:off x="-1" y="3443868"/>
            <a:ext cx="12192000" cy="3429000"/>
          </a:xfrm>
          <a:prstGeom prst="rect">
            <a:avLst/>
          </a:prstGeom>
          <a:blipFill dpi="0" rotWithShape="1">
            <a:blip r:embed="rId4">
              <a:alphaModFix amt="60000"/>
            </a:blip>
            <a:srcRect/>
            <a:stretch>
              <a:fillRect t="-10186"/>
            </a:stretch>
          </a:blipFill>
        </p:spPr>
      </p:pic>
      <p:sp>
        <p:nvSpPr>
          <p:cNvPr id="10" name="Textfeld 9">
            <a:extLst>
              <a:ext uri="{FF2B5EF4-FFF2-40B4-BE49-F238E27FC236}">
                <a16:creationId xmlns:a16="http://schemas.microsoft.com/office/drawing/2014/main" id="{4EA18EA9-C879-8807-2DEE-45608FAB223D}"/>
              </a:ext>
            </a:extLst>
          </p:cNvPr>
          <p:cNvSpPr txBox="1"/>
          <p:nvPr/>
        </p:nvSpPr>
        <p:spPr>
          <a:xfrm>
            <a:off x="9506059" y="6499331"/>
            <a:ext cx="2616817" cy="276999"/>
          </a:xfrm>
          <a:prstGeom prst="rect">
            <a:avLst/>
          </a:prstGeom>
          <a:noFill/>
        </p:spPr>
        <p:txBody>
          <a:bodyPr wrap="square" rtlCol="0">
            <a:spAutoFit/>
          </a:bodyPr>
          <a:lstStyle/>
          <a:p>
            <a:r>
              <a:rPr lang="de-DE" sz="1200">
                <a:solidFill>
                  <a:schemeClr val="bg1">
                    <a:lumMod val="75000"/>
                  </a:schemeClr>
                </a:solidFill>
              </a:rPr>
              <a:t>Wetterau, Hessian, Germany</a:t>
            </a:r>
          </a:p>
        </p:txBody>
      </p:sp>
      <p:sp>
        <p:nvSpPr>
          <p:cNvPr id="12" name="Title 6">
            <a:extLst>
              <a:ext uri="{FF2B5EF4-FFF2-40B4-BE49-F238E27FC236}">
                <a16:creationId xmlns:a16="http://schemas.microsoft.com/office/drawing/2014/main" id="{E997EC87-9495-7F31-FB78-F38D670838C2}"/>
              </a:ext>
            </a:extLst>
          </p:cNvPr>
          <p:cNvSpPr>
            <a:spLocks noGrp="1"/>
          </p:cNvSpPr>
          <p:nvPr>
            <p:ph type="title"/>
          </p:nvPr>
        </p:nvSpPr>
        <p:spPr>
          <a:xfrm>
            <a:off x="109728" y="294360"/>
            <a:ext cx="6789160" cy="991749"/>
          </a:xfrm>
        </p:spPr>
        <p:txBody>
          <a:bodyPr>
            <a:normAutofit/>
          </a:bodyPr>
          <a:lstStyle/>
          <a:p>
            <a:r>
              <a:rPr lang="en-US" sz="4000"/>
              <a:t>The Rise of AI</a:t>
            </a:r>
            <a:endParaRPr lang="en-US" sz="4000" dirty="0"/>
          </a:p>
        </p:txBody>
      </p:sp>
      <p:pic>
        <p:nvPicPr>
          <p:cNvPr id="13" name="Grafik 12">
            <a:extLst>
              <a:ext uri="{FF2B5EF4-FFF2-40B4-BE49-F238E27FC236}">
                <a16:creationId xmlns:a16="http://schemas.microsoft.com/office/drawing/2014/main" id="{3BFD74AA-DA87-4B64-A02D-5212D76A90EE}"/>
              </a:ext>
            </a:extLst>
          </p:cNvPr>
          <p:cNvPicPr>
            <a:picLocks noChangeAspect="1"/>
          </p:cNvPicPr>
          <p:nvPr/>
        </p:nvPicPr>
        <p:blipFill>
          <a:blip r:embed="rId5">
            <a:alphaModFix amt="70000"/>
            <a:extLst>
              <a:ext uri="{BEBA8EAE-BF5A-486C-A8C5-ECC9F3942E4B}">
                <a14:imgProps xmlns:a14="http://schemas.microsoft.com/office/drawing/2010/main">
                  <a14:imgLayer r:embed="rId6">
                    <a14:imgEffect>
                      <a14:saturation sat="66000"/>
                    </a14:imgEffect>
                  </a14:imgLayer>
                </a14:imgProps>
              </a:ext>
            </a:extLst>
          </a:blip>
          <a:stretch>
            <a:fillRect/>
          </a:stretch>
        </p:blipFill>
        <p:spPr>
          <a:xfrm>
            <a:off x="75978" y="2540308"/>
            <a:ext cx="3620428" cy="3620428"/>
          </a:xfrm>
          <a:prstGeom prst="rect">
            <a:avLst/>
          </a:prstGeom>
        </p:spPr>
      </p:pic>
      <p:sp>
        <p:nvSpPr>
          <p:cNvPr id="15" name="Content Placeholder 5">
            <a:extLst>
              <a:ext uri="{FF2B5EF4-FFF2-40B4-BE49-F238E27FC236}">
                <a16:creationId xmlns:a16="http://schemas.microsoft.com/office/drawing/2014/main" id="{BC135B4E-64BD-375B-2567-F85649830C64}"/>
              </a:ext>
            </a:extLst>
          </p:cNvPr>
          <p:cNvSpPr>
            <a:spLocks noGrp="1"/>
          </p:cNvSpPr>
          <p:nvPr>
            <p:ph sz="quarter" idx="14"/>
          </p:nvPr>
        </p:nvSpPr>
        <p:spPr>
          <a:xfrm>
            <a:off x="5291192" y="406729"/>
            <a:ext cx="6668592" cy="3927229"/>
          </a:xfrm>
        </p:spPr>
        <p:txBody>
          <a:bodyPr wrap="square" anchor="t" anchorCtr="0">
            <a:spAutoFit/>
          </a:bodyPr>
          <a:lstStyle/>
          <a:p>
            <a:pPr>
              <a:lnSpc>
                <a:spcPct val="120000"/>
              </a:lnSpc>
            </a:pPr>
            <a:r>
              <a:rPr lang="en-US" sz="3200" b="1"/>
              <a:t>A game changer</a:t>
            </a:r>
            <a:r>
              <a:rPr lang="en-US" sz="3200"/>
              <a:t>!</a:t>
            </a:r>
            <a:r>
              <a:rPr lang="en-US" sz="2800"/>
              <a:t> </a:t>
            </a:r>
            <a:r>
              <a:rPr kumimoji="0" lang="en-US" sz="1600" b="0" i="0" u="none" strike="noStrike" kern="1200" cap="none" spc="0" normalizeH="0" baseline="0" noProof="0">
                <a:ln>
                  <a:noFill/>
                </a:ln>
                <a:solidFill>
                  <a:srgbClr val="000000"/>
                </a:solidFill>
                <a:effectLst/>
                <a:uLnTx/>
                <a:uFillTx/>
                <a:latin typeface="Neue Haas Grotesk Text Pro"/>
                <a:ea typeface="+mn-ea"/>
                <a:cs typeface="+mn-cs"/>
              </a:rPr>
              <a:t>affecting</a:t>
            </a:r>
            <a:r>
              <a:rPr lang="en-US" sz="1600">
                <a:solidFill>
                  <a:srgbClr val="000000"/>
                </a:solidFill>
                <a:latin typeface="Neue Haas Grotesk Text Pro"/>
              </a:rPr>
              <a:t>,</a:t>
            </a:r>
            <a:endParaRPr lang="en-US" sz="2400" dirty="0"/>
          </a:p>
          <a:p>
            <a:pPr lvl="2">
              <a:lnSpc>
                <a:spcPct val="120000"/>
              </a:lnSpc>
              <a:spcBef>
                <a:spcPts val="600"/>
              </a:spcBef>
            </a:pPr>
            <a:r>
              <a:rPr lang="en-US"/>
              <a:t>xLandscape development </a:t>
            </a:r>
            <a:r>
              <a:rPr lang="en-US" sz="1200"/>
              <a:t>(core, components, models)</a:t>
            </a:r>
            <a:endParaRPr lang="en-US" sz="1600"/>
          </a:p>
          <a:p>
            <a:pPr lvl="2">
              <a:lnSpc>
                <a:spcPct val="100000"/>
              </a:lnSpc>
              <a:spcBef>
                <a:spcPts val="600"/>
              </a:spcBef>
            </a:pPr>
            <a:r>
              <a:rPr lang="en-US"/>
              <a:t>Analysis, visualization, report of results</a:t>
            </a:r>
          </a:p>
          <a:p>
            <a:pPr lvl="2">
              <a:lnSpc>
                <a:spcPct val="100000"/>
              </a:lnSpc>
              <a:spcBef>
                <a:spcPts val="600"/>
              </a:spcBef>
            </a:pPr>
            <a:r>
              <a:rPr lang="en-US"/>
              <a:t>User Interface, GUI, Web</a:t>
            </a:r>
          </a:p>
          <a:p>
            <a:pPr lvl="2">
              <a:lnSpc>
                <a:spcPct val="100000"/>
              </a:lnSpc>
              <a:spcBef>
                <a:spcPts val="600"/>
              </a:spcBef>
            </a:pPr>
            <a:r>
              <a:rPr lang="en-US"/>
              <a:t>Scenario development</a:t>
            </a:r>
          </a:p>
          <a:p>
            <a:pPr lvl="2">
              <a:lnSpc>
                <a:spcPct val="100000"/>
              </a:lnSpc>
              <a:spcBef>
                <a:spcPts val="600"/>
              </a:spcBef>
            </a:pPr>
            <a:r>
              <a:rPr lang="en-US"/>
              <a:t>Documentation, Training</a:t>
            </a:r>
          </a:p>
          <a:p>
            <a:pPr lvl="2">
              <a:lnSpc>
                <a:spcPct val="100000"/>
              </a:lnSpc>
              <a:spcBef>
                <a:spcPts val="600"/>
              </a:spcBef>
            </a:pPr>
            <a:r>
              <a:rPr lang="en-US" b="1">
                <a:sym typeface="Wingdings" panose="05000000000000000000" pitchFamily="2" charset="2"/>
              </a:rPr>
              <a:t>Less affected: regulatory and conceptual framework</a:t>
            </a:r>
          </a:p>
          <a:p>
            <a:pPr>
              <a:lnSpc>
                <a:spcPct val="100000"/>
              </a:lnSpc>
              <a:spcBef>
                <a:spcPts val="1800"/>
              </a:spcBef>
            </a:pPr>
            <a:endParaRPr lang="en-US" sz="2000">
              <a:sym typeface="Wingdings" panose="05000000000000000000" pitchFamily="2" charset="2"/>
            </a:endParaRPr>
          </a:p>
          <a:p>
            <a:pPr>
              <a:lnSpc>
                <a:spcPct val="100000"/>
              </a:lnSpc>
              <a:spcBef>
                <a:spcPts val="1800"/>
              </a:spcBef>
            </a:pPr>
            <a:r>
              <a:rPr lang="en-US" sz="2400">
                <a:sym typeface="Wingdings" panose="05000000000000000000" pitchFamily="2" charset="2"/>
              </a:rPr>
              <a:t>We are </a:t>
            </a:r>
            <a:r>
              <a:rPr lang="en-US" sz="2800" b="1">
                <a:sym typeface="Wingdings" panose="05000000000000000000" pitchFamily="2" charset="2"/>
              </a:rPr>
              <a:t>embracing and adapting to AI!</a:t>
            </a:r>
            <a:r>
              <a:rPr lang="en-US" sz="2400">
                <a:sym typeface="Wingdings" panose="05000000000000000000" pitchFamily="2" charset="2"/>
              </a:rPr>
              <a:t> </a:t>
            </a:r>
            <a:r>
              <a:rPr lang="en-US">
                <a:solidFill>
                  <a:schemeClr val="tx1">
                    <a:lumMod val="75000"/>
                    <a:lumOff val="25000"/>
                  </a:schemeClr>
                </a:solidFill>
                <a:sym typeface="Wingdings" panose="05000000000000000000" pitchFamily="2" charset="2"/>
              </a:rPr>
              <a:t>considering dependencies, robustness and continuity </a:t>
            </a:r>
            <a:r>
              <a:rPr lang="en-US" sz="1600">
                <a:solidFill>
                  <a:schemeClr val="tx1">
                    <a:lumMod val="75000"/>
                    <a:lumOff val="25000"/>
                  </a:schemeClr>
                </a:solidFill>
                <a:sym typeface="Wingdings" panose="05000000000000000000" pitchFamily="2" charset="2"/>
              </a:rPr>
              <a:t></a:t>
            </a:r>
            <a:r>
              <a:rPr lang="en-US" sz="1600" b="1">
                <a:solidFill>
                  <a:schemeClr val="tx1">
                    <a:lumMod val="75000"/>
                    <a:lumOff val="25000"/>
                  </a:schemeClr>
                </a:solidFill>
                <a:sym typeface="Wingdings" panose="05000000000000000000" pitchFamily="2" charset="2"/>
              </a:rPr>
              <a:t>in progress</a:t>
            </a:r>
            <a:endParaRPr lang="en-US" sz="1100" b="1" dirty="0">
              <a:solidFill>
                <a:schemeClr val="tx1">
                  <a:lumMod val="75000"/>
                  <a:lumOff val="25000"/>
                </a:schemeClr>
              </a:solidFill>
            </a:endParaRPr>
          </a:p>
        </p:txBody>
      </p:sp>
      <p:pic>
        <p:nvPicPr>
          <p:cNvPr id="14" name="Grafik 13">
            <a:extLst>
              <a:ext uri="{FF2B5EF4-FFF2-40B4-BE49-F238E27FC236}">
                <a16:creationId xmlns:a16="http://schemas.microsoft.com/office/drawing/2014/main" id="{9067B59D-1F6F-D877-E5AE-AD99E1248A76}"/>
              </a:ext>
            </a:extLst>
          </p:cNvPr>
          <p:cNvPicPr>
            <a:picLocks noChangeAspect="1"/>
          </p:cNvPicPr>
          <p:nvPr/>
        </p:nvPicPr>
        <p:blipFill>
          <a:blip r:embed="rId7">
            <a:alphaModFix amt="70000"/>
          </a:blip>
          <a:stretch>
            <a:fillRect/>
          </a:stretch>
        </p:blipFill>
        <p:spPr>
          <a:xfrm>
            <a:off x="2363166" y="1772626"/>
            <a:ext cx="2282284" cy="2282284"/>
          </a:xfrm>
          <a:prstGeom prst="rect">
            <a:avLst/>
          </a:prstGeom>
        </p:spPr>
      </p:pic>
      <p:pic>
        <p:nvPicPr>
          <p:cNvPr id="1026" name="Picture 2" descr="Gemini 3: Googles neues KI-Flaggschiff übertrifft Konkurrenz in nahezu ...">
            <a:extLst>
              <a:ext uri="{FF2B5EF4-FFF2-40B4-BE49-F238E27FC236}">
                <a16:creationId xmlns:a16="http://schemas.microsoft.com/office/drawing/2014/main" id="{C0680441-9791-8F5F-4DDC-E6691832B764}"/>
              </a:ext>
            </a:extLst>
          </p:cNvPr>
          <p:cNvPicPr>
            <a:picLocks noChangeAspect="1" noChangeArrowheads="1"/>
          </p:cNvPicPr>
          <p:nvPr/>
        </p:nvPicPr>
        <p:blipFill>
          <a:blip r:embed="rId8">
            <a:alphaModFix amt="70000"/>
            <a:extLst>
              <a:ext uri="{28A0092B-C50C-407E-A947-70E740481C1C}">
                <a14:useLocalDpi xmlns:a14="http://schemas.microsoft.com/office/drawing/2010/main" val="0"/>
              </a:ext>
            </a:extLst>
          </a:blip>
          <a:srcRect/>
          <a:stretch>
            <a:fillRect/>
          </a:stretch>
        </p:blipFill>
        <p:spPr bwMode="auto">
          <a:xfrm>
            <a:off x="4183334" y="4665952"/>
            <a:ext cx="5122127" cy="22069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3057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8CDEE-AB2E-98C3-D84B-1780379A6CB0}"/>
            </a:ext>
          </a:extLst>
        </p:cNvPr>
        <p:cNvGrpSpPr/>
        <p:nvPr/>
      </p:nvGrpSpPr>
      <p:grpSpPr>
        <a:xfrm>
          <a:off x="0" y="0"/>
          <a:ext cx="0" cy="0"/>
          <a:chOff x="0" y="0"/>
          <a:chExt cx="0" cy="0"/>
        </a:xfrm>
      </p:grpSpPr>
      <p:pic>
        <p:nvPicPr>
          <p:cNvPr id="9" name="Bildplatzhalter 8" descr="Ein Bild, das draußen, Himmel, Wolke, Grasland enthält.&#10;&#10;KI-generierte Inhalte können fehlerhaft sein.">
            <a:extLst>
              <a:ext uri="{FF2B5EF4-FFF2-40B4-BE49-F238E27FC236}">
                <a16:creationId xmlns:a16="http://schemas.microsoft.com/office/drawing/2014/main" id="{48C081C5-7FAF-F1AB-5CDF-36776D03E82A}"/>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2533" r="2533"/>
          <a:stretch>
            <a:fillRect/>
          </a:stretch>
        </p:blipFill>
        <p:spPr>
          <a:xfrm>
            <a:off x="-1" y="3443868"/>
            <a:ext cx="12192000" cy="3429000"/>
          </a:xfrm>
          <a:prstGeom prst="rect">
            <a:avLst/>
          </a:prstGeom>
          <a:blipFill dpi="0" rotWithShape="1">
            <a:blip r:embed="rId4">
              <a:alphaModFix amt="60000"/>
            </a:blip>
            <a:srcRect/>
            <a:stretch>
              <a:fillRect t="-10186"/>
            </a:stretch>
          </a:blipFill>
        </p:spPr>
      </p:pic>
      <p:sp>
        <p:nvSpPr>
          <p:cNvPr id="10" name="Textfeld 9">
            <a:extLst>
              <a:ext uri="{FF2B5EF4-FFF2-40B4-BE49-F238E27FC236}">
                <a16:creationId xmlns:a16="http://schemas.microsoft.com/office/drawing/2014/main" id="{7A9B85A5-B90F-9843-7A1F-9EA9CC62123B}"/>
              </a:ext>
            </a:extLst>
          </p:cNvPr>
          <p:cNvSpPr txBox="1"/>
          <p:nvPr/>
        </p:nvSpPr>
        <p:spPr>
          <a:xfrm>
            <a:off x="9506059" y="6499331"/>
            <a:ext cx="2616817" cy="276999"/>
          </a:xfrm>
          <a:prstGeom prst="rect">
            <a:avLst/>
          </a:prstGeom>
          <a:noFill/>
        </p:spPr>
        <p:txBody>
          <a:bodyPr wrap="square" rtlCol="0">
            <a:spAutoFit/>
          </a:bodyPr>
          <a:lstStyle/>
          <a:p>
            <a:r>
              <a:rPr lang="de-DE" sz="1200">
                <a:solidFill>
                  <a:schemeClr val="bg1">
                    <a:lumMod val="75000"/>
                  </a:schemeClr>
                </a:solidFill>
              </a:rPr>
              <a:t>Wetterau, Hessian, Germany</a:t>
            </a:r>
          </a:p>
        </p:txBody>
      </p:sp>
      <p:sp>
        <p:nvSpPr>
          <p:cNvPr id="12" name="Title 6">
            <a:extLst>
              <a:ext uri="{FF2B5EF4-FFF2-40B4-BE49-F238E27FC236}">
                <a16:creationId xmlns:a16="http://schemas.microsoft.com/office/drawing/2014/main" id="{FBC60D96-4C45-FB97-0723-30617BF4F944}"/>
              </a:ext>
            </a:extLst>
          </p:cNvPr>
          <p:cNvSpPr>
            <a:spLocks noGrp="1"/>
          </p:cNvSpPr>
          <p:nvPr>
            <p:ph type="title"/>
          </p:nvPr>
        </p:nvSpPr>
        <p:spPr>
          <a:xfrm>
            <a:off x="109728" y="294360"/>
            <a:ext cx="6789160" cy="991749"/>
          </a:xfrm>
        </p:spPr>
        <p:txBody>
          <a:bodyPr>
            <a:normAutofit/>
          </a:bodyPr>
          <a:lstStyle/>
          <a:p>
            <a:r>
              <a:rPr lang="en-US" sz="4000"/>
              <a:t>The Rise of AI</a:t>
            </a:r>
            <a:endParaRPr lang="en-US" sz="4000" dirty="0"/>
          </a:p>
        </p:txBody>
      </p:sp>
      <p:pic>
        <p:nvPicPr>
          <p:cNvPr id="13" name="Grafik 12">
            <a:extLst>
              <a:ext uri="{FF2B5EF4-FFF2-40B4-BE49-F238E27FC236}">
                <a16:creationId xmlns:a16="http://schemas.microsoft.com/office/drawing/2014/main" id="{939697AC-57C3-0138-F6F7-90FB7C89A1F2}"/>
              </a:ext>
            </a:extLst>
          </p:cNvPr>
          <p:cNvPicPr>
            <a:picLocks noChangeAspect="1"/>
          </p:cNvPicPr>
          <p:nvPr/>
        </p:nvPicPr>
        <p:blipFill>
          <a:blip r:embed="rId5">
            <a:alphaModFix amt="70000"/>
            <a:extLst>
              <a:ext uri="{BEBA8EAE-BF5A-486C-A8C5-ECC9F3942E4B}">
                <a14:imgProps xmlns:a14="http://schemas.microsoft.com/office/drawing/2010/main">
                  <a14:imgLayer r:embed="rId6">
                    <a14:imgEffect>
                      <a14:saturation sat="66000"/>
                    </a14:imgEffect>
                  </a14:imgLayer>
                </a14:imgProps>
              </a:ext>
            </a:extLst>
          </a:blip>
          <a:stretch>
            <a:fillRect/>
          </a:stretch>
        </p:blipFill>
        <p:spPr>
          <a:xfrm>
            <a:off x="75978" y="2540308"/>
            <a:ext cx="3620428" cy="3620428"/>
          </a:xfrm>
          <a:prstGeom prst="rect">
            <a:avLst/>
          </a:prstGeom>
        </p:spPr>
      </p:pic>
      <p:sp>
        <p:nvSpPr>
          <p:cNvPr id="15" name="Content Placeholder 5">
            <a:extLst>
              <a:ext uri="{FF2B5EF4-FFF2-40B4-BE49-F238E27FC236}">
                <a16:creationId xmlns:a16="http://schemas.microsoft.com/office/drawing/2014/main" id="{CBCFEF4A-FA78-0226-F00F-AA18DC53CC09}"/>
              </a:ext>
            </a:extLst>
          </p:cNvPr>
          <p:cNvSpPr>
            <a:spLocks noGrp="1"/>
          </p:cNvSpPr>
          <p:nvPr>
            <p:ph sz="quarter" idx="14"/>
          </p:nvPr>
        </p:nvSpPr>
        <p:spPr>
          <a:xfrm>
            <a:off x="4051610" y="406729"/>
            <a:ext cx="7908173" cy="2860463"/>
          </a:xfrm>
        </p:spPr>
        <p:txBody>
          <a:bodyPr wrap="square" anchor="t" anchorCtr="0">
            <a:spAutoFit/>
          </a:bodyPr>
          <a:lstStyle/>
          <a:p>
            <a:pPr>
              <a:lnSpc>
                <a:spcPct val="120000"/>
              </a:lnSpc>
            </a:pPr>
            <a:r>
              <a:rPr lang="en-US" sz="3200" b="1" dirty="0">
                <a:sym typeface="Wingdings" panose="05000000000000000000" pitchFamily="2" charset="2"/>
              </a:rPr>
              <a:t>Consequences. </a:t>
            </a:r>
            <a:r>
              <a:rPr lang="en-US" sz="2400" b="1" dirty="0">
                <a:solidFill>
                  <a:schemeClr val="tx1">
                    <a:lumMod val="50000"/>
                    <a:lumOff val="50000"/>
                  </a:schemeClr>
                </a:solidFill>
                <a:sym typeface="Wingdings" panose="05000000000000000000" pitchFamily="2" charset="2"/>
              </a:rPr>
              <a:t>Training focal take home:</a:t>
            </a:r>
            <a:r>
              <a:rPr lang="en-US" sz="1200" b="1" dirty="0">
                <a:solidFill>
                  <a:schemeClr val="tx1">
                    <a:lumMod val="50000"/>
                    <a:lumOff val="50000"/>
                  </a:schemeClr>
                </a:solidFill>
                <a:latin typeface="Neue Haas Grotesk Text Pro"/>
                <a:sym typeface="Wingdings" panose="05000000000000000000" pitchFamily="2" charset="2"/>
              </a:rPr>
              <a:t> </a:t>
            </a:r>
            <a:endParaRPr lang="en-US" sz="2400" dirty="0">
              <a:solidFill>
                <a:schemeClr val="tx1">
                  <a:lumMod val="50000"/>
                  <a:lumOff val="50000"/>
                </a:schemeClr>
              </a:solidFill>
            </a:endParaRPr>
          </a:p>
          <a:p>
            <a:pPr lvl="2">
              <a:lnSpc>
                <a:spcPct val="120000"/>
              </a:lnSpc>
              <a:spcBef>
                <a:spcPts val="600"/>
              </a:spcBef>
            </a:pPr>
            <a:r>
              <a:rPr lang="en-US" sz="1600" b="1" dirty="0"/>
              <a:t>Motivation</a:t>
            </a:r>
            <a:r>
              <a:rPr lang="en-US" dirty="0"/>
              <a:t> for Landscape Modelling </a:t>
            </a:r>
          </a:p>
          <a:p>
            <a:pPr lvl="2">
              <a:lnSpc>
                <a:spcPct val="120000"/>
              </a:lnSpc>
              <a:spcBef>
                <a:spcPts val="600"/>
              </a:spcBef>
            </a:pPr>
            <a:r>
              <a:rPr lang="en-US" sz="1600" b="1" dirty="0"/>
              <a:t>Regulatory framework</a:t>
            </a:r>
            <a:r>
              <a:rPr lang="en-US" dirty="0"/>
              <a:t>. </a:t>
            </a:r>
            <a:r>
              <a:rPr lang="en-US" b="1" dirty="0"/>
              <a:t>Strategies. Risk Management</a:t>
            </a:r>
          </a:p>
          <a:p>
            <a:pPr lvl="2">
              <a:lnSpc>
                <a:spcPct val="120000"/>
              </a:lnSpc>
              <a:spcBef>
                <a:spcPts val="600"/>
              </a:spcBef>
            </a:pPr>
            <a:r>
              <a:rPr lang="en-US" sz="1600" b="1" dirty="0"/>
              <a:t>Concepts</a:t>
            </a:r>
            <a:r>
              <a:rPr lang="en-US" b="1" dirty="0"/>
              <a:t>, </a:t>
            </a:r>
            <a:r>
              <a:rPr lang="en-US" dirty="0"/>
              <a:t>esp. </a:t>
            </a:r>
            <a:r>
              <a:rPr lang="en-US" b="1" dirty="0"/>
              <a:t>modularity</a:t>
            </a:r>
            <a:r>
              <a:rPr lang="en-US" dirty="0"/>
              <a:t>. Model </a:t>
            </a:r>
            <a:r>
              <a:rPr lang="en-US" b="1" dirty="0"/>
              <a:t>architectures</a:t>
            </a:r>
            <a:r>
              <a:rPr lang="en-US" dirty="0"/>
              <a:t>. </a:t>
            </a:r>
          </a:p>
          <a:p>
            <a:pPr lvl="2">
              <a:lnSpc>
                <a:spcPct val="120000"/>
              </a:lnSpc>
              <a:spcBef>
                <a:spcPts val="600"/>
              </a:spcBef>
            </a:pPr>
            <a:r>
              <a:rPr lang="en-US" sz="1600" b="1" dirty="0"/>
              <a:t>Model Results. Communication. Evaluation.</a:t>
            </a:r>
            <a:r>
              <a:rPr lang="en-US" b="1" dirty="0"/>
              <a:t> </a:t>
            </a:r>
          </a:p>
          <a:p>
            <a:pPr lvl="2">
              <a:lnSpc>
                <a:spcPct val="120000"/>
              </a:lnSpc>
              <a:spcBef>
                <a:spcPts val="600"/>
              </a:spcBef>
            </a:pPr>
            <a:r>
              <a:rPr lang="en-US" dirty="0"/>
              <a:t>Current and future </a:t>
            </a:r>
            <a:r>
              <a:rPr lang="en-US" b="1" dirty="0"/>
              <a:t>range of application</a:t>
            </a:r>
            <a:r>
              <a:rPr lang="en-US" dirty="0"/>
              <a:t>.</a:t>
            </a:r>
          </a:p>
          <a:p>
            <a:pPr lvl="2">
              <a:lnSpc>
                <a:spcPct val="120000"/>
              </a:lnSpc>
              <a:spcBef>
                <a:spcPts val="600"/>
              </a:spcBef>
            </a:pPr>
            <a:r>
              <a:rPr lang="en-US" sz="1600" b="1" dirty="0">
                <a:solidFill>
                  <a:schemeClr val="accent2"/>
                </a:solidFill>
                <a:sym typeface="Wingdings" panose="05000000000000000000" pitchFamily="2" charset="2"/>
              </a:rPr>
              <a:t>less: technical realization</a:t>
            </a:r>
            <a:r>
              <a:rPr lang="en-US" b="1" dirty="0">
                <a:solidFill>
                  <a:schemeClr val="accent2"/>
                </a:solidFill>
                <a:sym typeface="Wingdings" panose="05000000000000000000" pitchFamily="2" charset="2"/>
              </a:rPr>
              <a:t>, usability (UI) </a:t>
            </a:r>
            <a:r>
              <a:rPr lang="en-US" dirty="0">
                <a:sym typeface="Wingdings" panose="05000000000000000000" pitchFamily="2" charset="2"/>
              </a:rPr>
              <a:t>(might change)</a:t>
            </a:r>
          </a:p>
        </p:txBody>
      </p:sp>
      <p:pic>
        <p:nvPicPr>
          <p:cNvPr id="1026" name="Picture 2" descr="Gemini 3: Googles neues KI-Flaggschiff übertrifft Konkurrenz in nahezu ...">
            <a:extLst>
              <a:ext uri="{FF2B5EF4-FFF2-40B4-BE49-F238E27FC236}">
                <a16:creationId xmlns:a16="http://schemas.microsoft.com/office/drawing/2014/main" id="{AB5AEC0F-7E9C-0619-BD69-20A8453DD8DE}"/>
              </a:ext>
            </a:extLst>
          </p:cNvPr>
          <p:cNvPicPr>
            <a:picLocks noChangeAspect="1" noChangeArrowheads="1"/>
          </p:cNvPicPr>
          <p:nvPr/>
        </p:nvPicPr>
        <p:blipFill>
          <a:blip r:embed="rId7">
            <a:alphaModFix amt="70000"/>
            <a:extLst>
              <a:ext uri="{28A0092B-C50C-407E-A947-70E740481C1C}">
                <a14:useLocalDpi xmlns:a14="http://schemas.microsoft.com/office/drawing/2010/main" val="0"/>
              </a:ext>
            </a:extLst>
          </a:blip>
          <a:srcRect/>
          <a:stretch>
            <a:fillRect/>
          </a:stretch>
        </p:blipFill>
        <p:spPr bwMode="auto">
          <a:xfrm>
            <a:off x="4183334" y="4665952"/>
            <a:ext cx="5122127" cy="2206916"/>
          </a:xfrm>
          <a:prstGeom prst="rect">
            <a:avLst/>
          </a:prstGeom>
          <a:noFill/>
          <a:extLst>
            <a:ext uri="{909E8E84-426E-40DD-AFC4-6F175D3DCCD1}">
              <a14:hiddenFill xmlns:a14="http://schemas.microsoft.com/office/drawing/2010/main">
                <a:solidFill>
                  <a:srgbClr val="FFFFFF"/>
                </a:solidFill>
              </a14:hiddenFill>
            </a:ext>
          </a:extLst>
        </p:spPr>
      </p:pic>
      <p:sp>
        <p:nvSpPr>
          <p:cNvPr id="2" name="Sprechblase: oval 1">
            <a:extLst>
              <a:ext uri="{FF2B5EF4-FFF2-40B4-BE49-F238E27FC236}">
                <a16:creationId xmlns:a16="http://schemas.microsoft.com/office/drawing/2014/main" id="{E7CF7AB4-2B90-F870-0CA1-290A7AA7E60C}"/>
              </a:ext>
            </a:extLst>
          </p:cNvPr>
          <p:cNvSpPr/>
          <p:nvPr/>
        </p:nvSpPr>
        <p:spPr>
          <a:xfrm>
            <a:off x="7149162" y="3831913"/>
            <a:ext cx="4513196" cy="1037218"/>
          </a:xfrm>
          <a:prstGeom prst="wedgeEllipseCallout">
            <a:avLst>
              <a:gd name="adj1" fmla="val -43478"/>
              <a:gd name="adj2" fmla="val -109533"/>
            </a:avLst>
          </a:prstGeom>
        </p:spPr>
        <p:style>
          <a:lnRef idx="1">
            <a:schemeClr val="accent1"/>
          </a:lnRef>
          <a:fillRef idx="2">
            <a:schemeClr val="accent1"/>
          </a:fillRef>
          <a:effectRef idx="1">
            <a:schemeClr val="accent1"/>
          </a:effectRef>
          <a:fontRef idx="minor">
            <a:schemeClr val="dk1"/>
          </a:fontRef>
        </p:style>
        <p:txBody>
          <a:bodyPr lIns="36000" tIns="36000" rIns="36000" bIns="36000" rtlCol="0" anchor="ctr"/>
          <a:lstStyle/>
          <a:p>
            <a:pPr algn="ctr"/>
            <a:r>
              <a:rPr lang="en-US" sz="1600" dirty="0">
                <a:solidFill>
                  <a:schemeClr val="tx1">
                    <a:lumMod val="50000"/>
                    <a:lumOff val="50000"/>
                  </a:schemeClr>
                </a:solidFill>
              </a:rPr>
              <a:t>Contact: thorsten.schad@landwerk-ev.de</a:t>
            </a:r>
            <a:endParaRPr lang="de-DE" sz="1600" dirty="0"/>
          </a:p>
        </p:txBody>
      </p:sp>
    </p:spTree>
    <p:extLst>
      <p:ext uri="{BB962C8B-B14F-4D97-AF65-F5344CB8AC3E}">
        <p14:creationId xmlns:p14="http://schemas.microsoft.com/office/powerpoint/2010/main" val="32738485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76D56-0636-3EBB-CB21-1F7D45FB22A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33DB0CA-B88C-C738-2B5E-9EF6F026525D}"/>
              </a:ext>
            </a:extLst>
          </p:cNvPr>
          <p:cNvSpPr>
            <a:spLocks noGrp="1"/>
          </p:cNvSpPr>
          <p:nvPr>
            <p:ph type="title"/>
          </p:nvPr>
        </p:nvSpPr>
        <p:spPr>
          <a:xfrm>
            <a:off x="109727" y="914400"/>
            <a:ext cx="3399189" cy="1892808"/>
          </a:xfrm>
        </p:spPr>
        <p:txBody>
          <a:bodyPr/>
          <a:lstStyle/>
          <a:p>
            <a:r>
              <a:rPr lang="de-DE" spc="-100"/>
              <a:t>Content</a:t>
            </a:r>
            <a:br>
              <a:rPr lang="de-DE" spc="-100"/>
            </a:br>
            <a:br>
              <a:rPr lang="de-DE" spc="-100"/>
            </a:br>
            <a:r>
              <a:rPr lang="de-DE" spc="-100"/>
              <a:t>13.30 – 17.30</a:t>
            </a:r>
            <a:endParaRPr lang="de-DE" spc="-100">
              <a:solidFill>
                <a:srgbClr val="C00000"/>
              </a:solidFill>
            </a:endParaRPr>
          </a:p>
        </p:txBody>
      </p:sp>
      <p:pic>
        <p:nvPicPr>
          <p:cNvPr id="9" name="Bildplatzhalter 8" descr="Ein Bild, das draußen, Himmel, Wolke, Grasland enthält.&#10;&#10;KI-generierte Inhalte können fehlerhaft sein.">
            <a:extLst>
              <a:ext uri="{FF2B5EF4-FFF2-40B4-BE49-F238E27FC236}">
                <a16:creationId xmlns:a16="http://schemas.microsoft.com/office/drawing/2014/main" id="{0535B9E4-317C-4384-26C5-28D1159F5A14}"/>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2533" r="2533"/>
          <a:stretch>
            <a:fillRect/>
          </a:stretch>
        </p:blipFill>
        <p:spPr>
          <a:xfrm>
            <a:off x="-1" y="3443868"/>
            <a:ext cx="12192000" cy="3429000"/>
          </a:xfrm>
          <a:prstGeom prst="rect">
            <a:avLst/>
          </a:prstGeom>
          <a:blipFill dpi="0" rotWithShape="1">
            <a:blip r:embed="rId4">
              <a:alphaModFix amt="60000"/>
            </a:blip>
            <a:srcRect/>
            <a:stretch>
              <a:fillRect t="-10186"/>
            </a:stretch>
          </a:blipFill>
        </p:spPr>
      </p:pic>
      <p:graphicFrame>
        <p:nvGraphicFramePr>
          <p:cNvPr id="8" name="Tabelle 7">
            <a:extLst>
              <a:ext uri="{FF2B5EF4-FFF2-40B4-BE49-F238E27FC236}">
                <a16:creationId xmlns:a16="http://schemas.microsoft.com/office/drawing/2014/main" id="{6C1E88F9-5AC6-8238-7451-9CF9BF651B27}"/>
              </a:ext>
            </a:extLst>
          </p:cNvPr>
          <p:cNvGraphicFramePr>
            <a:graphicFrameLocks noGrp="1"/>
          </p:cNvGraphicFramePr>
          <p:nvPr>
            <p:extLst>
              <p:ext uri="{D42A27DB-BD31-4B8C-83A1-F6EECF244321}">
                <p14:modId xmlns:p14="http://schemas.microsoft.com/office/powerpoint/2010/main" val="1532493465"/>
              </p:ext>
            </p:extLst>
          </p:nvPr>
        </p:nvGraphicFramePr>
        <p:xfrm>
          <a:off x="3332471" y="1401555"/>
          <a:ext cx="8294748" cy="2956560"/>
        </p:xfrm>
        <a:graphic>
          <a:graphicData uri="http://schemas.openxmlformats.org/drawingml/2006/table">
            <a:tbl>
              <a:tblPr firstRow="1" bandRow="1">
                <a:tableStyleId>{69CF1AB2-1976-4502-BF36-3FF5EA218861}</a:tableStyleId>
              </a:tblPr>
              <a:tblGrid>
                <a:gridCol w="1486828">
                  <a:extLst>
                    <a:ext uri="{9D8B030D-6E8A-4147-A177-3AD203B41FA5}">
                      <a16:colId xmlns:a16="http://schemas.microsoft.com/office/drawing/2014/main" val="47985916"/>
                    </a:ext>
                  </a:extLst>
                </a:gridCol>
                <a:gridCol w="5269624">
                  <a:extLst>
                    <a:ext uri="{9D8B030D-6E8A-4147-A177-3AD203B41FA5}">
                      <a16:colId xmlns:a16="http://schemas.microsoft.com/office/drawing/2014/main" val="1739722331"/>
                    </a:ext>
                  </a:extLst>
                </a:gridCol>
                <a:gridCol w="1538296">
                  <a:extLst>
                    <a:ext uri="{9D8B030D-6E8A-4147-A177-3AD203B41FA5}">
                      <a16:colId xmlns:a16="http://schemas.microsoft.com/office/drawing/2014/main" val="3448230088"/>
                    </a:ext>
                  </a:extLst>
                </a:gridCol>
              </a:tblGrid>
              <a:tr h="372666">
                <a:tc>
                  <a:txBody>
                    <a:bodyPr/>
                    <a:lstStyle/>
                    <a:p>
                      <a:r>
                        <a:rPr lang="en-US" sz="1600"/>
                        <a:t>13:30 - 13:50</a:t>
                      </a:r>
                      <a:endParaRPr lang="de-DE" sz="1600"/>
                    </a:p>
                  </a:txBody>
                  <a:tcPr/>
                </a:tc>
                <a:tc>
                  <a:txBody>
                    <a:bodyPr/>
                    <a:lstStyle/>
                    <a:p>
                      <a:r>
                        <a:rPr lang="en-US" sz="1200"/>
                        <a:t>Introduction and Fundamentals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de-DE" sz="1200" b="0" i="1"/>
                        <a:t>What's meant by landscape-level risk assessment</a:t>
                      </a:r>
                      <a:endParaRPr lang="de-DE" sz="1200" b="0" i="0"/>
                    </a:p>
                  </a:txBody>
                  <a:tcPr/>
                </a:tc>
                <a:tc>
                  <a:txBody>
                    <a:bodyPr/>
                    <a:lstStyle/>
                    <a:p>
                      <a:r>
                        <a:rPr lang="de-DE" sz="1100" b="0"/>
                        <a:t>Thorsten</a:t>
                      </a:r>
                    </a:p>
                  </a:txBody>
                  <a:tcPr/>
                </a:tc>
                <a:extLst>
                  <a:ext uri="{0D108BD9-81ED-4DB2-BD59-A6C34878D82A}">
                    <a16:rowId xmlns:a16="http://schemas.microsoft.com/office/drawing/2014/main" val="2827809243"/>
                  </a:ext>
                </a:extLst>
              </a:tr>
              <a:tr h="195206">
                <a:tc>
                  <a:txBody>
                    <a:bodyPr/>
                    <a:lstStyle/>
                    <a:p>
                      <a:r>
                        <a:rPr lang="en-US" sz="1600" b="1"/>
                        <a:t>13:50 - 14:15</a:t>
                      </a:r>
                      <a:endParaRPr lang="de-DE" sz="1600" b="1"/>
                    </a:p>
                  </a:txBody>
                  <a:tcPr/>
                </a:tc>
                <a:tc>
                  <a:txBody>
                    <a:bodyPr/>
                    <a:lstStyle/>
                    <a:p>
                      <a:r>
                        <a:rPr lang="de-DE" sz="1200" b="1"/>
                        <a:t>Introduction to xLandscape</a:t>
                      </a:r>
                      <a:r>
                        <a:rPr lang="de-DE" sz="1200"/>
                        <a:t> </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i="1"/>
                        <a:t>Motivation, concepts, design</a:t>
                      </a:r>
                      <a:endParaRPr lang="de-DE" sz="1200" b="0" i="0"/>
                    </a:p>
                  </a:txBody>
                  <a:tcPr/>
                </a:tc>
                <a:tc>
                  <a:txBody>
                    <a:bodyPr/>
                    <a:lstStyle/>
                    <a:p>
                      <a:r>
                        <a:rPr lang="de-DE" sz="1100"/>
                        <a:t>Thorsten, Sascha</a:t>
                      </a:r>
                    </a:p>
                  </a:txBody>
                  <a:tcPr/>
                </a:tc>
                <a:extLst>
                  <a:ext uri="{0D108BD9-81ED-4DB2-BD59-A6C34878D82A}">
                    <a16:rowId xmlns:a16="http://schemas.microsoft.com/office/drawing/2014/main" val="2460953609"/>
                  </a:ext>
                </a:extLst>
              </a:tr>
              <a:tr h="195206">
                <a:tc>
                  <a:txBody>
                    <a:bodyPr/>
                    <a:lstStyle/>
                    <a:p>
                      <a:r>
                        <a:rPr lang="de-DE" sz="1600" b="1"/>
                        <a:t>14:15 - 15:15</a:t>
                      </a:r>
                    </a:p>
                  </a:txBody>
                  <a:tcPr/>
                </a:tc>
                <a:tc>
                  <a:txBody>
                    <a:bodyPr/>
                    <a:lstStyle/>
                    <a:p>
                      <a:r>
                        <a:rPr lang="de-DE" sz="1200" b="1"/>
                        <a:t>Aquatic Risk of Invertebrates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0" i="1" u="none" strike="noStrike" kern="1200" cap="none" spc="0" normalizeH="0" baseline="0" noProof="0">
                          <a:ln>
                            <a:noFill/>
                          </a:ln>
                          <a:solidFill>
                            <a:srgbClr val="000000"/>
                          </a:solidFill>
                          <a:effectLst/>
                          <a:uLnTx/>
                          <a:uFillTx/>
                          <a:latin typeface="+mn-lt"/>
                          <a:ea typeface="+mn-ea"/>
                          <a:cs typeface="+mn-cs"/>
                        </a:rPr>
                        <a:t>A real-world </a:t>
                      </a:r>
                      <a:r>
                        <a:rPr lang="de-DE" sz="1200" b="0" i="1"/>
                        <a:t>risk assessment </a:t>
                      </a:r>
                      <a:r>
                        <a:rPr kumimoji="0" lang="de-DE" sz="1200" b="0" i="1" u="none" strike="noStrike" kern="1200" cap="none" spc="0" normalizeH="0" baseline="0" noProof="0">
                          <a:ln>
                            <a:noFill/>
                          </a:ln>
                          <a:solidFill>
                            <a:srgbClr val="000000"/>
                          </a:solidFill>
                          <a:effectLst/>
                          <a:uLnTx/>
                          <a:uFillTx/>
                          <a:latin typeface="+mn-lt"/>
                          <a:ea typeface="+mn-ea"/>
                          <a:cs typeface="+mn-cs"/>
                        </a:rPr>
                        <a:t>problem for the use of an insecticide</a:t>
                      </a:r>
                      <a:endParaRPr kumimoji="0" lang="de-DE" sz="1200" b="0" i="0" u="none" strike="noStrike" kern="1200" cap="none" spc="0" normalizeH="0" baseline="0" noProof="0">
                        <a:ln>
                          <a:noFill/>
                        </a:ln>
                        <a:solidFill>
                          <a:srgbClr val="000000"/>
                        </a:solidFill>
                        <a:effectLst/>
                        <a:uLnTx/>
                        <a:uFillTx/>
                        <a:latin typeface="+mn-lt"/>
                        <a:ea typeface="+mn-ea"/>
                        <a:cs typeface="+mn-cs"/>
                      </a:endParaRPr>
                    </a:p>
                  </a:txBody>
                  <a:tcPr/>
                </a:tc>
                <a:tc>
                  <a:txBody>
                    <a:bodyPr/>
                    <a:lstStyle/>
                    <a:p>
                      <a:r>
                        <a:rPr lang="de-DE" sz="1100"/>
                        <a:t>Thorsten</a:t>
                      </a:r>
                    </a:p>
                  </a:txBody>
                  <a:tcPr/>
                </a:tc>
                <a:extLst>
                  <a:ext uri="{0D108BD9-81ED-4DB2-BD59-A6C34878D82A}">
                    <a16:rowId xmlns:a16="http://schemas.microsoft.com/office/drawing/2014/main" val="3149093480"/>
                  </a:ext>
                </a:extLst>
              </a:tr>
              <a:tr h="195206">
                <a:tc>
                  <a:txBody>
                    <a:bodyPr/>
                    <a:lstStyle/>
                    <a:p>
                      <a:r>
                        <a:rPr lang="de-DE" sz="1600" b="1"/>
                        <a:t>15:15 - 15:30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a:t>Coffee Break</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sz="1100"/>
                    </a:p>
                  </a:txBody>
                  <a:tcPr/>
                </a:tc>
                <a:extLst>
                  <a:ext uri="{0D108BD9-81ED-4DB2-BD59-A6C34878D82A}">
                    <a16:rowId xmlns:a16="http://schemas.microsoft.com/office/drawing/2014/main" val="1558725533"/>
                  </a:ext>
                </a:extLst>
              </a:tr>
              <a:tr h="195206">
                <a:tc>
                  <a:txBody>
                    <a:bodyPr/>
                    <a:lstStyle/>
                    <a:p>
                      <a:r>
                        <a:rPr lang="de-DE" sz="1600" b="1"/>
                        <a:t>15:30 - 16:30 </a:t>
                      </a:r>
                    </a:p>
                  </a:txBody>
                  <a:tcPr/>
                </a:tc>
                <a:tc>
                  <a:txBody>
                    <a:bodyPr/>
                    <a:lstStyle/>
                    <a:p>
                      <a:r>
                        <a:rPr lang="de-DE" sz="1200" b="1"/>
                        <a:t>Aquatic Risk of Water Plants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0" i="1" u="none" strike="noStrike" kern="1200" cap="none" spc="0" normalizeH="0" baseline="0" noProof="0">
                          <a:ln>
                            <a:noFill/>
                          </a:ln>
                          <a:solidFill>
                            <a:srgbClr val="000000"/>
                          </a:solidFill>
                          <a:effectLst/>
                          <a:uLnTx/>
                          <a:uFillTx/>
                          <a:latin typeface="+mn-lt"/>
                          <a:ea typeface="+mn-ea"/>
                          <a:cs typeface="+mn-cs"/>
                        </a:rPr>
                        <a:t>A real-world </a:t>
                      </a:r>
                      <a:r>
                        <a:rPr lang="de-DE" sz="1200" b="0" i="1"/>
                        <a:t>risk assessment </a:t>
                      </a:r>
                      <a:r>
                        <a:rPr kumimoji="0" lang="de-DE" sz="1200" b="0" i="1" u="none" strike="noStrike" kern="1200" cap="none" spc="0" normalizeH="0" baseline="0" noProof="0">
                          <a:ln>
                            <a:noFill/>
                          </a:ln>
                          <a:solidFill>
                            <a:srgbClr val="000000"/>
                          </a:solidFill>
                          <a:effectLst/>
                          <a:uLnTx/>
                          <a:uFillTx/>
                          <a:latin typeface="+mn-lt"/>
                          <a:ea typeface="+mn-ea"/>
                          <a:cs typeface="+mn-cs"/>
                        </a:rPr>
                        <a:t>problem for the use of a herbicide </a:t>
                      </a:r>
                      <a:endParaRPr kumimoji="0" lang="de-DE" sz="1200" b="0" i="0" u="none" strike="noStrike" kern="1200" cap="none" spc="0" normalizeH="0" baseline="0" noProof="0">
                        <a:ln>
                          <a:noFill/>
                        </a:ln>
                        <a:solidFill>
                          <a:srgbClr val="000000"/>
                        </a:solidFill>
                        <a:effectLst/>
                        <a:uLnTx/>
                        <a:uFillTx/>
                        <a:latin typeface="+mn-lt"/>
                        <a:ea typeface="+mn-ea"/>
                        <a:cs typeface="+mn-cs"/>
                      </a:endParaRPr>
                    </a:p>
                  </a:txBody>
                  <a:tcPr/>
                </a:tc>
                <a:tc>
                  <a:txBody>
                    <a:bodyPr/>
                    <a:lstStyle/>
                    <a:p>
                      <a:r>
                        <a:rPr lang="de-DE" sz="1100"/>
                        <a:t>Sebastian</a:t>
                      </a:r>
                    </a:p>
                  </a:txBody>
                  <a:tcPr/>
                </a:tc>
                <a:extLst>
                  <a:ext uri="{0D108BD9-81ED-4DB2-BD59-A6C34878D82A}">
                    <a16:rowId xmlns:a16="http://schemas.microsoft.com/office/drawing/2014/main" val="4286598612"/>
                  </a:ext>
                </a:extLst>
              </a:tr>
              <a:tr h="195206">
                <a:tc>
                  <a:txBody>
                    <a:bodyPr/>
                    <a:lstStyle/>
                    <a:p>
                      <a:r>
                        <a:rPr lang="de-DE" sz="1600" b="1"/>
                        <a:t>16:30 - 17:15 </a:t>
                      </a:r>
                    </a:p>
                  </a:txBody>
                  <a:tcPr/>
                </a:tc>
                <a:tc>
                  <a:txBody>
                    <a:bodyPr/>
                    <a:lstStyle/>
                    <a:p>
                      <a:r>
                        <a:rPr lang="de-DE" sz="1200" b="1"/>
                        <a:t>Pollinators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0" i="1" u="none" strike="noStrike" kern="1200" cap="none" spc="0" normalizeH="0" baseline="0" noProof="0">
                          <a:ln>
                            <a:noFill/>
                          </a:ln>
                          <a:solidFill>
                            <a:srgbClr val="000000"/>
                          </a:solidFill>
                          <a:effectLst/>
                          <a:uLnTx/>
                          <a:uFillTx/>
                          <a:latin typeface="+mn-lt"/>
                          <a:ea typeface="+mn-ea"/>
                          <a:cs typeface="+mn-cs"/>
                        </a:rPr>
                        <a:t>Risk </a:t>
                      </a:r>
                      <a:r>
                        <a:rPr lang="de-DE" sz="1200" b="0" i="1"/>
                        <a:t>assessment and management for honey bees</a:t>
                      </a:r>
                      <a:endParaRPr kumimoji="0" lang="de-DE" sz="1200" b="0" i="0" u="none" strike="noStrike" kern="1200" cap="none" spc="0" normalizeH="0" baseline="0" noProof="0">
                        <a:ln>
                          <a:noFill/>
                        </a:ln>
                        <a:solidFill>
                          <a:srgbClr val="000000"/>
                        </a:solidFill>
                        <a:effectLst/>
                        <a:uLnTx/>
                        <a:uFillTx/>
                        <a:latin typeface="+mn-lt"/>
                        <a:ea typeface="+mn-ea"/>
                        <a:cs typeface="+mn-cs"/>
                      </a:endParaRPr>
                    </a:p>
                  </a:txBody>
                  <a:tcPr/>
                </a:tc>
                <a:tc>
                  <a:txBody>
                    <a:bodyPr/>
                    <a:lstStyle/>
                    <a:p>
                      <a:r>
                        <a:rPr lang="de-DE" sz="1100"/>
                        <a:t>Julian, Sascha</a:t>
                      </a:r>
                    </a:p>
                  </a:txBody>
                  <a:tcPr/>
                </a:tc>
                <a:extLst>
                  <a:ext uri="{0D108BD9-81ED-4DB2-BD59-A6C34878D82A}">
                    <a16:rowId xmlns:a16="http://schemas.microsoft.com/office/drawing/2014/main" val="616087222"/>
                  </a:ext>
                </a:extLst>
              </a:tr>
              <a:tr h="266190">
                <a:tc>
                  <a:txBody>
                    <a:bodyPr/>
                    <a:lstStyle/>
                    <a:p>
                      <a:r>
                        <a:rPr lang="de-DE" sz="1600" b="1"/>
                        <a:t>17:15 - 17:30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b="1"/>
                        <a:t>Wrap-up, Q&amp;A, Outlook</a:t>
                      </a:r>
                    </a:p>
                  </a:txBody>
                  <a:tcPr/>
                </a:tc>
                <a:tc>
                  <a:txBody>
                    <a:bodyPr/>
                    <a:lstStyle/>
                    <a:p>
                      <a:r>
                        <a:rPr lang="de-DE" sz="1100"/>
                        <a:t>all</a:t>
                      </a:r>
                    </a:p>
                  </a:txBody>
                  <a:tcPr/>
                </a:tc>
                <a:extLst>
                  <a:ext uri="{0D108BD9-81ED-4DB2-BD59-A6C34878D82A}">
                    <a16:rowId xmlns:a16="http://schemas.microsoft.com/office/drawing/2014/main" val="2160373071"/>
                  </a:ext>
                </a:extLst>
              </a:tr>
            </a:tbl>
          </a:graphicData>
        </a:graphic>
      </p:graphicFrame>
      <p:sp>
        <p:nvSpPr>
          <p:cNvPr id="6" name="Datumsplatzhalter 2">
            <a:extLst>
              <a:ext uri="{FF2B5EF4-FFF2-40B4-BE49-F238E27FC236}">
                <a16:creationId xmlns:a16="http://schemas.microsoft.com/office/drawing/2014/main" id="{7B7ADFB2-C3F6-52E8-FD14-9825741B69A5}"/>
              </a:ext>
            </a:extLst>
          </p:cNvPr>
          <p:cNvSpPr>
            <a:spLocks noGrp="1"/>
          </p:cNvSpPr>
          <p:nvPr>
            <p:ph type="dt" sz="half" idx="15"/>
          </p:nvPr>
        </p:nvSpPr>
        <p:spPr>
          <a:xfrm>
            <a:off x="139035" y="110364"/>
            <a:ext cx="3494314" cy="365125"/>
          </a:xfrm>
        </p:spPr>
        <p:txBody>
          <a:bodyPr/>
          <a:lstStyle/>
          <a:p>
            <a:r>
              <a:rPr lang="en-US"/>
              <a:t>17 May 2026</a:t>
            </a:r>
            <a:endParaRPr lang="en-US" dirty="0"/>
          </a:p>
        </p:txBody>
      </p:sp>
      <p:sp>
        <p:nvSpPr>
          <p:cNvPr id="10" name="Fußzeilenplatzhalter 3">
            <a:extLst>
              <a:ext uri="{FF2B5EF4-FFF2-40B4-BE49-F238E27FC236}">
                <a16:creationId xmlns:a16="http://schemas.microsoft.com/office/drawing/2014/main" id="{8A7B5A33-07E6-7D82-8413-28D3D879A7E9}"/>
              </a:ext>
            </a:extLst>
          </p:cNvPr>
          <p:cNvSpPr>
            <a:spLocks noGrp="1"/>
          </p:cNvSpPr>
          <p:nvPr>
            <p:ph type="ftr" sz="quarter" idx="16"/>
          </p:nvPr>
        </p:nvSpPr>
        <p:spPr>
          <a:xfrm>
            <a:off x="3977639" y="109728"/>
            <a:ext cx="5303520" cy="365125"/>
          </a:xfrm>
        </p:spPr>
        <p:txBody>
          <a:bodyPr/>
          <a:lstStyle/>
          <a:p>
            <a:r>
              <a:rPr lang="en-US"/>
              <a:t>SETAC Europe 2026 – Landscape Modelling Training Course</a:t>
            </a:r>
            <a:endParaRPr lang="en-US" dirty="0"/>
          </a:p>
        </p:txBody>
      </p:sp>
      <p:sp>
        <p:nvSpPr>
          <p:cNvPr id="3" name="Textfeld 2">
            <a:extLst>
              <a:ext uri="{FF2B5EF4-FFF2-40B4-BE49-F238E27FC236}">
                <a16:creationId xmlns:a16="http://schemas.microsoft.com/office/drawing/2014/main" id="{A2F5A078-52D0-D6ED-B5E8-76F7E99CBFAC}"/>
              </a:ext>
            </a:extLst>
          </p:cNvPr>
          <p:cNvSpPr txBox="1"/>
          <p:nvPr/>
        </p:nvSpPr>
        <p:spPr>
          <a:xfrm>
            <a:off x="9506059" y="6499331"/>
            <a:ext cx="2616817" cy="276999"/>
          </a:xfrm>
          <a:prstGeom prst="rect">
            <a:avLst/>
          </a:prstGeom>
          <a:noFill/>
        </p:spPr>
        <p:txBody>
          <a:bodyPr wrap="square" rtlCol="0">
            <a:spAutoFit/>
          </a:bodyPr>
          <a:lstStyle/>
          <a:p>
            <a:r>
              <a:rPr lang="de-DE" sz="1200">
                <a:solidFill>
                  <a:schemeClr val="bg1">
                    <a:lumMod val="75000"/>
                  </a:schemeClr>
                </a:solidFill>
              </a:rPr>
              <a:t>Wetterau, Hessian, Germany</a:t>
            </a:r>
          </a:p>
        </p:txBody>
      </p:sp>
      <p:sp>
        <p:nvSpPr>
          <p:cNvPr id="5" name="Textfeld 4">
            <a:extLst>
              <a:ext uri="{FF2B5EF4-FFF2-40B4-BE49-F238E27FC236}">
                <a16:creationId xmlns:a16="http://schemas.microsoft.com/office/drawing/2014/main" id="{994F148A-7758-5519-A1F6-F06ACAE92469}"/>
              </a:ext>
            </a:extLst>
          </p:cNvPr>
          <p:cNvSpPr txBox="1"/>
          <p:nvPr/>
        </p:nvSpPr>
        <p:spPr>
          <a:xfrm>
            <a:off x="3358007" y="4400785"/>
            <a:ext cx="7391770" cy="276999"/>
          </a:xfrm>
          <a:prstGeom prst="rect">
            <a:avLst/>
          </a:prstGeom>
          <a:noFill/>
        </p:spPr>
        <p:txBody>
          <a:bodyPr wrap="square">
            <a:spAutoFit/>
          </a:bodyPr>
          <a:lstStyle/>
          <a:p>
            <a:r>
              <a:rPr lang="en-US" sz="1200">
                <a:solidFill>
                  <a:schemeClr val="tx1">
                    <a:lumMod val="75000"/>
                    <a:lumOff val="25000"/>
                  </a:schemeClr>
                </a:solidFill>
              </a:rPr>
              <a:t>Invitation to contact me after the course </a:t>
            </a:r>
            <a:r>
              <a:rPr lang="en-US" sz="1200">
                <a:solidFill>
                  <a:schemeClr val="tx1">
                    <a:lumMod val="75000"/>
                    <a:lumOff val="25000"/>
                  </a:schemeClr>
                </a:solidFill>
                <a:sym typeface="Wingdings" panose="05000000000000000000" pitchFamily="2" charset="2"/>
              </a:rPr>
              <a:t></a:t>
            </a:r>
            <a:r>
              <a:rPr lang="en-US" sz="1200">
                <a:solidFill>
                  <a:schemeClr val="tx1">
                    <a:lumMod val="75000"/>
                    <a:lumOff val="25000"/>
                  </a:schemeClr>
                </a:solidFill>
              </a:rPr>
              <a:t> thorsten.schad@landwerk-ev.de</a:t>
            </a:r>
            <a:endParaRPr lang="en-US" sz="1200" dirty="0">
              <a:solidFill>
                <a:schemeClr val="tx1">
                  <a:lumMod val="75000"/>
                  <a:lumOff val="25000"/>
                </a:schemeClr>
              </a:solidFill>
            </a:endParaRPr>
          </a:p>
        </p:txBody>
      </p:sp>
    </p:spTree>
    <p:extLst>
      <p:ext uri="{BB962C8B-B14F-4D97-AF65-F5344CB8AC3E}">
        <p14:creationId xmlns:p14="http://schemas.microsoft.com/office/powerpoint/2010/main" val="3993470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50E8666-F5C4-D64B-F81A-FED806C5338E}"/>
              </a:ext>
            </a:extLst>
          </p:cNvPr>
          <p:cNvSpPr>
            <a:spLocks noGrp="1"/>
          </p:cNvSpPr>
          <p:nvPr>
            <p:ph type="title"/>
          </p:nvPr>
        </p:nvSpPr>
        <p:spPr/>
        <p:txBody>
          <a:bodyPr/>
          <a:lstStyle/>
          <a:p>
            <a:r>
              <a:rPr lang="de-DE"/>
              <a:t>TC06 SETAC Announcement</a:t>
            </a:r>
          </a:p>
        </p:txBody>
      </p:sp>
      <p:sp>
        <p:nvSpPr>
          <p:cNvPr id="3" name="Datumsplatzhalter 2">
            <a:extLst>
              <a:ext uri="{FF2B5EF4-FFF2-40B4-BE49-F238E27FC236}">
                <a16:creationId xmlns:a16="http://schemas.microsoft.com/office/drawing/2014/main" id="{01B20AED-640C-E85A-20EF-254D09BC4F0A}"/>
              </a:ext>
            </a:extLst>
          </p:cNvPr>
          <p:cNvSpPr>
            <a:spLocks noGrp="1"/>
          </p:cNvSpPr>
          <p:nvPr>
            <p:ph type="dt" sz="half" idx="10"/>
          </p:nvPr>
        </p:nvSpPr>
        <p:spPr/>
        <p:txBody>
          <a:bodyPr/>
          <a:lstStyle/>
          <a:p>
            <a:fld id="{B1718F38-94AC-4B28-B69B-662CDAB3677F}" type="datetime1">
              <a:rPr lang="en-US" smtClean="0"/>
              <a:t>3/15/2026</a:t>
            </a:fld>
            <a:endParaRPr lang="en-US"/>
          </a:p>
        </p:txBody>
      </p:sp>
      <p:sp>
        <p:nvSpPr>
          <p:cNvPr id="4" name="Fußzeilenplatzhalter 3">
            <a:extLst>
              <a:ext uri="{FF2B5EF4-FFF2-40B4-BE49-F238E27FC236}">
                <a16:creationId xmlns:a16="http://schemas.microsoft.com/office/drawing/2014/main" id="{DE90027B-4AD6-FC35-7C17-8770F7E4178D}"/>
              </a:ext>
            </a:extLst>
          </p:cNvPr>
          <p:cNvSpPr>
            <a:spLocks noGrp="1"/>
          </p:cNvSpPr>
          <p:nvPr>
            <p:ph type="ftr" sz="quarter" idx="11"/>
          </p:nvPr>
        </p:nvSpPr>
        <p:spPr/>
        <p:txBody>
          <a:bodyPr/>
          <a:lstStyle/>
          <a:p>
            <a:r>
              <a:rPr lang="en-US"/>
              <a:t>Sample Footer Text</a:t>
            </a:r>
          </a:p>
        </p:txBody>
      </p:sp>
      <p:sp>
        <p:nvSpPr>
          <p:cNvPr id="5" name="Foliennummernplatzhalter 4">
            <a:extLst>
              <a:ext uri="{FF2B5EF4-FFF2-40B4-BE49-F238E27FC236}">
                <a16:creationId xmlns:a16="http://schemas.microsoft.com/office/drawing/2014/main" id="{6551B6AA-5BF2-DF4D-F1D6-701CF92CC031}"/>
              </a:ext>
            </a:extLst>
          </p:cNvPr>
          <p:cNvSpPr>
            <a:spLocks noGrp="1"/>
          </p:cNvSpPr>
          <p:nvPr>
            <p:ph type="sldNum" sz="quarter" idx="12"/>
          </p:nvPr>
        </p:nvSpPr>
        <p:spPr/>
        <p:txBody>
          <a:bodyPr/>
          <a:lstStyle/>
          <a:p>
            <a:fld id="{CC057153-B650-4DEB-B370-79DDCFDCE934}" type="slidenum">
              <a:rPr lang="en-US" smtClean="0"/>
              <a:t>8</a:t>
            </a:fld>
            <a:endParaRPr lang="en-US"/>
          </a:p>
        </p:txBody>
      </p:sp>
      <p:sp>
        <p:nvSpPr>
          <p:cNvPr id="6" name="Inhaltsplatzhalter 5">
            <a:extLst>
              <a:ext uri="{FF2B5EF4-FFF2-40B4-BE49-F238E27FC236}">
                <a16:creationId xmlns:a16="http://schemas.microsoft.com/office/drawing/2014/main" id="{027C84D3-5DCA-CD74-6110-463749BCBDBF}"/>
              </a:ext>
            </a:extLst>
          </p:cNvPr>
          <p:cNvSpPr>
            <a:spLocks noGrp="1"/>
          </p:cNvSpPr>
          <p:nvPr>
            <p:ph idx="1"/>
          </p:nvPr>
        </p:nvSpPr>
        <p:spPr/>
        <p:txBody>
          <a:bodyPr>
            <a:normAutofit fontScale="85000" lnSpcReduction="20000"/>
          </a:bodyPr>
          <a:lstStyle/>
          <a:p>
            <a:r>
              <a:rPr lang="en-US" b="1" u="sng">
                <a:hlinkClick r:id="rId2"/>
              </a:rPr>
              <a:t>TC06: Hands-on Landscape-Based Ecological Risk Assessment Using the Open-Source xLandscape Modelling Framework</a:t>
            </a:r>
            <a:endParaRPr lang="en-US" b="1"/>
          </a:p>
          <a:p>
            <a:r>
              <a:rPr lang="en-US" b="1"/>
              <a:t>Time: </a:t>
            </a:r>
            <a:r>
              <a:rPr lang="en-US"/>
              <a:t>13:30—17:30, </a:t>
            </a:r>
            <a:r>
              <a:rPr lang="en-US" b="1"/>
              <a:t>Room</a:t>
            </a:r>
            <a:r>
              <a:rPr lang="en-US"/>
              <a:t>: TBD, </a:t>
            </a:r>
            <a:r>
              <a:rPr lang="en-US" b="1"/>
              <a:t>Course level</a:t>
            </a:r>
            <a:r>
              <a:rPr lang="en-US"/>
              <a:t>: Introductory</a:t>
            </a:r>
          </a:p>
          <a:p>
            <a:r>
              <a:rPr lang="en-US"/>
              <a:t>This course will provide participants with a comprehensive introduction to landscape-level ecological risk assessment using the modular, open-source xLandscape framework. Participants will learn how to apply existing xLandscape models for exposure and effect modeling, as well as how to develop new components for the system. </a:t>
            </a:r>
            <a:br>
              <a:rPr lang="en-US"/>
            </a:br>
            <a:br>
              <a:rPr lang="en-US"/>
            </a:br>
            <a:r>
              <a:rPr lang="en-US"/>
              <a:t>xLandscape is a modular, flexible, and transparent framework for spatiotemporally explicit landscape modeling. It allows for the integration of various data sources and models to simulate complex environmental processes at the landscape level. The course will cover: </a:t>
            </a:r>
            <a:br>
              <a:rPr lang="en-US"/>
            </a:br>
            <a:r>
              <a:rPr lang="en-US"/>
              <a:t>•    The fundamentals of landscape-level risk assessment. </a:t>
            </a:r>
            <a:br>
              <a:rPr lang="en-US"/>
            </a:br>
            <a:r>
              <a:rPr lang="en-US"/>
              <a:t>•    The component-based software architecture of xLandscape. </a:t>
            </a:r>
            <a:br>
              <a:rPr lang="en-US"/>
            </a:br>
            <a:r>
              <a:rPr lang="en-US"/>
              <a:t>•    The application of models for Aquatic Risk, Water Plants, and Pollinator Risk. </a:t>
            </a:r>
            <a:br>
              <a:rPr lang="en-US"/>
            </a:br>
            <a:r>
              <a:rPr lang="en-US"/>
              <a:t>•    Hands-on exercises in applying xLandscape to real-world case studies. </a:t>
            </a:r>
          </a:p>
          <a:p>
            <a:r>
              <a:rPr lang="en-US" b="1"/>
              <a:t>Learning Objectives and Outcomes</a:t>
            </a:r>
          </a:p>
          <a:p>
            <a:r>
              <a:rPr lang="en-US"/>
              <a:t>Upon completion of this course, participants will be able to:</a:t>
            </a:r>
          </a:p>
          <a:p>
            <a:r>
              <a:rPr lang="en-US"/>
              <a:t>Understand the principles of landscape-level ecological risk assessment. </a:t>
            </a:r>
          </a:p>
          <a:p>
            <a:r>
              <a:rPr lang="en-US"/>
              <a:t>Describe the architecture and capabilities of the xLandscape framework. </a:t>
            </a:r>
          </a:p>
          <a:p>
            <a:r>
              <a:rPr lang="en-US"/>
              <a:t>Apply existing xLandscape models to assess risk to aquatic organisms, water plants, and pollinators. </a:t>
            </a:r>
          </a:p>
          <a:p>
            <a:r>
              <a:rPr lang="en-US"/>
              <a:t>Critically evaluate the results of landscape-level simulations. </a:t>
            </a:r>
          </a:p>
          <a:p>
            <a:r>
              <a:rPr lang="en-US" b="1"/>
              <a:t>Target Audience</a:t>
            </a:r>
          </a:p>
          <a:p>
            <a:r>
              <a:rPr lang="en-US"/>
              <a:t>This course is designed for a broad audience of environmental scientists, including students, academic researchers, industry professionals, and regulatory scientists, who are interested in landscape-level ecological risk assessment. A basic understanding of environmental modeling and risk assessment is recommended, but no prior experience with xLandscape is required. </a:t>
            </a:r>
          </a:p>
          <a:p>
            <a:r>
              <a:rPr lang="en-US" b="1"/>
              <a:t>Instructors</a:t>
            </a:r>
          </a:p>
          <a:p>
            <a:r>
              <a:rPr lang="en-US"/>
              <a:t>Thorsten Schad (Freelancer), Sascha Bub (Rheinland-Pfälzische Technische Hochschule (RPTU)), Julian Heinrich (Bayer AG), Bas Buddendorf (Wageningen University &amp; Research (WUR)), Sebastian Multsch (BASF AG)</a:t>
            </a:r>
          </a:p>
          <a:p>
            <a:endParaRPr lang="de-DE"/>
          </a:p>
        </p:txBody>
      </p:sp>
    </p:spTree>
    <p:extLst>
      <p:ext uri="{BB962C8B-B14F-4D97-AF65-F5344CB8AC3E}">
        <p14:creationId xmlns:p14="http://schemas.microsoft.com/office/powerpoint/2010/main" val="1231639007"/>
      </p:ext>
    </p:extLst>
  </p:cSld>
  <p:clrMapOvr>
    <a:masterClrMapping/>
  </p:clrMapOvr>
</p:sld>
</file>

<file path=ppt/theme/theme1.xml><?xml version="1.0" encoding="utf-8"?>
<a:theme xmlns:a="http://schemas.openxmlformats.org/drawingml/2006/main" name="Southwestern">
  <a:themeElements>
    <a:clrScheme name="Southwestern">
      <a:dk1>
        <a:srgbClr val="000000"/>
      </a:dk1>
      <a:lt1>
        <a:srgbClr val="FFFFFF"/>
      </a:lt1>
      <a:dk2>
        <a:srgbClr val="0E2841"/>
      </a:dk2>
      <a:lt2>
        <a:srgbClr val="E8E8E8"/>
      </a:lt2>
      <a:accent1>
        <a:srgbClr val="A8BABF"/>
      </a:accent1>
      <a:accent2>
        <a:srgbClr val="C16A38"/>
      </a:accent2>
      <a:accent3>
        <a:srgbClr val="7B441F"/>
      </a:accent3>
      <a:accent4>
        <a:srgbClr val="DAC68B"/>
      </a:accent4>
      <a:accent5>
        <a:srgbClr val="B6BAA5"/>
      </a:accent5>
      <a:accent6>
        <a:srgbClr val="716C34"/>
      </a:accent6>
      <a:hlink>
        <a:srgbClr val="467886"/>
      </a:hlink>
      <a:folHlink>
        <a:srgbClr val="96607D"/>
      </a:folHlink>
    </a:clrScheme>
    <a:fontScheme name="Custom 13">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uthwestern_Keynote_Presentation_win32_EF_v7" id="{CB75C61E-D0AA-411C-8CCB-350C46B2B4C2}" vid="{3FF803ED-F19F-4AA8-A921-9EC284451F8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F782DA7-86C0-4A84-A860-11A1E6E3FB6B}">
  <ds:schemaRefs>
    <ds:schemaRef ds:uri="http://www.w3.org/XML/1998/namespace"/>
    <ds:schemaRef ds:uri="http://purl.org/dc/terms/"/>
    <ds:schemaRef ds:uri="http://schemas.openxmlformats.org/package/2006/metadata/core-properties"/>
    <ds:schemaRef ds:uri="http://purl.org/dc/elements/1.1/"/>
    <ds:schemaRef ds:uri="http://purl.org/dc/dcmitype/"/>
    <ds:schemaRef ds:uri="http://schemas.microsoft.com/sharepoint/v3"/>
    <ds:schemaRef ds:uri="http://schemas.microsoft.com/office/2006/documentManagement/types"/>
    <ds:schemaRef ds:uri="http://schemas.microsoft.com/office/infopath/2007/PartnerControls"/>
    <ds:schemaRef ds:uri="230e9df3-be65-4c73-a93b-d1236ebd677e"/>
    <ds:schemaRef ds:uri="16c05727-aa75-4e4a-9b5f-8a80a1165891"/>
    <ds:schemaRef ds:uri="71af3243-3dd4-4a8d-8c0d-dd76da1f02a5"/>
    <ds:schemaRef ds:uri="http://schemas.microsoft.com/office/2006/metadata/properties"/>
  </ds:schemaRefs>
</ds:datastoreItem>
</file>

<file path=customXml/itemProps2.xml><?xml version="1.0" encoding="utf-8"?>
<ds:datastoreItem xmlns:ds="http://schemas.openxmlformats.org/officeDocument/2006/customXml" ds:itemID="{076F8FCD-0A1F-4F6A-8F55-15E9E87E2E4C}">
  <ds:schemaRefs>
    <ds:schemaRef ds:uri="http://schemas.microsoft.com/sharepoint/v3/contenttype/forms"/>
  </ds:schemaRefs>
</ds:datastoreItem>
</file>

<file path=customXml/itemProps3.xml><?xml version="1.0" encoding="utf-8"?>
<ds:datastoreItem xmlns:ds="http://schemas.openxmlformats.org/officeDocument/2006/customXml" ds:itemID="{83A9C388-2C06-4AF2-857C-74055069A2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Modern minimalist keynote presentation</Template>
  <TotalTime>0</TotalTime>
  <Words>1062</Words>
  <Application>Microsoft Office PowerPoint</Application>
  <PresentationFormat>Breitbild</PresentationFormat>
  <Paragraphs>117</Paragraphs>
  <Slides>8</Slides>
  <Notes>5</Notes>
  <HiddenSlides>2</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8</vt:i4>
      </vt:variant>
    </vt:vector>
  </HeadingPairs>
  <TitlesOfParts>
    <vt:vector size="15" baseType="lpstr">
      <vt:lpstr>Aptos</vt:lpstr>
      <vt:lpstr>Arial</vt:lpstr>
      <vt:lpstr>MV Boli</vt:lpstr>
      <vt:lpstr>Neue Haas Grotesk Text Pro</vt:lpstr>
      <vt:lpstr>Segoe Print</vt:lpstr>
      <vt:lpstr>Wingdings</vt:lpstr>
      <vt:lpstr>Southwestern</vt:lpstr>
      <vt:lpstr>Info</vt:lpstr>
      <vt:lpstr>Welcome</vt:lpstr>
      <vt:lpstr>PowerPoint-Präsentation</vt:lpstr>
      <vt:lpstr>We want to create value  for your project </vt:lpstr>
      <vt:lpstr>The Rise of AI</vt:lpstr>
      <vt:lpstr>The Rise of AI</vt:lpstr>
      <vt:lpstr>Content  13.30 – 17.30</vt:lpstr>
      <vt:lpstr>TC06 SETAC Announcement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thorsten schad</dc:creator>
  <cp:lastModifiedBy>thorsten schad</cp:lastModifiedBy>
  <cp:revision>2</cp:revision>
  <dcterms:created xsi:type="dcterms:W3CDTF">2026-01-27T19:47:21Z</dcterms:created>
  <dcterms:modified xsi:type="dcterms:W3CDTF">2026-03-15T07:05:44Z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