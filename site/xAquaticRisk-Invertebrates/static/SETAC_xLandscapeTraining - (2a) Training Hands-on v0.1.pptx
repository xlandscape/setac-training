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82" r:id="rId4"/>
    <p:sldMasterId id="2147483878" r:id="rId5"/>
  </p:sldMasterIdLst>
  <p:notesMasterIdLst>
    <p:notesMasterId r:id="rId31"/>
  </p:notesMasterIdLst>
  <p:handoutMasterIdLst>
    <p:handoutMasterId r:id="rId32"/>
  </p:handoutMasterIdLst>
  <p:sldIdLst>
    <p:sldId id="2146848750" r:id="rId6"/>
    <p:sldId id="2146848760" r:id="rId7"/>
    <p:sldId id="2146848744" r:id="rId8"/>
    <p:sldId id="2146848754" r:id="rId9"/>
    <p:sldId id="2146848767" r:id="rId10"/>
    <p:sldId id="2146848768" r:id="rId11"/>
    <p:sldId id="2146848757" r:id="rId12"/>
    <p:sldId id="2146848755" r:id="rId13"/>
    <p:sldId id="2146848765" r:id="rId14"/>
    <p:sldId id="2146848774" r:id="rId15"/>
    <p:sldId id="2146848763" r:id="rId16"/>
    <p:sldId id="2146848766" r:id="rId17"/>
    <p:sldId id="2146848769" r:id="rId18"/>
    <p:sldId id="2146848770" r:id="rId19"/>
    <p:sldId id="2146848761" r:id="rId20"/>
    <p:sldId id="2146848746" r:id="rId21"/>
    <p:sldId id="2146848762" r:id="rId22"/>
    <p:sldId id="2146848759" r:id="rId23"/>
    <p:sldId id="2146848756" r:id="rId24"/>
    <p:sldId id="2146848751" r:id="rId25"/>
    <p:sldId id="2146848764" r:id="rId26"/>
    <p:sldId id="2146848752" r:id="rId27"/>
    <p:sldId id="389" r:id="rId28"/>
    <p:sldId id="2145705896" r:id="rId29"/>
    <p:sldId id="2145705899" r:id="rId3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raining Course" id="{C9CF2E45-3D88-4891-AC10-7BA66517B680}">
          <p14:sldIdLst>
            <p14:sldId id="2146848750"/>
            <p14:sldId id="2146848760"/>
          </p14:sldIdLst>
        </p14:section>
        <p14:section name="Welcome" id="{2ECA38FB-461B-4259-98DF-54E2EE2B36A2}">
          <p14:sldIdLst>
            <p14:sldId id="2146848744"/>
            <p14:sldId id="2146848754"/>
            <p14:sldId id="2146848767"/>
            <p14:sldId id="2146848768"/>
            <p14:sldId id="2146848757"/>
            <p14:sldId id="2146848755"/>
            <p14:sldId id="2146848765"/>
            <p14:sldId id="2146848774"/>
            <p14:sldId id="2146848763"/>
            <p14:sldId id="2146848766"/>
            <p14:sldId id="2146848769"/>
            <p14:sldId id="2146848770"/>
            <p14:sldId id="2146848761"/>
            <p14:sldId id="2146848746"/>
            <p14:sldId id="2146848762"/>
            <p14:sldId id="2146848759"/>
            <p14:sldId id="2146848756"/>
            <p14:sldId id="2146848751"/>
            <p14:sldId id="2146848764"/>
            <p14:sldId id="2146848752"/>
            <p14:sldId id="389"/>
            <p14:sldId id="2145705896"/>
            <p14:sldId id="2145705899"/>
          </p14:sldIdLst>
        </p14:section>
        <p14:section name="Outlook" id="{0B2E7126-01DE-45F8-84FF-F92378EF3E19}">
          <p14:sldIdLst/>
        </p14:section>
        <p14:section name="Material" id="{A619ED39-DC50-44B9-BE37-CEF8A2F8D59C}">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1A3C8"/>
    <a:srgbClr val="1C87A0"/>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C74066F-227B-4DAF-AF57-608E61011E7D}" v="21" dt="2026-03-02T07:34:51.218"/>
    <p1510:client id="{59BD5B3B-F8F6-429C-8BF0-EF215E560E22}" v="52" dt="2026-03-01T14:21:00.274"/>
  </p1510:revLst>
</p1510:revInfo>
</file>

<file path=ppt/tableStyles.xml><?xml version="1.0" encoding="utf-8"?>
<a:tblStyleLst xmlns:a="http://schemas.openxmlformats.org/drawingml/2006/main" def="{5940675A-B579-460E-94D1-54222C63F5D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69CF1AB2-1976-4502-BF36-3FF5EA218861}" styleName="Mittlere Formatvorlage 4 - Akz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702"/>
  </p:normalViewPr>
  <p:slideViewPr>
    <p:cSldViewPr snapToGrid="0">
      <p:cViewPr varScale="1">
        <p:scale>
          <a:sx n="93" d="100"/>
          <a:sy n="93" d="100"/>
        </p:scale>
        <p:origin x="1188" y="306"/>
      </p:cViewPr>
      <p:guideLst/>
    </p:cSldViewPr>
  </p:slideViewPr>
  <p:notesTextViewPr>
    <p:cViewPr>
      <p:scale>
        <a:sx n="1" d="1"/>
        <a:sy n="1" d="1"/>
      </p:scale>
      <p:origin x="0" y="0"/>
    </p:cViewPr>
  </p:notesTextViewPr>
  <p:sorterViewPr>
    <p:cViewPr>
      <p:scale>
        <a:sx n="100" d="100"/>
        <a:sy n="100" d="100"/>
      </p:scale>
      <p:origin x="0" y="-1972"/>
    </p:cViewPr>
  </p:sorterViewPr>
  <p:notesViewPr>
    <p:cSldViewPr snapToGrid="0">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21" Type="http://schemas.openxmlformats.org/officeDocument/2006/relationships/slide" Target="slides/slide16.xml"/><Relationship Id="rId34" Type="http://schemas.openxmlformats.org/officeDocument/2006/relationships/viewProps" Target="viewProps.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presProps" Target="presProps.xml"/><Relationship Id="rId38"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handoutMaster" Target="handoutMasters/handoutMaster1.xml"/><Relationship Id="rId37" Type="http://schemas.microsoft.com/office/2016/11/relationships/changesInfo" Target="changesInfos/changesInfo1.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tableStyles" Target="tableStyles.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theme" Target="theme/theme1.xml"/><Relationship Id="rId8" Type="http://schemas.openxmlformats.org/officeDocument/2006/relationships/slide" Target="slides/slide3.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horsten schad" userId="9052ff8b9b589b84" providerId="LiveId" clId="{C902D907-5870-4470-9547-C46FA6DB8BE3}"/>
    <pc:docChg chg="undo custSel addSld delSld modSld modSection">
      <pc:chgData name="thorsten schad" userId="9052ff8b9b589b84" providerId="LiveId" clId="{C902D907-5870-4470-9547-C46FA6DB8BE3}" dt="2026-03-02T08:08:58.071" v="1106" actId="20577"/>
      <pc:docMkLst>
        <pc:docMk/>
      </pc:docMkLst>
      <pc:sldChg chg="modSp del mod">
        <pc:chgData name="thorsten schad" userId="9052ff8b9b589b84" providerId="LiveId" clId="{C902D907-5870-4470-9547-C46FA6DB8BE3}" dt="2026-03-02T07:16:00.108" v="1023" actId="47"/>
        <pc:sldMkLst>
          <pc:docMk/>
          <pc:sldMk cId="4013681969" sldId="1543"/>
        </pc:sldMkLst>
        <pc:spChg chg="mod">
          <ac:chgData name="thorsten schad" userId="9052ff8b9b589b84" providerId="LiveId" clId="{C902D907-5870-4470-9547-C46FA6DB8BE3}" dt="2026-03-02T07:13:51.944" v="1022" actId="6549"/>
          <ac:spMkLst>
            <pc:docMk/>
            <pc:sldMk cId="4013681969" sldId="1543"/>
            <ac:spMk id="6" creationId="{E47A3679-FFF5-6986-4D60-B59C7E21BD53}"/>
          </ac:spMkLst>
        </pc:spChg>
      </pc:sldChg>
      <pc:sldChg chg="addSp delSp modSp add mod modAnim">
        <pc:chgData name="thorsten schad" userId="9052ff8b9b589b84" providerId="LiveId" clId="{C902D907-5870-4470-9547-C46FA6DB8BE3}" dt="2026-02-17T07:58:22.589" v="292" actId="21"/>
        <pc:sldMkLst>
          <pc:docMk/>
          <pc:sldMk cId="4033595448" sldId="2145705831"/>
        </pc:sldMkLst>
        <pc:spChg chg="mod">
          <ac:chgData name="thorsten schad" userId="9052ff8b9b589b84" providerId="LiveId" clId="{C902D907-5870-4470-9547-C46FA6DB8BE3}" dt="2026-02-15T16:38:00.161" v="66" actId="20577"/>
          <ac:spMkLst>
            <pc:docMk/>
            <pc:sldMk cId="4033595448" sldId="2145705831"/>
            <ac:spMk id="2" creationId="{3984CA09-4400-3609-3093-3C3DDBF82574}"/>
          </ac:spMkLst>
        </pc:spChg>
        <pc:spChg chg="mod">
          <ac:chgData name="thorsten schad" userId="9052ff8b9b589b84" providerId="LiveId" clId="{C902D907-5870-4470-9547-C46FA6DB8BE3}" dt="2026-02-17T06:53:43.451" v="285" actId="20577"/>
          <ac:spMkLst>
            <pc:docMk/>
            <pc:sldMk cId="4033595448" sldId="2145705831"/>
            <ac:spMk id="6" creationId="{481904F8-7E8C-B6A2-0A6C-51BC11944356}"/>
          </ac:spMkLst>
        </pc:spChg>
        <pc:spChg chg="add mod">
          <ac:chgData name="thorsten schad" userId="9052ff8b9b589b84" providerId="LiveId" clId="{C902D907-5870-4470-9547-C46FA6DB8BE3}" dt="2026-02-17T07:57:12.706" v="287"/>
          <ac:spMkLst>
            <pc:docMk/>
            <pc:sldMk cId="4033595448" sldId="2145705831"/>
            <ac:spMk id="11" creationId="{84AACA9D-023B-DDFF-2FAE-27887F2469DD}"/>
          </ac:spMkLst>
        </pc:spChg>
        <pc:spChg chg="add mod">
          <ac:chgData name="thorsten schad" userId="9052ff8b9b589b84" providerId="LiveId" clId="{C902D907-5870-4470-9547-C46FA6DB8BE3}" dt="2026-02-17T07:57:12.706" v="287"/>
          <ac:spMkLst>
            <pc:docMk/>
            <pc:sldMk cId="4033595448" sldId="2145705831"/>
            <ac:spMk id="12" creationId="{BA3D250C-714B-A23A-E79C-3551DB7DF18A}"/>
          </ac:spMkLst>
        </pc:spChg>
        <pc:spChg chg="add mod">
          <ac:chgData name="thorsten schad" userId="9052ff8b9b589b84" providerId="LiveId" clId="{C902D907-5870-4470-9547-C46FA6DB8BE3}" dt="2026-02-17T07:57:12.706" v="287"/>
          <ac:spMkLst>
            <pc:docMk/>
            <pc:sldMk cId="4033595448" sldId="2145705831"/>
            <ac:spMk id="13" creationId="{A4650A18-CF7A-1579-1BA8-D1A111567A0E}"/>
          </ac:spMkLst>
        </pc:spChg>
        <pc:spChg chg="add mod">
          <ac:chgData name="thorsten schad" userId="9052ff8b9b589b84" providerId="LiveId" clId="{C902D907-5870-4470-9547-C46FA6DB8BE3}" dt="2026-02-17T07:57:12.706" v="287"/>
          <ac:spMkLst>
            <pc:docMk/>
            <pc:sldMk cId="4033595448" sldId="2145705831"/>
            <ac:spMk id="14" creationId="{8F10A1AA-94D4-5232-AF0D-AB2428BB70E0}"/>
          </ac:spMkLst>
        </pc:spChg>
        <pc:spChg chg="add mod">
          <ac:chgData name="thorsten schad" userId="9052ff8b9b589b84" providerId="LiveId" clId="{C902D907-5870-4470-9547-C46FA6DB8BE3}" dt="2026-02-17T07:57:12.706" v="287"/>
          <ac:spMkLst>
            <pc:docMk/>
            <pc:sldMk cId="4033595448" sldId="2145705831"/>
            <ac:spMk id="17" creationId="{54D4348C-474C-8249-6571-FCCBBFBE20D2}"/>
          </ac:spMkLst>
        </pc:spChg>
        <pc:spChg chg="add mod">
          <ac:chgData name="thorsten schad" userId="9052ff8b9b589b84" providerId="LiveId" clId="{C902D907-5870-4470-9547-C46FA6DB8BE3}" dt="2026-02-17T07:57:12.706" v="287"/>
          <ac:spMkLst>
            <pc:docMk/>
            <pc:sldMk cId="4033595448" sldId="2145705831"/>
            <ac:spMk id="18" creationId="{DCDDB159-FF96-4CB3-50CF-4B09777B4A3A}"/>
          </ac:spMkLst>
        </pc:spChg>
        <pc:picChg chg="mod">
          <ac:chgData name="thorsten schad" userId="9052ff8b9b589b84" providerId="LiveId" clId="{C902D907-5870-4470-9547-C46FA6DB8BE3}" dt="2026-02-17T07:57:12.706" v="287"/>
          <ac:picMkLst>
            <pc:docMk/>
            <pc:sldMk cId="4033595448" sldId="2145705831"/>
            <ac:picMk id="8" creationId="{59D97E0B-5D4A-D245-CA29-F605AFAB0DF6}"/>
          </ac:picMkLst>
        </pc:picChg>
        <pc:picChg chg="mod">
          <ac:chgData name="thorsten schad" userId="9052ff8b9b589b84" providerId="LiveId" clId="{C902D907-5870-4470-9547-C46FA6DB8BE3}" dt="2026-02-17T07:57:12.706" v="287"/>
          <ac:picMkLst>
            <pc:docMk/>
            <pc:sldMk cId="4033595448" sldId="2145705831"/>
            <ac:picMk id="9" creationId="{C353FADC-EF01-6829-E765-53581BBC48B9}"/>
          </ac:picMkLst>
        </pc:picChg>
        <pc:picChg chg="add mod">
          <ac:chgData name="thorsten schad" userId="9052ff8b9b589b84" providerId="LiveId" clId="{C902D907-5870-4470-9547-C46FA6DB8BE3}" dt="2026-02-17T07:57:12.706" v="287"/>
          <ac:picMkLst>
            <pc:docMk/>
            <pc:sldMk cId="4033595448" sldId="2145705831"/>
            <ac:picMk id="10" creationId="{6A56B50D-290F-B6E6-0055-137BD4A8BA06}"/>
          </ac:picMkLst>
        </pc:picChg>
      </pc:sldChg>
      <pc:sldChg chg="modSp add mod">
        <pc:chgData name="thorsten schad" userId="9052ff8b9b589b84" providerId="LiveId" clId="{C902D907-5870-4470-9547-C46FA6DB8BE3}" dt="2026-02-15T16:38:26.048" v="96" actId="20577"/>
        <pc:sldMkLst>
          <pc:docMk/>
          <pc:sldMk cId="4209688728" sldId="2145705832"/>
        </pc:sldMkLst>
        <pc:spChg chg="mod">
          <ac:chgData name="thorsten schad" userId="9052ff8b9b589b84" providerId="LiveId" clId="{C902D907-5870-4470-9547-C46FA6DB8BE3}" dt="2026-02-15T16:38:26.048" v="96" actId="20577"/>
          <ac:spMkLst>
            <pc:docMk/>
            <pc:sldMk cId="4209688728" sldId="2145705832"/>
            <ac:spMk id="2" creationId="{8BF3F8DB-92EE-9D57-C54A-36BFF11AD9D1}"/>
          </ac:spMkLst>
        </pc:spChg>
      </pc:sldChg>
      <pc:sldChg chg="modSp add mod">
        <pc:chgData name="thorsten schad" userId="9052ff8b9b589b84" providerId="LiveId" clId="{C902D907-5870-4470-9547-C46FA6DB8BE3}" dt="2026-02-17T09:35:23.676" v="530" actId="20577"/>
        <pc:sldMkLst>
          <pc:docMk/>
          <pc:sldMk cId="402514881" sldId="2145705833"/>
        </pc:sldMkLst>
        <pc:spChg chg="mod">
          <ac:chgData name="thorsten schad" userId="9052ff8b9b589b84" providerId="LiveId" clId="{C902D907-5870-4470-9547-C46FA6DB8BE3}" dt="2026-02-15T16:38:42.974" v="122" actId="20577"/>
          <ac:spMkLst>
            <pc:docMk/>
            <pc:sldMk cId="402514881" sldId="2145705833"/>
            <ac:spMk id="2" creationId="{84255A4D-B6D2-092D-CE36-70607482DB66}"/>
          </ac:spMkLst>
        </pc:spChg>
        <pc:spChg chg="mod">
          <ac:chgData name="thorsten schad" userId="9052ff8b9b589b84" providerId="LiveId" clId="{C902D907-5870-4470-9547-C46FA6DB8BE3}" dt="2026-02-17T09:35:23.676" v="530" actId="20577"/>
          <ac:spMkLst>
            <pc:docMk/>
            <pc:sldMk cId="402514881" sldId="2145705833"/>
            <ac:spMk id="6" creationId="{8DA770BC-14BC-5D06-FEB9-1367358E0714}"/>
          </ac:spMkLst>
        </pc:spChg>
      </pc:sldChg>
      <pc:sldChg chg="modSp new mod">
        <pc:chgData name="thorsten schad" userId="9052ff8b9b589b84" providerId="LiveId" clId="{C902D907-5870-4470-9547-C46FA6DB8BE3}" dt="2026-02-15T16:39:10.008" v="177" actId="27636"/>
        <pc:sldMkLst>
          <pc:docMk/>
          <pc:sldMk cId="4194485016" sldId="2145705834"/>
        </pc:sldMkLst>
        <pc:spChg chg="mod">
          <ac:chgData name="thorsten schad" userId="9052ff8b9b589b84" providerId="LiveId" clId="{C902D907-5870-4470-9547-C46FA6DB8BE3}" dt="2026-02-15T16:39:10.008" v="177" actId="27636"/>
          <ac:spMkLst>
            <pc:docMk/>
            <pc:sldMk cId="4194485016" sldId="2145705834"/>
            <ac:spMk id="2" creationId="{AA7C5207-A665-EF13-7652-D242B8767CAC}"/>
          </ac:spMkLst>
        </pc:spChg>
      </pc:sldChg>
      <pc:sldChg chg="modSp add mod">
        <pc:chgData name="thorsten schad" userId="9052ff8b9b589b84" providerId="LiveId" clId="{C902D907-5870-4470-9547-C46FA6DB8BE3}" dt="2026-02-15T16:39:18.618" v="186" actId="20577"/>
        <pc:sldMkLst>
          <pc:docMk/>
          <pc:sldMk cId="2880749578" sldId="2145705835"/>
        </pc:sldMkLst>
        <pc:spChg chg="mod">
          <ac:chgData name="thorsten schad" userId="9052ff8b9b589b84" providerId="LiveId" clId="{C902D907-5870-4470-9547-C46FA6DB8BE3}" dt="2026-02-15T16:39:18.618" v="186" actId="20577"/>
          <ac:spMkLst>
            <pc:docMk/>
            <pc:sldMk cId="2880749578" sldId="2145705835"/>
            <ac:spMk id="2" creationId="{4AB84BCE-C782-A75F-5370-B35EA92ED68A}"/>
          </ac:spMkLst>
        </pc:spChg>
      </pc:sldChg>
      <pc:sldChg chg="modSp add mod">
        <pc:chgData name="thorsten schad" userId="9052ff8b9b589b84" providerId="LiveId" clId="{C902D907-5870-4470-9547-C46FA6DB8BE3}" dt="2026-02-15T16:39:30.148" v="198" actId="20577"/>
        <pc:sldMkLst>
          <pc:docMk/>
          <pc:sldMk cId="1821056075" sldId="2145705836"/>
        </pc:sldMkLst>
        <pc:spChg chg="mod">
          <ac:chgData name="thorsten schad" userId="9052ff8b9b589b84" providerId="LiveId" clId="{C902D907-5870-4470-9547-C46FA6DB8BE3}" dt="2026-02-15T16:39:30.148" v="198" actId="20577"/>
          <ac:spMkLst>
            <pc:docMk/>
            <pc:sldMk cId="1821056075" sldId="2145705836"/>
            <ac:spMk id="2" creationId="{9B0D49B7-0A05-8893-CF36-2E20242D037C}"/>
          </ac:spMkLst>
        </pc:spChg>
      </pc:sldChg>
      <pc:sldChg chg="modSp add mod">
        <pc:chgData name="thorsten schad" userId="9052ff8b9b589b84" providerId="LiveId" clId="{C902D907-5870-4470-9547-C46FA6DB8BE3}" dt="2026-02-15T16:39:42.323" v="226" actId="20577"/>
        <pc:sldMkLst>
          <pc:docMk/>
          <pc:sldMk cId="2115616637" sldId="2145705837"/>
        </pc:sldMkLst>
        <pc:spChg chg="mod">
          <ac:chgData name="thorsten schad" userId="9052ff8b9b589b84" providerId="LiveId" clId="{C902D907-5870-4470-9547-C46FA6DB8BE3}" dt="2026-02-15T16:39:42.323" v="226" actId="20577"/>
          <ac:spMkLst>
            <pc:docMk/>
            <pc:sldMk cId="2115616637" sldId="2145705837"/>
            <ac:spMk id="2" creationId="{C5359354-D002-4290-F040-29DF12FB5F99}"/>
          </ac:spMkLst>
        </pc:spChg>
      </pc:sldChg>
      <pc:sldChg chg="modSp add mod">
        <pc:chgData name="thorsten schad" userId="9052ff8b9b589b84" providerId="LiveId" clId="{C902D907-5870-4470-9547-C46FA6DB8BE3}" dt="2026-02-15T16:40:02.534" v="244" actId="20577"/>
        <pc:sldMkLst>
          <pc:docMk/>
          <pc:sldMk cId="4242109443" sldId="2145705838"/>
        </pc:sldMkLst>
        <pc:spChg chg="mod">
          <ac:chgData name="thorsten schad" userId="9052ff8b9b589b84" providerId="LiveId" clId="{C902D907-5870-4470-9547-C46FA6DB8BE3}" dt="2026-02-15T16:40:02.534" v="244" actId="20577"/>
          <ac:spMkLst>
            <pc:docMk/>
            <pc:sldMk cId="4242109443" sldId="2145705838"/>
            <ac:spMk id="2" creationId="{FD6AA10F-C6BD-4DE0-FA7E-BA9BCA4B336D}"/>
          </ac:spMkLst>
        </pc:spChg>
      </pc:sldChg>
      <pc:sldChg chg="add">
        <pc:chgData name="thorsten schad" userId="9052ff8b9b589b84" providerId="LiveId" clId="{C902D907-5870-4470-9547-C46FA6DB8BE3}" dt="2026-02-17T07:05:21.591" v="286"/>
        <pc:sldMkLst>
          <pc:docMk/>
          <pc:sldMk cId="2559601557" sldId="2146848741"/>
        </pc:sldMkLst>
      </pc:sldChg>
      <pc:sldChg chg="addSp delSp modSp new mod modClrScheme chgLayout">
        <pc:chgData name="thorsten schad" userId="9052ff8b9b589b84" providerId="LiveId" clId="{C902D907-5870-4470-9547-C46FA6DB8BE3}" dt="2026-02-17T08:15:32.918" v="384" actId="404"/>
        <pc:sldMkLst>
          <pc:docMk/>
          <pc:sldMk cId="569684856" sldId="2146848742"/>
        </pc:sldMkLst>
        <pc:spChg chg="mod">
          <ac:chgData name="thorsten schad" userId="9052ff8b9b589b84" providerId="LiveId" clId="{C902D907-5870-4470-9547-C46FA6DB8BE3}" dt="2026-02-17T08:02:46.510" v="313" actId="26606"/>
          <ac:spMkLst>
            <pc:docMk/>
            <pc:sldMk cId="569684856" sldId="2146848742"/>
            <ac:spMk id="3" creationId="{9BAF3F57-216F-5E84-05E8-7C59464CA58E}"/>
          </ac:spMkLst>
        </pc:spChg>
        <pc:spChg chg="mod">
          <ac:chgData name="thorsten schad" userId="9052ff8b9b589b84" providerId="LiveId" clId="{C902D907-5870-4470-9547-C46FA6DB8BE3}" dt="2026-02-17T08:02:46.510" v="313" actId="26606"/>
          <ac:spMkLst>
            <pc:docMk/>
            <pc:sldMk cId="569684856" sldId="2146848742"/>
            <ac:spMk id="4" creationId="{3C541C18-1849-BA2E-9AA6-B28C5C0C2B4F}"/>
          </ac:spMkLst>
        </pc:spChg>
        <pc:spChg chg="add mod">
          <ac:chgData name="thorsten schad" userId="9052ff8b9b589b84" providerId="LiveId" clId="{C902D907-5870-4470-9547-C46FA6DB8BE3}" dt="2026-02-17T08:14:39.555" v="325" actId="207"/>
          <ac:spMkLst>
            <pc:docMk/>
            <pc:sldMk cId="569684856" sldId="2146848742"/>
            <ac:spMk id="19" creationId="{F9EABE2D-9ACC-B102-10A1-A2029AB25E84}"/>
          </ac:spMkLst>
        </pc:spChg>
        <pc:spChg chg="add mod">
          <ac:chgData name="thorsten schad" userId="9052ff8b9b589b84" providerId="LiveId" clId="{C902D907-5870-4470-9547-C46FA6DB8BE3}" dt="2026-02-17T08:15:32.918" v="384" actId="404"/>
          <ac:spMkLst>
            <pc:docMk/>
            <pc:sldMk cId="569684856" sldId="2146848742"/>
            <ac:spMk id="36" creationId="{8903FF69-EE92-C731-1C63-3DA9F742359A}"/>
          </ac:spMkLst>
        </pc:spChg>
        <pc:spChg chg="add mod">
          <ac:chgData name="thorsten schad" userId="9052ff8b9b589b84" providerId="LiveId" clId="{C902D907-5870-4470-9547-C46FA6DB8BE3}" dt="2026-02-17T08:02:46.510" v="313" actId="26606"/>
          <ac:spMkLst>
            <pc:docMk/>
            <pc:sldMk cId="569684856" sldId="2146848742"/>
            <ac:spMk id="37" creationId="{71A125F7-EAB8-488E-1BB7-B4FB0C097206}"/>
          </ac:spMkLst>
        </pc:spChg>
        <pc:spChg chg="add mod">
          <ac:chgData name="thorsten schad" userId="9052ff8b9b589b84" providerId="LiveId" clId="{C902D907-5870-4470-9547-C46FA6DB8BE3}" dt="2026-02-17T08:14:48.202" v="334" actId="14100"/>
          <ac:spMkLst>
            <pc:docMk/>
            <pc:sldMk cId="569684856" sldId="2146848742"/>
            <ac:spMk id="38" creationId="{8BDA3AC3-8BFA-D3DF-708D-7D1E5BF83456}"/>
          </ac:spMkLst>
        </pc:spChg>
        <pc:picChg chg="add mod ord">
          <ac:chgData name="thorsten schad" userId="9052ff8b9b589b84" providerId="LiveId" clId="{C902D907-5870-4470-9547-C46FA6DB8BE3}" dt="2026-02-17T08:14:43.300" v="333" actId="1038"/>
          <ac:picMkLst>
            <pc:docMk/>
            <pc:sldMk cId="569684856" sldId="2146848742"/>
            <ac:picMk id="8" creationId="{75570BB0-36CC-0CBF-7121-6A08B24E40E3}"/>
          </ac:picMkLst>
        </pc:picChg>
      </pc:sldChg>
      <pc:sldChg chg="modSp new mod">
        <pc:chgData name="thorsten schad" userId="9052ff8b9b589b84" providerId="LiveId" clId="{C902D907-5870-4470-9547-C46FA6DB8BE3}" dt="2026-02-17T08:20:46.312" v="443" actId="20577"/>
        <pc:sldMkLst>
          <pc:docMk/>
          <pc:sldMk cId="1649281872" sldId="2146848743"/>
        </pc:sldMkLst>
        <pc:spChg chg="mod">
          <ac:chgData name="thorsten schad" userId="9052ff8b9b589b84" providerId="LiveId" clId="{C902D907-5870-4470-9547-C46FA6DB8BE3}" dt="2026-02-17T08:20:46.312" v="443" actId="20577"/>
          <ac:spMkLst>
            <pc:docMk/>
            <pc:sldMk cId="1649281872" sldId="2146848743"/>
            <ac:spMk id="2" creationId="{A6CCCBE4-E8A4-435A-7203-BD5DA3AE2762}"/>
          </ac:spMkLst>
        </pc:spChg>
        <pc:spChg chg="mod">
          <ac:chgData name="thorsten schad" userId="9052ff8b9b589b84" providerId="LiveId" clId="{C902D907-5870-4470-9547-C46FA6DB8BE3}" dt="2026-02-17T08:18:13.356" v="386"/>
          <ac:spMkLst>
            <pc:docMk/>
            <pc:sldMk cId="1649281872" sldId="2146848743"/>
            <ac:spMk id="6" creationId="{E508FA43-4035-E2F0-D2A8-D710E03103BA}"/>
          </ac:spMkLst>
        </pc:spChg>
      </pc:sldChg>
      <pc:sldChg chg="addSp delSp modSp new mod">
        <pc:chgData name="thorsten schad" userId="9052ff8b9b589b84" providerId="LiveId" clId="{C902D907-5870-4470-9547-C46FA6DB8BE3}" dt="2026-02-19T10:05:55.973" v="781" actId="14100"/>
        <pc:sldMkLst>
          <pc:docMk/>
          <pc:sldMk cId="1423200453" sldId="2146848744"/>
        </pc:sldMkLst>
        <pc:spChg chg="mod">
          <ac:chgData name="thorsten schad" userId="9052ff8b9b589b84" providerId="LiveId" clId="{C902D907-5870-4470-9547-C46FA6DB8BE3}" dt="2026-02-19T10:02:59.487" v="738" actId="20577"/>
          <ac:spMkLst>
            <pc:docMk/>
            <pc:sldMk cId="1423200453" sldId="2146848744"/>
            <ac:spMk id="2" creationId="{CFF9E4FE-D3BC-6D74-1E74-08B33C2C4898}"/>
          </ac:spMkLst>
        </pc:spChg>
        <pc:spChg chg="mod">
          <ac:chgData name="thorsten schad" userId="9052ff8b9b589b84" providerId="LiveId" clId="{C902D907-5870-4470-9547-C46FA6DB8BE3}" dt="2026-02-19T10:05:55.973" v="781" actId="14100"/>
          <ac:spMkLst>
            <pc:docMk/>
            <pc:sldMk cId="1423200453" sldId="2146848744"/>
            <ac:spMk id="3" creationId="{505509C6-05BD-9F7D-3F4C-D48827F51213}"/>
          </ac:spMkLst>
        </pc:spChg>
        <pc:picChg chg="add mod ord">
          <ac:chgData name="thorsten schad" userId="9052ff8b9b589b84" providerId="LiveId" clId="{C902D907-5870-4470-9547-C46FA6DB8BE3}" dt="2026-02-18T16:59:41.882" v="562"/>
          <ac:picMkLst>
            <pc:docMk/>
            <pc:sldMk cId="1423200453" sldId="2146848744"/>
            <ac:picMk id="7" creationId="{4766DAF8-4510-DA04-3E84-6A96D1AA2AFF}"/>
          </ac:picMkLst>
        </pc:picChg>
      </pc:sldChg>
      <pc:sldChg chg="modSp new mod">
        <pc:chgData name="thorsten schad" userId="9052ff8b9b589b84" providerId="LiveId" clId="{C902D907-5870-4470-9547-C46FA6DB8BE3}" dt="2026-02-20T12:25:34.088" v="1019" actId="14"/>
        <pc:sldMkLst>
          <pc:docMk/>
          <pc:sldMk cId="3446386920" sldId="2146848750"/>
        </pc:sldMkLst>
        <pc:spChg chg="mod">
          <ac:chgData name="thorsten schad" userId="9052ff8b9b589b84" providerId="LiveId" clId="{C902D907-5870-4470-9547-C46FA6DB8BE3}" dt="2026-02-20T07:50:06.249" v="826" actId="20577"/>
          <ac:spMkLst>
            <pc:docMk/>
            <pc:sldMk cId="3446386920" sldId="2146848750"/>
            <ac:spMk id="2" creationId="{FECF76B8-B112-B266-858A-D7E394A354C4}"/>
          </ac:spMkLst>
        </pc:spChg>
        <pc:spChg chg="mod">
          <ac:chgData name="thorsten schad" userId="9052ff8b9b589b84" providerId="LiveId" clId="{C902D907-5870-4470-9547-C46FA6DB8BE3}" dt="2026-02-20T12:25:34.088" v="1019" actId="14"/>
          <ac:spMkLst>
            <pc:docMk/>
            <pc:sldMk cId="3446386920" sldId="2146848750"/>
            <ac:spMk id="6" creationId="{C8758356-75D7-7B05-01D4-7AADE99A3AD2}"/>
          </ac:spMkLst>
        </pc:spChg>
      </pc:sldChg>
      <pc:sldChg chg="modSp mod modAnim">
        <pc:chgData name="thorsten schad" userId="9052ff8b9b589b84" providerId="LiveId" clId="{C902D907-5870-4470-9547-C46FA6DB8BE3}" dt="2026-03-02T08:01:49.984" v="1088" actId="207"/>
        <pc:sldMkLst>
          <pc:docMk/>
          <pc:sldMk cId="3925558975" sldId="2146848754"/>
        </pc:sldMkLst>
        <pc:spChg chg="mod">
          <ac:chgData name="thorsten schad" userId="9052ff8b9b589b84" providerId="LiveId" clId="{C902D907-5870-4470-9547-C46FA6DB8BE3}" dt="2026-03-02T08:01:43.215" v="1087" actId="207"/>
          <ac:spMkLst>
            <pc:docMk/>
            <pc:sldMk cId="3925558975" sldId="2146848754"/>
            <ac:spMk id="14" creationId="{4136FCA0-E643-5031-6276-25B614F63819}"/>
          </ac:spMkLst>
        </pc:spChg>
        <pc:spChg chg="mod">
          <ac:chgData name="thorsten schad" userId="9052ff8b9b589b84" providerId="LiveId" clId="{C902D907-5870-4470-9547-C46FA6DB8BE3}" dt="2026-03-02T08:01:49.984" v="1088" actId="207"/>
          <ac:spMkLst>
            <pc:docMk/>
            <pc:sldMk cId="3925558975" sldId="2146848754"/>
            <ac:spMk id="17" creationId="{BB0A3B86-BE04-78DB-00C4-78B420597A8B}"/>
          </ac:spMkLst>
        </pc:spChg>
      </pc:sldChg>
      <pc:sldChg chg="modSp mod">
        <pc:chgData name="thorsten schad" userId="9052ff8b9b589b84" providerId="LiveId" clId="{C902D907-5870-4470-9547-C46FA6DB8BE3}" dt="2026-03-02T07:11:35.295" v="1020" actId="1076"/>
        <pc:sldMkLst>
          <pc:docMk/>
          <pc:sldMk cId="3991785462" sldId="2146848760"/>
        </pc:sldMkLst>
        <pc:graphicFrameChg chg="mod">
          <ac:chgData name="thorsten schad" userId="9052ff8b9b589b84" providerId="LiveId" clId="{C902D907-5870-4470-9547-C46FA6DB8BE3}" dt="2026-03-02T07:11:35.295" v="1020" actId="1076"/>
          <ac:graphicFrameMkLst>
            <pc:docMk/>
            <pc:sldMk cId="3991785462" sldId="2146848760"/>
            <ac:graphicFrameMk id="7" creationId="{C46D634C-8844-728D-0D47-EBBCD4276C05}"/>
          </ac:graphicFrameMkLst>
        </pc:graphicFrameChg>
      </pc:sldChg>
      <pc:sldChg chg="delSp modSp mod">
        <pc:chgData name="thorsten schad" userId="9052ff8b9b589b84" providerId="LiveId" clId="{C902D907-5870-4470-9547-C46FA6DB8BE3}" dt="2026-03-02T07:36:11.472" v="1054" actId="478"/>
        <pc:sldMkLst>
          <pc:docMk/>
          <pc:sldMk cId="1715166523" sldId="2146848765"/>
        </pc:sldMkLst>
        <pc:spChg chg="mod">
          <ac:chgData name="thorsten schad" userId="9052ff8b9b589b84" providerId="LiveId" clId="{C902D907-5870-4470-9547-C46FA6DB8BE3}" dt="2026-03-02T07:36:08.935" v="1052" actId="20577"/>
          <ac:spMkLst>
            <pc:docMk/>
            <pc:sldMk cId="1715166523" sldId="2146848765"/>
            <ac:spMk id="2" creationId="{9534DCF4-3753-1C88-82D9-B558ABC2B81F}"/>
          </ac:spMkLst>
        </pc:spChg>
        <pc:picChg chg="del">
          <ac:chgData name="thorsten schad" userId="9052ff8b9b589b84" providerId="LiveId" clId="{C902D907-5870-4470-9547-C46FA6DB8BE3}" dt="2026-03-02T07:36:10.899" v="1053" actId="478"/>
          <ac:picMkLst>
            <pc:docMk/>
            <pc:sldMk cId="1715166523" sldId="2146848765"/>
            <ac:picMk id="3" creationId="{039C7CFA-A04D-2017-781C-8177A66729EE}"/>
          </ac:picMkLst>
        </pc:picChg>
        <pc:picChg chg="del">
          <ac:chgData name="thorsten schad" userId="9052ff8b9b589b84" providerId="LiveId" clId="{C902D907-5870-4470-9547-C46FA6DB8BE3}" dt="2026-03-02T07:36:11.472" v="1054" actId="478"/>
          <ac:picMkLst>
            <pc:docMk/>
            <pc:sldMk cId="1715166523" sldId="2146848765"/>
            <ac:picMk id="14" creationId="{B6E063C8-45B1-ED85-D61F-C7FBE6FBD57F}"/>
          </ac:picMkLst>
        </pc:picChg>
      </pc:sldChg>
      <pc:sldChg chg="modSp mod">
        <pc:chgData name="thorsten schad" userId="9052ff8b9b589b84" providerId="LiveId" clId="{C902D907-5870-4470-9547-C46FA6DB8BE3}" dt="2026-03-02T08:08:58.071" v="1106" actId="20577"/>
        <pc:sldMkLst>
          <pc:docMk/>
          <pc:sldMk cId="4252069580" sldId="2146848767"/>
        </pc:sldMkLst>
        <pc:spChg chg="mod">
          <ac:chgData name="thorsten schad" userId="9052ff8b9b589b84" providerId="LiveId" clId="{C902D907-5870-4470-9547-C46FA6DB8BE3}" dt="2026-03-02T08:08:58.071" v="1106" actId="20577"/>
          <ac:spMkLst>
            <pc:docMk/>
            <pc:sldMk cId="4252069580" sldId="2146848767"/>
            <ac:spMk id="6" creationId="{21F4E432-B6E2-2CFC-4740-E48770E60D72}"/>
          </ac:spMkLst>
        </pc:spChg>
      </pc:sldChg>
      <pc:sldChg chg="modSp mod">
        <pc:chgData name="thorsten schad" userId="9052ff8b9b589b84" providerId="LiveId" clId="{C902D907-5870-4470-9547-C46FA6DB8BE3}" dt="2026-03-02T07:52:06.562" v="1085" actId="20577"/>
        <pc:sldMkLst>
          <pc:docMk/>
          <pc:sldMk cId="1862261177" sldId="2146848768"/>
        </pc:sldMkLst>
        <pc:spChg chg="mod">
          <ac:chgData name="thorsten schad" userId="9052ff8b9b589b84" providerId="LiveId" clId="{C902D907-5870-4470-9547-C46FA6DB8BE3}" dt="2026-03-02T07:52:06.562" v="1085" actId="20577"/>
          <ac:spMkLst>
            <pc:docMk/>
            <pc:sldMk cId="1862261177" sldId="2146848768"/>
            <ac:spMk id="6" creationId="{79FCBB9D-6B82-F4D0-3C76-016D1BDF813C}"/>
          </ac:spMkLst>
        </pc:spChg>
      </pc:sldChg>
      <pc:sldChg chg="add">
        <pc:chgData name="thorsten schad" userId="9052ff8b9b589b84" providerId="LiveId" clId="{C902D907-5870-4470-9547-C46FA6DB8BE3}" dt="2026-03-02T07:36:03.700" v="1048" actId="2890"/>
        <pc:sldMkLst>
          <pc:docMk/>
          <pc:sldMk cId="1542652558" sldId="2146848774"/>
        </pc:sldMkLst>
      </pc:sldChg>
    </pc:docChg>
  </pc:docChgLst>
  <pc:docChgLst>
    <pc:chgData name="thorsten schad" userId="9052ff8b9b589b84" providerId="LiveId" clId="{E1FA5980-7280-4B1C-ADEB-CAE9D0FE4CE3}"/>
    <pc:docChg chg="undo custSel addSld delSld modSld sldOrd modSection">
      <pc:chgData name="thorsten schad" userId="9052ff8b9b589b84" providerId="LiveId" clId="{E1FA5980-7280-4B1C-ADEB-CAE9D0FE4CE3}" dt="2026-03-01T14:32:40.661" v="1786" actId="20577"/>
      <pc:docMkLst>
        <pc:docMk/>
      </pc:docMkLst>
      <pc:sldChg chg="add">
        <pc:chgData name="thorsten schad" userId="9052ff8b9b589b84" providerId="LiveId" clId="{E1FA5980-7280-4B1C-ADEB-CAE9D0FE4CE3}" dt="2026-02-19T12:40:34.206" v="239"/>
        <pc:sldMkLst>
          <pc:docMk/>
          <pc:sldMk cId="3761322000" sldId="347"/>
        </pc:sldMkLst>
      </pc:sldChg>
      <pc:sldChg chg="add">
        <pc:chgData name="thorsten schad" userId="9052ff8b9b589b84" providerId="LiveId" clId="{E1FA5980-7280-4B1C-ADEB-CAE9D0FE4CE3}" dt="2026-02-19T12:49:21.129" v="304"/>
        <pc:sldMkLst>
          <pc:docMk/>
          <pc:sldMk cId="3879261275" sldId="363"/>
        </pc:sldMkLst>
      </pc:sldChg>
      <pc:sldChg chg="add">
        <pc:chgData name="thorsten schad" userId="9052ff8b9b589b84" providerId="LiveId" clId="{E1FA5980-7280-4B1C-ADEB-CAE9D0FE4CE3}" dt="2026-02-19T13:49:50.656" v="418"/>
        <pc:sldMkLst>
          <pc:docMk/>
          <pc:sldMk cId="3257238065" sldId="372"/>
        </pc:sldMkLst>
      </pc:sldChg>
      <pc:sldChg chg="add">
        <pc:chgData name="thorsten schad" userId="9052ff8b9b589b84" providerId="LiveId" clId="{E1FA5980-7280-4B1C-ADEB-CAE9D0FE4CE3}" dt="2026-02-19T12:40:07.081" v="238"/>
        <pc:sldMkLst>
          <pc:docMk/>
          <pc:sldMk cId="1738528658" sldId="388"/>
        </pc:sldMkLst>
      </pc:sldChg>
      <pc:sldChg chg="add">
        <pc:chgData name="thorsten schad" userId="9052ff8b9b589b84" providerId="LiveId" clId="{E1FA5980-7280-4B1C-ADEB-CAE9D0FE4CE3}" dt="2026-02-19T12:36:06.162" v="236"/>
        <pc:sldMkLst>
          <pc:docMk/>
          <pc:sldMk cId="1433512973" sldId="389"/>
        </pc:sldMkLst>
      </pc:sldChg>
      <pc:sldChg chg="ord">
        <pc:chgData name="thorsten schad" userId="9052ff8b9b589b84" providerId="LiveId" clId="{E1FA5980-7280-4B1C-ADEB-CAE9D0FE4CE3}" dt="2026-02-19T13:10:32.084" v="326"/>
        <pc:sldMkLst>
          <pc:docMk/>
          <pc:sldMk cId="2115616637" sldId="2145705837"/>
        </pc:sldMkLst>
      </pc:sldChg>
      <pc:sldChg chg="add">
        <pc:chgData name="thorsten schad" userId="9052ff8b9b589b84" providerId="LiveId" clId="{E1FA5980-7280-4B1C-ADEB-CAE9D0FE4CE3}" dt="2026-02-19T12:49:44.936" v="305"/>
        <pc:sldMkLst>
          <pc:docMk/>
          <pc:sldMk cId="2844641815" sldId="2145705845"/>
        </pc:sldMkLst>
      </pc:sldChg>
      <pc:sldChg chg="add">
        <pc:chgData name="thorsten schad" userId="9052ff8b9b589b84" providerId="LiveId" clId="{E1FA5980-7280-4B1C-ADEB-CAE9D0FE4CE3}" dt="2026-02-19T12:50:07.445" v="306"/>
        <pc:sldMkLst>
          <pc:docMk/>
          <pc:sldMk cId="637945715" sldId="2145705848"/>
        </pc:sldMkLst>
      </pc:sldChg>
      <pc:sldChg chg="add">
        <pc:chgData name="thorsten schad" userId="9052ff8b9b589b84" providerId="LiveId" clId="{E1FA5980-7280-4B1C-ADEB-CAE9D0FE4CE3}" dt="2026-02-19T12:53:32.501" v="307"/>
        <pc:sldMkLst>
          <pc:docMk/>
          <pc:sldMk cId="3324121795" sldId="2145705857"/>
        </pc:sldMkLst>
      </pc:sldChg>
      <pc:sldChg chg="add">
        <pc:chgData name="thorsten schad" userId="9052ff8b9b589b84" providerId="LiveId" clId="{E1FA5980-7280-4B1C-ADEB-CAE9D0FE4CE3}" dt="2026-02-19T13:07:14.019" v="310"/>
        <pc:sldMkLst>
          <pc:docMk/>
          <pc:sldMk cId="539169633" sldId="2145705860"/>
        </pc:sldMkLst>
      </pc:sldChg>
      <pc:sldChg chg="add">
        <pc:chgData name="thorsten schad" userId="9052ff8b9b589b84" providerId="LiveId" clId="{E1FA5980-7280-4B1C-ADEB-CAE9D0FE4CE3}" dt="2026-02-19T12:53:32.501" v="307"/>
        <pc:sldMkLst>
          <pc:docMk/>
          <pc:sldMk cId="1118125098" sldId="2145705861"/>
        </pc:sldMkLst>
      </pc:sldChg>
      <pc:sldChg chg="add">
        <pc:chgData name="thorsten schad" userId="9052ff8b9b589b84" providerId="LiveId" clId="{E1FA5980-7280-4B1C-ADEB-CAE9D0FE4CE3}" dt="2026-02-19T12:53:32.501" v="307"/>
        <pc:sldMkLst>
          <pc:docMk/>
          <pc:sldMk cId="1890651985" sldId="2145705862"/>
        </pc:sldMkLst>
      </pc:sldChg>
      <pc:sldChg chg="add">
        <pc:chgData name="thorsten schad" userId="9052ff8b9b589b84" providerId="LiveId" clId="{E1FA5980-7280-4B1C-ADEB-CAE9D0FE4CE3}" dt="2026-02-19T13:07:14.019" v="310"/>
        <pc:sldMkLst>
          <pc:docMk/>
          <pc:sldMk cId="1553803230" sldId="2145705866"/>
        </pc:sldMkLst>
      </pc:sldChg>
      <pc:sldChg chg="add">
        <pc:chgData name="thorsten schad" userId="9052ff8b9b589b84" providerId="LiveId" clId="{E1FA5980-7280-4B1C-ADEB-CAE9D0FE4CE3}" dt="2026-02-19T12:53:32.501" v="307"/>
        <pc:sldMkLst>
          <pc:docMk/>
          <pc:sldMk cId="3639288187" sldId="2145705867"/>
        </pc:sldMkLst>
      </pc:sldChg>
      <pc:sldChg chg="add">
        <pc:chgData name="thorsten schad" userId="9052ff8b9b589b84" providerId="LiveId" clId="{E1FA5980-7280-4B1C-ADEB-CAE9D0FE4CE3}" dt="2026-02-19T12:53:32.501" v="307"/>
        <pc:sldMkLst>
          <pc:docMk/>
          <pc:sldMk cId="2472419506" sldId="2145705868"/>
        </pc:sldMkLst>
      </pc:sldChg>
      <pc:sldChg chg="add">
        <pc:chgData name="thorsten schad" userId="9052ff8b9b589b84" providerId="LiveId" clId="{E1FA5980-7280-4B1C-ADEB-CAE9D0FE4CE3}" dt="2026-02-19T12:53:32.501" v="307"/>
        <pc:sldMkLst>
          <pc:docMk/>
          <pc:sldMk cId="2950969715" sldId="2145705869"/>
        </pc:sldMkLst>
      </pc:sldChg>
      <pc:sldChg chg="add ord">
        <pc:chgData name="thorsten schad" userId="9052ff8b9b589b84" providerId="LiveId" clId="{E1FA5980-7280-4B1C-ADEB-CAE9D0FE4CE3}" dt="2026-02-19T13:09:48.418" v="315"/>
        <pc:sldMkLst>
          <pc:docMk/>
          <pc:sldMk cId="1762777945" sldId="2145705873"/>
        </pc:sldMkLst>
      </pc:sldChg>
      <pc:sldChg chg="add">
        <pc:chgData name="thorsten schad" userId="9052ff8b9b589b84" providerId="LiveId" clId="{E1FA5980-7280-4B1C-ADEB-CAE9D0FE4CE3}" dt="2026-02-19T13:08:01.036" v="311"/>
        <pc:sldMkLst>
          <pc:docMk/>
          <pc:sldMk cId="3729732267" sldId="2145705875"/>
        </pc:sldMkLst>
      </pc:sldChg>
      <pc:sldChg chg="add">
        <pc:chgData name="thorsten schad" userId="9052ff8b9b589b84" providerId="LiveId" clId="{E1FA5980-7280-4B1C-ADEB-CAE9D0FE4CE3}" dt="2026-02-19T13:08:01.036" v="311"/>
        <pc:sldMkLst>
          <pc:docMk/>
          <pc:sldMk cId="4194665577" sldId="2145705876"/>
        </pc:sldMkLst>
      </pc:sldChg>
      <pc:sldChg chg="add">
        <pc:chgData name="thorsten schad" userId="9052ff8b9b589b84" providerId="LiveId" clId="{E1FA5980-7280-4B1C-ADEB-CAE9D0FE4CE3}" dt="2026-02-19T13:08:01.036" v="311"/>
        <pc:sldMkLst>
          <pc:docMk/>
          <pc:sldMk cId="1373087985" sldId="2145705877"/>
        </pc:sldMkLst>
      </pc:sldChg>
      <pc:sldChg chg="add">
        <pc:chgData name="thorsten schad" userId="9052ff8b9b589b84" providerId="LiveId" clId="{E1FA5980-7280-4B1C-ADEB-CAE9D0FE4CE3}" dt="2026-02-19T12:36:06.162" v="236"/>
        <pc:sldMkLst>
          <pc:docMk/>
          <pc:sldMk cId="785253216" sldId="2145705896"/>
        </pc:sldMkLst>
      </pc:sldChg>
      <pc:sldChg chg="add">
        <pc:chgData name="thorsten schad" userId="9052ff8b9b589b84" providerId="LiveId" clId="{E1FA5980-7280-4B1C-ADEB-CAE9D0FE4CE3}" dt="2026-02-19T12:39:50.650" v="237"/>
        <pc:sldMkLst>
          <pc:docMk/>
          <pc:sldMk cId="485388775" sldId="2145705899"/>
        </pc:sldMkLst>
      </pc:sldChg>
      <pc:sldChg chg="add ord">
        <pc:chgData name="thorsten schad" userId="9052ff8b9b589b84" providerId="LiveId" clId="{E1FA5980-7280-4B1C-ADEB-CAE9D0FE4CE3}" dt="2026-02-19T13:09:48.418" v="315"/>
        <pc:sldMkLst>
          <pc:docMk/>
          <pc:sldMk cId="603134880" sldId="2145705908"/>
        </pc:sldMkLst>
      </pc:sldChg>
      <pc:sldChg chg="add">
        <pc:chgData name="thorsten schad" userId="9052ff8b9b589b84" providerId="LiveId" clId="{E1FA5980-7280-4B1C-ADEB-CAE9D0FE4CE3}" dt="2026-02-19T13:08:01.036" v="311"/>
        <pc:sldMkLst>
          <pc:docMk/>
          <pc:sldMk cId="1656757595" sldId="2145705912"/>
        </pc:sldMkLst>
      </pc:sldChg>
      <pc:sldChg chg="ord">
        <pc:chgData name="thorsten schad" userId="9052ff8b9b589b84" providerId="LiveId" clId="{E1FA5980-7280-4B1C-ADEB-CAE9D0FE4CE3}" dt="2026-02-19T12:53:55.965" v="309"/>
        <pc:sldMkLst>
          <pc:docMk/>
          <pc:sldMk cId="2559601557" sldId="2146848741"/>
        </pc:sldMkLst>
      </pc:sldChg>
      <pc:sldChg chg="addSp delSp modSp new mod ord modAnim">
        <pc:chgData name="thorsten schad" userId="9052ff8b9b589b84" providerId="LiveId" clId="{E1FA5980-7280-4B1C-ADEB-CAE9D0FE4CE3}" dt="2026-02-26T21:31:21.756" v="929"/>
        <pc:sldMkLst>
          <pc:docMk/>
          <pc:sldMk cId="3617110401" sldId="2146848746"/>
        </pc:sldMkLst>
        <pc:spChg chg="mod">
          <ac:chgData name="thorsten schad" userId="9052ff8b9b589b84" providerId="LiveId" clId="{E1FA5980-7280-4B1C-ADEB-CAE9D0FE4CE3}" dt="2026-02-19T12:43:27.373" v="252" actId="207"/>
          <ac:spMkLst>
            <pc:docMk/>
            <pc:sldMk cId="3617110401" sldId="2146848746"/>
            <ac:spMk id="2" creationId="{91D29692-7E80-AC2B-CAC5-3D5552DDEF1E}"/>
          </ac:spMkLst>
        </pc:spChg>
        <pc:spChg chg="add mod">
          <ac:chgData name="thorsten schad" userId="9052ff8b9b589b84" providerId="LiveId" clId="{E1FA5980-7280-4B1C-ADEB-CAE9D0FE4CE3}" dt="2026-02-19T12:44:30.751" v="293" actId="1036"/>
          <ac:spMkLst>
            <pc:docMk/>
            <pc:sldMk cId="3617110401" sldId="2146848746"/>
            <ac:spMk id="7" creationId="{F6100FE0-1443-D619-D582-374E1333448D}"/>
          </ac:spMkLst>
        </pc:spChg>
        <pc:spChg chg="add mod">
          <ac:chgData name="thorsten schad" userId="9052ff8b9b589b84" providerId="LiveId" clId="{E1FA5980-7280-4B1C-ADEB-CAE9D0FE4CE3}" dt="2026-02-19T12:44:30.751" v="293" actId="1036"/>
          <ac:spMkLst>
            <pc:docMk/>
            <pc:sldMk cId="3617110401" sldId="2146848746"/>
            <ac:spMk id="10" creationId="{7D3E1F2F-7F97-EA30-C2F0-B15BC9B56503}"/>
          </ac:spMkLst>
        </pc:spChg>
        <pc:spChg chg="add mod">
          <ac:chgData name="thorsten schad" userId="9052ff8b9b589b84" providerId="LiveId" clId="{E1FA5980-7280-4B1C-ADEB-CAE9D0FE4CE3}" dt="2026-02-19T12:44:30.751" v="293" actId="1036"/>
          <ac:spMkLst>
            <pc:docMk/>
            <pc:sldMk cId="3617110401" sldId="2146848746"/>
            <ac:spMk id="15" creationId="{A831230C-3095-2390-C2D3-5264C835C5F3}"/>
          </ac:spMkLst>
        </pc:spChg>
        <pc:spChg chg="add mod">
          <ac:chgData name="thorsten schad" userId="9052ff8b9b589b84" providerId="LiveId" clId="{E1FA5980-7280-4B1C-ADEB-CAE9D0FE4CE3}" dt="2026-02-19T12:44:30.751" v="293" actId="1036"/>
          <ac:spMkLst>
            <pc:docMk/>
            <pc:sldMk cId="3617110401" sldId="2146848746"/>
            <ac:spMk id="22" creationId="{5FCCBFC8-95BD-4E9E-B0A2-BD605DACA004}"/>
          </ac:spMkLst>
        </pc:spChg>
        <pc:spChg chg="add mod">
          <ac:chgData name="thorsten schad" userId="9052ff8b9b589b84" providerId="LiveId" clId="{E1FA5980-7280-4B1C-ADEB-CAE9D0FE4CE3}" dt="2026-02-19T12:44:30.751" v="293" actId="1036"/>
          <ac:spMkLst>
            <pc:docMk/>
            <pc:sldMk cId="3617110401" sldId="2146848746"/>
            <ac:spMk id="24" creationId="{45662667-404F-ECA9-BFA5-54E8048B5F75}"/>
          </ac:spMkLst>
        </pc:spChg>
        <pc:spChg chg="add mod">
          <ac:chgData name="thorsten schad" userId="9052ff8b9b589b84" providerId="LiveId" clId="{E1FA5980-7280-4B1C-ADEB-CAE9D0FE4CE3}" dt="2026-02-19T12:44:30.751" v="293" actId="1036"/>
          <ac:spMkLst>
            <pc:docMk/>
            <pc:sldMk cId="3617110401" sldId="2146848746"/>
            <ac:spMk id="25" creationId="{1FEF34D8-E93A-30C2-1ED2-5A47122CF582}"/>
          </ac:spMkLst>
        </pc:spChg>
        <pc:spChg chg="add mod">
          <ac:chgData name="thorsten schad" userId="9052ff8b9b589b84" providerId="LiveId" clId="{E1FA5980-7280-4B1C-ADEB-CAE9D0FE4CE3}" dt="2026-02-19T12:44:30.751" v="293" actId="1036"/>
          <ac:spMkLst>
            <pc:docMk/>
            <pc:sldMk cId="3617110401" sldId="2146848746"/>
            <ac:spMk id="26" creationId="{F38E30B5-80CD-AD7E-C31B-856C40794BB0}"/>
          </ac:spMkLst>
        </pc:spChg>
        <pc:spChg chg="add mod">
          <ac:chgData name="thorsten schad" userId="9052ff8b9b589b84" providerId="LiveId" clId="{E1FA5980-7280-4B1C-ADEB-CAE9D0FE4CE3}" dt="2026-02-19T12:44:30.751" v="293" actId="1036"/>
          <ac:spMkLst>
            <pc:docMk/>
            <pc:sldMk cId="3617110401" sldId="2146848746"/>
            <ac:spMk id="30" creationId="{7A5F5A75-3826-C54B-4AB2-C0FFEEEA19D7}"/>
          </ac:spMkLst>
        </pc:spChg>
        <pc:spChg chg="add mod">
          <ac:chgData name="thorsten schad" userId="9052ff8b9b589b84" providerId="LiveId" clId="{E1FA5980-7280-4B1C-ADEB-CAE9D0FE4CE3}" dt="2026-02-19T12:44:30.751" v="293" actId="1036"/>
          <ac:spMkLst>
            <pc:docMk/>
            <pc:sldMk cId="3617110401" sldId="2146848746"/>
            <ac:spMk id="31" creationId="{67F090C8-10FB-532E-2131-75D5DD41B89F}"/>
          </ac:spMkLst>
        </pc:spChg>
      </pc:sldChg>
      <pc:sldChg chg="addSp delSp modSp new mod modAnim">
        <pc:chgData name="thorsten schad" userId="9052ff8b9b589b84" providerId="LiveId" clId="{E1FA5980-7280-4B1C-ADEB-CAE9D0FE4CE3}" dt="2026-02-19T12:48:09.313" v="302" actId="14100"/>
        <pc:sldMkLst>
          <pc:docMk/>
          <pc:sldMk cId="1044178577" sldId="2146848747"/>
        </pc:sldMkLst>
        <pc:spChg chg="mod">
          <ac:chgData name="thorsten schad" userId="9052ff8b9b589b84" providerId="LiveId" clId="{E1FA5980-7280-4B1C-ADEB-CAE9D0FE4CE3}" dt="2026-02-19T12:46:27.665" v="296"/>
          <ac:spMkLst>
            <pc:docMk/>
            <pc:sldMk cId="1044178577" sldId="2146848747"/>
            <ac:spMk id="2" creationId="{7D66F27F-022D-D4B8-B81D-3F96B90F85EF}"/>
          </ac:spMkLst>
        </pc:spChg>
        <pc:spChg chg="add mod">
          <ac:chgData name="thorsten schad" userId="9052ff8b9b589b84" providerId="LiveId" clId="{E1FA5980-7280-4B1C-ADEB-CAE9D0FE4CE3}" dt="2026-02-19T12:47:06.141" v="299"/>
          <ac:spMkLst>
            <pc:docMk/>
            <pc:sldMk cId="1044178577" sldId="2146848747"/>
            <ac:spMk id="15" creationId="{9C7D4A3E-914A-F987-BD3B-EDE8339A3A53}"/>
          </ac:spMkLst>
        </pc:spChg>
        <pc:graphicFrameChg chg="add mod modGraphic">
          <ac:chgData name="thorsten schad" userId="9052ff8b9b589b84" providerId="LiveId" clId="{E1FA5980-7280-4B1C-ADEB-CAE9D0FE4CE3}" dt="2026-02-19T12:48:09.313" v="302" actId="14100"/>
          <ac:graphicFrameMkLst>
            <pc:docMk/>
            <pc:sldMk cId="1044178577" sldId="2146848747"/>
            <ac:graphicFrameMk id="14" creationId="{78D6A044-9241-6CEB-5ED5-D469F5B0EA85}"/>
          </ac:graphicFrameMkLst>
        </pc:graphicFrameChg>
        <pc:picChg chg="add mod">
          <ac:chgData name="thorsten schad" userId="9052ff8b9b589b84" providerId="LiveId" clId="{E1FA5980-7280-4B1C-ADEB-CAE9D0FE4CE3}" dt="2026-02-19T12:47:06.141" v="299"/>
          <ac:picMkLst>
            <pc:docMk/>
            <pc:sldMk cId="1044178577" sldId="2146848747"/>
            <ac:picMk id="12" creationId="{4A36048D-A30E-F855-3A7F-74D801F4E6DF}"/>
          </ac:picMkLst>
        </pc:picChg>
        <pc:picChg chg="add mod">
          <ac:chgData name="thorsten schad" userId="9052ff8b9b589b84" providerId="LiveId" clId="{E1FA5980-7280-4B1C-ADEB-CAE9D0FE4CE3}" dt="2026-02-19T12:47:06.141" v="299"/>
          <ac:picMkLst>
            <pc:docMk/>
            <pc:sldMk cId="1044178577" sldId="2146848747"/>
            <ac:picMk id="13" creationId="{AAF17951-6624-BF1A-F1B0-413E0019A74C}"/>
          </ac:picMkLst>
        </pc:picChg>
        <pc:picChg chg="add mod">
          <ac:chgData name="thorsten schad" userId="9052ff8b9b589b84" providerId="LiveId" clId="{E1FA5980-7280-4B1C-ADEB-CAE9D0FE4CE3}" dt="2026-02-19T12:47:06.141" v="299"/>
          <ac:picMkLst>
            <pc:docMk/>
            <pc:sldMk cId="1044178577" sldId="2146848747"/>
            <ac:picMk id="16" creationId="{1F91B5AF-57E8-BD25-C4DB-A3F5B2340000}"/>
          </ac:picMkLst>
        </pc:picChg>
      </pc:sldChg>
      <pc:sldChg chg="modSp new mod">
        <pc:chgData name="thorsten schad" userId="9052ff8b9b589b84" providerId="LiveId" clId="{E1FA5980-7280-4B1C-ADEB-CAE9D0FE4CE3}" dt="2026-02-19T13:10:18.443" v="324" actId="20577"/>
        <pc:sldMkLst>
          <pc:docMk/>
          <pc:sldMk cId="1172995539" sldId="2146848748"/>
        </pc:sldMkLst>
        <pc:spChg chg="mod">
          <ac:chgData name="thorsten schad" userId="9052ff8b9b589b84" providerId="LiveId" clId="{E1FA5980-7280-4B1C-ADEB-CAE9D0FE4CE3}" dt="2026-02-19T13:10:18.443" v="324" actId="20577"/>
          <ac:spMkLst>
            <pc:docMk/>
            <pc:sldMk cId="1172995539" sldId="2146848748"/>
            <ac:spMk id="2" creationId="{03C5345E-29E5-7AE8-12D3-BE695F7DD4A2}"/>
          </ac:spMkLst>
        </pc:spChg>
      </pc:sldChg>
      <pc:sldChg chg="addSp delSp modSp new mod modClrScheme chgLayout">
        <pc:chgData name="thorsten schad" userId="9052ff8b9b589b84" providerId="LiveId" clId="{E1FA5980-7280-4B1C-ADEB-CAE9D0FE4CE3}" dt="2026-02-19T13:16:09.742" v="417" actId="1076"/>
        <pc:sldMkLst>
          <pc:docMk/>
          <pc:sldMk cId="3669786773" sldId="2146848749"/>
        </pc:sldMkLst>
        <pc:spChg chg="mod">
          <ac:chgData name="thorsten schad" userId="9052ff8b9b589b84" providerId="LiveId" clId="{E1FA5980-7280-4B1C-ADEB-CAE9D0FE4CE3}" dt="2026-02-19T13:13:00.610" v="383" actId="26606"/>
          <ac:spMkLst>
            <pc:docMk/>
            <pc:sldMk cId="3669786773" sldId="2146848749"/>
            <ac:spMk id="2" creationId="{F728F877-0516-0BD3-6E81-79A0B8BD8A6A}"/>
          </ac:spMkLst>
        </pc:spChg>
        <pc:spChg chg="mod ord">
          <ac:chgData name="thorsten schad" userId="9052ff8b9b589b84" providerId="LiveId" clId="{E1FA5980-7280-4B1C-ADEB-CAE9D0FE4CE3}" dt="2026-02-19T13:13:53.057" v="409" actId="20577"/>
          <ac:spMkLst>
            <pc:docMk/>
            <pc:sldMk cId="3669786773" sldId="2146848749"/>
            <ac:spMk id="3" creationId="{FB1202DD-48CA-77B3-5B37-4FE6D12AC053}"/>
          </ac:spMkLst>
        </pc:spChg>
        <pc:picChg chg="add mod ord">
          <ac:chgData name="thorsten schad" userId="9052ff8b9b589b84" providerId="LiveId" clId="{E1FA5980-7280-4B1C-ADEB-CAE9D0FE4CE3}" dt="2026-02-19T13:13:00.610" v="383" actId="26606"/>
          <ac:picMkLst>
            <pc:docMk/>
            <pc:sldMk cId="3669786773" sldId="2146848749"/>
            <ac:picMk id="8" creationId="{A8931AB5-1113-5207-3B5E-E0E24D9FE2F6}"/>
          </ac:picMkLst>
        </pc:picChg>
        <pc:picChg chg="add mod ord">
          <ac:chgData name="thorsten schad" userId="9052ff8b9b589b84" providerId="LiveId" clId="{E1FA5980-7280-4B1C-ADEB-CAE9D0FE4CE3}" dt="2026-02-19T13:16:09.742" v="417" actId="1076"/>
          <ac:picMkLst>
            <pc:docMk/>
            <pc:sldMk cId="3669786773" sldId="2146848749"/>
            <ac:picMk id="9" creationId="{AEEECF9A-ADDB-D6F0-4325-F4B546C15566}"/>
          </ac:picMkLst>
        </pc:picChg>
      </pc:sldChg>
      <pc:sldChg chg="addSp delSp modSp new mod">
        <pc:chgData name="thorsten schad" userId="9052ff8b9b589b84" providerId="LiveId" clId="{E1FA5980-7280-4B1C-ADEB-CAE9D0FE4CE3}" dt="2026-02-22T09:11:44.893" v="557" actId="20577"/>
        <pc:sldMkLst>
          <pc:docMk/>
          <pc:sldMk cId="2156736631" sldId="2146848751"/>
        </pc:sldMkLst>
        <pc:spChg chg="mod">
          <ac:chgData name="thorsten schad" userId="9052ff8b9b589b84" providerId="LiveId" clId="{E1FA5980-7280-4B1C-ADEB-CAE9D0FE4CE3}" dt="2026-02-22T08:49:52.043" v="437" actId="20577"/>
          <ac:spMkLst>
            <pc:docMk/>
            <pc:sldMk cId="2156736631" sldId="2146848751"/>
            <ac:spMk id="2" creationId="{3AC1D282-6A62-318B-837E-5A5240780E3E}"/>
          </ac:spMkLst>
        </pc:spChg>
        <pc:spChg chg="add mod">
          <ac:chgData name="thorsten schad" userId="9052ff8b9b589b84" providerId="LiveId" clId="{E1FA5980-7280-4B1C-ADEB-CAE9D0FE4CE3}" dt="2026-02-22T09:11:44.893" v="557" actId="20577"/>
          <ac:spMkLst>
            <pc:docMk/>
            <pc:sldMk cId="2156736631" sldId="2146848751"/>
            <ac:spMk id="9" creationId="{D4DF6F30-0C13-BE41-740D-C445CECECB97}"/>
          </ac:spMkLst>
        </pc:spChg>
        <pc:spChg chg="add mod">
          <ac:chgData name="thorsten schad" userId="9052ff8b9b589b84" providerId="LiveId" clId="{E1FA5980-7280-4B1C-ADEB-CAE9D0FE4CE3}" dt="2026-02-22T09:10:06.698" v="487" actId="1076"/>
          <ac:spMkLst>
            <pc:docMk/>
            <pc:sldMk cId="2156736631" sldId="2146848751"/>
            <ac:spMk id="12" creationId="{570E5022-44FC-36BA-557C-FC47FE45A386}"/>
          </ac:spMkLst>
        </pc:spChg>
        <pc:picChg chg="add mod">
          <ac:chgData name="thorsten schad" userId="9052ff8b9b589b84" providerId="LiveId" clId="{E1FA5980-7280-4B1C-ADEB-CAE9D0FE4CE3}" dt="2026-02-22T09:09:33.456" v="482" actId="1076"/>
          <ac:picMkLst>
            <pc:docMk/>
            <pc:sldMk cId="2156736631" sldId="2146848751"/>
            <ac:picMk id="11" creationId="{99446340-9129-7E2D-3CD3-8E7FDB7F4E6B}"/>
          </ac:picMkLst>
        </pc:picChg>
      </pc:sldChg>
      <pc:sldChg chg="modSp new mod">
        <pc:chgData name="thorsten schad" userId="9052ff8b9b589b84" providerId="LiveId" clId="{E1FA5980-7280-4B1C-ADEB-CAE9D0FE4CE3}" dt="2026-02-22T14:00:09.387" v="623" actId="20577"/>
        <pc:sldMkLst>
          <pc:docMk/>
          <pc:sldMk cId="650168324" sldId="2146848752"/>
        </pc:sldMkLst>
        <pc:spChg chg="mod">
          <ac:chgData name="thorsten schad" userId="9052ff8b9b589b84" providerId="LiveId" clId="{E1FA5980-7280-4B1C-ADEB-CAE9D0FE4CE3}" dt="2026-02-22T13:59:43.795" v="566" actId="20577"/>
          <ac:spMkLst>
            <pc:docMk/>
            <pc:sldMk cId="650168324" sldId="2146848752"/>
            <ac:spMk id="2" creationId="{B34A3CB6-BED6-D0DE-B6EA-1FA50C62D4DD}"/>
          </ac:spMkLst>
        </pc:spChg>
        <pc:spChg chg="mod">
          <ac:chgData name="thorsten schad" userId="9052ff8b9b589b84" providerId="LiveId" clId="{E1FA5980-7280-4B1C-ADEB-CAE9D0FE4CE3}" dt="2026-02-22T14:00:09.387" v="623" actId="20577"/>
          <ac:spMkLst>
            <pc:docMk/>
            <pc:sldMk cId="650168324" sldId="2146848752"/>
            <ac:spMk id="6" creationId="{045D1BFC-C719-55DF-096D-B35DC48FAC05}"/>
          </ac:spMkLst>
        </pc:spChg>
      </pc:sldChg>
      <pc:sldChg chg="addSp delSp modSp mod">
        <pc:chgData name="thorsten schad" userId="9052ff8b9b589b84" providerId="LiveId" clId="{E1FA5980-7280-4B1C-ADEB-CAE9D0FE4CE3}" dt="2026-02-26T21:25:37.198" v="927" actId="1076"/>
        <pc:sldMkLst>
          <pc:docMk/>
          <pc:sldMk cId="3925558975" sldId="2146848754"/>
        </pc:sldMkLst>
        <pc:spChg chg="mod">
          <ac:chgData name="thorsten schad" userId="9052ff8b9b589b84" providerId="LiveId" clId="{E1FA5980-7280-4B1C-ADEB-CAE9D0FE4CE3}" dt="2026-02-26T21:25:14.662" v="924" actId="20577"/>
          <ac:spMkLst>
            <pc:docMk/>
            <pc:sldMk cId="3925558975" sldId="2146848754"/>
            <ac:spMk id="6" creationId="{0AC2D38C-FD1E-456F-AD08-F400EDFA48DB}"/>
          </ac:spMkLst>
        </pc:spChg>
        <pc:spChg chg="mod">
          <ac:chgData name="thorsten schad" userId="9052ff8b9b589b84" providerId="LiveId" clId="{E1FA5980-7280-4B1C-ADEB-CAE9D0FE4CE3}" dt="2026-02-26T21:25:37.198" v="927" actId="1076"/>
          <ac:spMkLst>
            <pc:docMk/>
            <pc:sldMk cId="3925558975" sldId="2146848754"/>
            <ac:spMk id="9" creationId="{0878978D-81AA-6E88-25EE-3BDF8C81D4D3}"/>
          </ac:spMkLst>
        </pc:spChg>
        <pc:picChg chg="mod">
          <ac:chgData name="thorsten schad" userId="9052ff8b9b589b84" providerId="LiveId" clId="{E1FA5980-7280-4B1C-ADEB-CAE9D0FE4CE3}" dt="2026-02-26T21:25:26.814" v="926" actId="1076"/>
          <ac:picMkLst>
            <pc:docMk/>
            <pc:sldMk cId="3925558975" sldId="2146848754"/>
            <ac:picMk id="7" creationId="{2B889424-B546-58DB-1EEB-C4545BC28885}"/>
          </ac:picMkLst>
        </pc:picChg>
      </pc:sldChg>
      <pc:sldChg chg="ord">
        <pc:chgData name="thorsten schad" userId="9052ff8b9b589b84" providerId="LiveId" clId="{E1FA5980-7280-4B1C-ADEB-CAE9D0FE4CE3}" dt="2026-02-26T20:54:20.342" v="667"/>
        <pc:sldMkLst>
          <pc:docMk/>
          <pc:sldMk cId="1535268215" sldId="2146848755"/>
        </pc:sldMkLst>
      </pc:sldChg>
      <pc:sldChg chg="addSp delSp modSp new mod">
        <pc:chgData name="thorsten schad" userId="9052ff8b9b589b84" providerId="LiveId" clId="{E1FA5980-7280-4B1C-ADEB-CAE9D0FE4CE3}" dt="2026-02-26T21:47:39.063" v="1053" actId="1076"/>
        <pc:sldMkLst>
          <pc:docMk/>
          <pc:sldMk cId="2022529166" sldId="2146848759"/>
        </pc:sldMkLst>
        <pc:spChg chg="mod">
          <ac:chgData name="thorsten schad" userId="9052ff8b9b589b84" providerId="LiveId" clId="{E1FA5980-7280-4B1C-ADEB-CAE9D0FE4CE3}" dt="2026-02-26T21:31:39.805" v="954" actId="20577"/>
          <ac:spMkLst>
            <pc:docMk/>
            <pc:sldMk cId="2022529166" sldId="2146848759"/>
            <ac:spMk id="2" creationId="{6D25209D-8B9F-86D4-277A-89AFCB07A258}"/>
          </ac:spMkLst>
        </pc:spChg>
        <pc:spChg chg="mod">
          <ac:chgData name="thorsten schad" userId="9052ff8b9b589b84" providerId="LiveId" clId="{E1FA5980-7280-4B1C-ADEB-CAE9D0FE4CE3}" dt="2026-02-26T21:47:09.565" v="1051" actId="1076"/>
          <ac:spMkLst>
            <pc:docMk/>
            <pc:sldMk cId="2022529166" sldId="2146848759"/>
            <ac:spMk id="6" creationId="{62B78400-A11B-1FAB-FF54-959A13504438}"/>
          </ac:spMkLst>
        </pc:spChg>
        <pc:picChg chg="add mod">
          <ac:chgData name="thorsten schad" userId="9052ff8b9b589b84" providerId="LiveId" clId="{E1FA5980-7280-4B1C-ADEB-CAE9D0FE4CE3}" dt="2026-02-26T21:46:38.845" v="1048" actId="1076"/>
          <ac:picMkLst>
            <pc:docMk/>
            <pc:sldMk cId="2022529166" sldId="2146848759"/>
            <ac:picMk id="10" creationId="{5007FC9C-8D10-C759-5BC5-4423AE894E6B}"/>
          </ac:picMkLst>
        </pc:picChg>
        <pc:picChg chg="add mod">
          <ac:chgData name="thorsten schad" userId="9052ff8b9b589b84" providerId="LiveId" clId="{E1FA5980-7280-4B1C-ADEB-CAE9D0FE4CE3}" dt="2026-02-26T21:46:48.629" v="1049" actId="1076"/>
          <ac:picMkLst>
            <pc:docMk/>
            <pc:sldMk cId="2022529166" sldId="2146848759"/>
            <ac:picMk id="1026" creationId="{25AAD088-69BD-E566-45D6-B95D477138A9}"/>
          </ac:picMkLst>
        </pc:picChg>
        <pc:picChg chg="add mod">
          <ac:chgData name="thorsten schad" userId="9052ff8b9b589b84" providerId="LiveId" clId="{E1FA5980-7280-4B1C-ADEB-CAE9D0FE4CE3}" dt="2026-02-26T21:47:26.322" v="1052" actId="14100"/>
          <ac:picMkLst>
            <pc:docMk/>
            <pc:sldMk cId="2022529166" sldId="2146848759"/>
            <ac:picMk id="1030" creationId="{89556D3A-7994-8919-09A3-3271C3B5A0BE}"/>
          </ac:picMkLst>
        </pc:picChg>
      </pc:sldChg>
      <pc:sldChg chg="addSp modSp new mod modShow">
        <pc:chgData name="thorsten schad" userId="9052ff8b9b589b84" providerId="LiveId" clId="{E1FA5980-7280-4B1C-ADEB-CAE9D0FE4CE3}" dt="2026-02-28T08:15:52.129" v="1272" actId="20577"/>
        <pc:sldMkLst>
          <pc:docMk/>
          <pc:sldMk cId="4252069580" sldId="2146848767"/>
        </pc:sldMkLst>
        <pc:spChg chg="mod">
          <ac:chgData name="thorsten schad" userId="9052ff8b9b589b84" providerId="LiveId" clId="{E1FA5980-7280-4B1C-ADEB-CAE9D0FE4CE3}" dt="2026-02-28T08:15:52.129" v="1272" actId="20577"/>
          <ac:spMkLst>
            <pc:docMk/>
            <pc:sldMk cId="4252069580" sldId="2146848767"/>
            <ac:spMk id="2" creationId="{E3942ED9-C936-74A4-3F30-6646C2C496A1}"/>
          </ac:spMkLst>
        </pc:spChg>
        <pc:spChg chg="mod">
          <ac:chgData name="thorsten schad" userId="9052ff8b9b589b84" providerId="LiveId" clId="{E1FA5980-7280-4B1C-ADEB-CAE9D0FE4CE3}" dt="2026-02-28T08:11:11.956" v="1265" actId="27636"/>
          <ac:spMkLst>
            <pc:docMk/>
            <pc:sldMk cId="4252069580" sldId="2146848767"/>
            <ac:spMk id="6" creationId="{21F4E432-B6E2-2CFC-4740-E48770E60D72}"/>
          </ac:spMkLst>
        </pc:spChg>
      </pc:sldChg>
      <pc:sldChg chg="addSp delSp modSp add mod">
        <pc:chgData name="thorsten schad" userId="9052ff8b9b589b84" providerId="LiveId" clId="{E1FA5980-7280-4B1C-ADEB-CAE9D0FE4CE3}" dt="2026-02-28T08:18:03.768" v="1279" actId="27636"/>
        <pc:sldMkLst>
          <pc:docMk/>
          <pc:sldMk cId="1862261177" sldId="2146848768"/>
        </pc:sldMkLst>
        <pc:spChg chg="add del mod">
          <ac:chgData name="thorsten schad" userId="9052ff8b9b589b84" providerId="LiveId" clId="{E1FA5980-7280-4B1C-ADEB-CAE9D0FE4CE3}" dt="2026-02-28T08:18:03.768" v="1279" actId="27636"/>
          <ac:spMkLst>
            <pc:docMk/>
            <pc:sldMk cId="1862261177" sldId="2146848768"/>
            <ac:spMk id="6" creationId="{79FCBB9D-6B82-F4D0-3C76-016D1BDF813C}"/>
          </ac:spMkLst>
        </pc:spChg>
      </pc:sldChg>
      <pc:sldChg chg="modSp new mod">
        <pc:chgData name="thorsten schad" userId="9052ff8b9b589b84" providerId="LiveId" clId="{E1FA5980-7280-4B1C-ADEB-CAE9D0FE4CE3}" dt="2026-03-01T14:19:43.441" v="1443" actId="20577"/>
        <pc:sldMkLst>
          <pc:docMk/>
          <pc:sldMk cId="1524272420" sldId="2146848769"/>
        </pc:sldMkLst>
        <pc:spChg chg="mod">
          <ac:chgData name="thorsten schad" userId="9052ff8b9b589b84" providerId="LiveId" clId="{E1FA5980-7280-4B1C-ADEB-CAE9D0FE4CE3}" dt="2026-03-01T14:18:50.676" v="1392" actId="404"/>
          <ac:spMkLst>
            <pc:docMk/>
            <pc:sldMk cId="1524272420" sldId="2146848769"/>
            <ac:spMk id="2" creationId="{EA945B27-AF00-8E91-0FB6-C91D7ABB30DE}"/>
          </ac:spMkLst>
        </pc:spChg>
        <pc:spChg chg="mod">
          <ac:chgData name="thorsten schad" userId="9052ff8b9b589b84" providerId="LiveId" clId="{E1FA5980-7280-4B1C-ADEB-CAE9D0FE4CE3}" dt="2026-03-01T14:19:43.441" v="1443" actId="20577"/>
          <ac:spMkLst>
            <pc:docMk/>
            <pc:sldMk cId="1524272420" sldId="2146848769"/>
            <ac:spMk id="6" creationId="{8FFC0E4A-9AB1-06DB-2943-71F29D28890B}"/>
          </ac:spMkLst>
        </pc:spChg>
      </pc:sldChg>
      <pc:sldChg chg="modSp new mod">
        <pc:chgData name="thorsten schad" userId="9052ff8b9b589b84" providerId="LiveId" clId="{E1FA5980-7280-4B1C-ADEB-CAE9D0FE4CE3}" dt="2026-03-01T14:21:19.844" v="1577" actId="20577"/>
        <pc:sldMkLst>
          <pc:docMk/>
          <pc:sldMk cId="2209711841" sldId="2146848770"/>
        </pc:sldMkLst>
        <pc:spChg chg="mod">
          <ac:chgData name="thorsten schad" userId="9052ff8b9b589b84" providerId="LiveId" clId="{E1FA5980-7280-4B1C-ADEB-CAE9D0FE4CE3}" dt="2026-03-01T14:20:38.452" v="1502" actId="20577"/>
          <ac:spMkLst>
            <pc:docMk/>
            <pc:sldMk cId="2209711841" sldId="2146848770"/>
            <ac:spMk id="2" creationId="{054318D3-0D89-6A18-BD89-67654EA2E3E9}"/>
          </ac:spMkLst>
        </pc:spChg>
        <pc:spChg chg="mod">
          <ac:chgData name="thorsten schad" userId="9052ff8b9b589b84" providerId="LiveId" clId="{E1FA5980-7280-4B1C-ADEB-CAE9D0FE4CE3}" dt="2026-03-01T14:21:19.844" v="1577" actId="20577"/>
          <ac:spMkLst>
            <pc:docMk/>
            <pc:sldMk cId="2209711841" sldId="2146848770"/>
            <ac:spMk id="6" creationId="{44D9D24E-22A7-C0F9-D505-EB7015E33A55}"/>
          </ac:spMkLst>
        </pc:spChg>
      </pc:sldChg>
      <pc:sldChg chg="modSp new mod">
        <pc:chgData name="thorsten schad" userId="9052ff8b9b589b84" providerId="LiveId" clId="{E1FA5980-7280-4B1C-ADEB-CAE9D0FE4CE3}" dt="2026-03-01T14:28:35.909" v="1586" actId="20577"/>
        <pc:sldMkLst>
          <pc:docMk/>
          <pc:sldMk cId="2601580817" sldId="2146848771"/>
        </pc:sldMkLst>
        <pc:spChg chg="mod">
          <ac:chgData name="thorsten schad" userId="9052ff8b9b589b84" providerId="LiveId" clId="{E1FA5980-7280-4B1C-ADEB-CAE9D0FE4CE3}" dt="2026-03-01T14:28:35.909" v="1586" actId="20577"/>
          <ac:spMkLst>
            <pc:docMk/>
            <pc:sldMk cId="2601580817" sldId="2146848771"/>
            <ac:spMk id="2" creationId="{CD07347D-5E18-B212-1B0A-A1D904007AFC}"/>
          </ac:spMkLst>
        </pc:spChg>
      </pc:sldChg>
      <pc:sldChg chg="modSp new mod">
        <pc:chgData name="thorsten schad" userId="9052ff8b9b589b84" providerId="LiveId" clId="{E1FA5980-7280-4B1C-ADEB-CAE9D0FE4CE3}" dt="2026-03-01T14:29:36.722" v="1716" actId="20577"/>
        <pc:sldMkLst>
          <pc:docMk/>
          <pc:sldMk cId="3924442333" sldId="2146848772"/>
        </pc:sldMkLst>
        <pc:spChg chg="mod">
          <ac:chgData name="thorsten schad" userId="9052ff8b9b589b84" providerId="LiveId" clId="{E1FA5980-7280-4B1C-ADEB-CAE9D0FE4CE3}" dt="2026-03-01T14:28:44.401" v="1595" actId="20577"/>
          <ac:spMkLst>
            <pc:docMk/>
            <pc:sldMk cId="3924442333" sldId="2146848772"/>
            <ac:spMk id="2" creationId="{9FD37F23-761E-8075-E43F-AD7F69B7DF51}"/>
          </ac:spMkLst>
        </pc:spChg>
        <pc:spChg chg="mod">
          <ac:chgData name="thorsten schad" userId="9052ff8b9b589b84" providerId="LiveId" clId="{E1FA5980-7280-4B1C-ADEB-CAE9D0FE4CE3}" dt="2026-03-01T14:29:36.722" v="1716" actId="20577"/>
          <ac:spMkLst>
            <pc:docMk/>
            <pc:sldMk cId="3924442333" sldId="2146848772"/>
            <ac:spMk id="6" creationId="{93D63AC1-234A-7D6A-64A6-9F8F9D422F9A}"/>
          </ac:spMkLst>
        </pc:spChg>
      </pc:sldChg>
      <pc:sldChg chg="modSp add mod">
        <pc:chgData name="thorsten schad" userId="9052ff8b9b589b84" providerId="LiveId" clId="{E1FA5980-7280-4B1C-ADEB-CAE9D0FE4CE3}" dt="2026-03-01T14:32:40.661" v="1786" actId="20577"/>
        <pc:sldMkLst>
          <pc:docMk/>
          <pc:sldMk cId="3918020534" sldId="2146848773"/>
        </pc:sldMkLst>
        <pc:spChg chg="mod">
          <ac:chgData name="thorsten schad" userId="9052ff8b9b589b84" providerId="LiveId" clId="{E1FA5980-7280-4B1C-ADEB-CAE9D0FE4CE3}" dt="2026-03-01T14:32:09.795" v="1725" actId="5793"/>
          <ac:spMkLst>
            <pc:docMk/>
            <pc:sldMk cId="3918020534" sldId="2146848773"/>
            <ac:spMk id="2" creationId="{242615FB-CA4D-0CF5-D02D-2425A149CEB0}"/>
          </ac:spMkLst>
        </pc:spChg>
        <pc:spChg chg="mod">
          <ac:chgData name="thorsten schad" userId="9052ff8b9b589b84" providerId="LiveId" clId="{E1FA5980-7280-4B1C-ADEB-CAE9D0FE4CE3}" dt="2026-03-01T14:32:40.661" v="1786" actId="20577"/>
          <ac:spMkLst>
            <pc:docMk/>
            <pc:sldMk cId="3918020534" sldId="2146848773"/>
            <ac:spMk id="6" creationId="{71EC9109-CEBC-A56C-A82E-1EF72B2F5B0A}"/>
          </ac:spMkLst>
        </pc:spChg>
      </pc:sldChg>
    </pc:docChg>
  </pc:docChgLst>
  <pc:docChgLst>
    <pc:chgData name="thorsten schad" userId="9052ff8b9b589b84" providerId="LiveId" clId="{3497A672-429F-4390-93BF-F07E2A1D3D73}"/>
    <pc:docChg chg="undo redo custSel addSld delSld modSld sldOrd delMainMaster addSection delSection modSection">
      <pc:chgData name="thorsten schad" userId="9052ff8b9b589b84" providerId="LiveId" clId="{3497A672-429F-4390-93BF-F07E2A1D3D73}" dt="2026-02-27T14:16:56.337" v="7927" actId="1076"/>
      <pc:docMkLst>
        <pc:docMk/>
      </pc:docMkLst>
      <pc:sldChg chg="delSp modSp mod">
        <pc:chgData name="thorsten schad" userId="9052ff8b9b589b84" providerId="LiveId" clId="{3497A672-429F-4390-93BF-F07E2A1D3D73}" dt="2026-02-25T13:02:51.945" v="3471" actId="20577"/>
        <pc:sldMkLst>
          <pc:docMk/>
          <pc:sldMk cId="1821056075" sldId="2145705836"/>
        </pc:sldMkLst>
        <pc:spChg chg="mod">
          <ac:chgData name="thorsten schad" userId="9052ff8b9b589b84" providerId="LiveId" clId="{3497A672-429F-4390-93BF-F07E2A1D3D73}" dt="2026-02-25T13:02:51.945" v="3471" actId="20577"/>
          <ac:spMkLst>
            <pc:docMk/>
            <pc:sldMk cId="1821056075" sldId="2145705836"/>
            <ac:spMk id="6" creationId="{B822354D-4DE6-CDFF-AE49-D881AA0C17E8}"/>
          </ac:spMkLst>
        </pc:spChg>
      </pc:sldChg>
      <pc:sldChg chg="delSp modSp mod modShow">
        <pc:chgData name="thorsten schad" userId="9052ff8b9b589b84" providerId="LiveId" clId="{3497A672-429F-4390-93BF-F07E2A1D3D73}" dt="2026-02-26T08:54:31.614" v="4253" actId="1076"/>
        <pc:sldMkLst>
          <pc:docMk/>
          <pc:sldMk cId="2559601557" sldId="2146848741"/>
        </pc:sldMkLst>
        <pc:spChg chg="mod topLvl">
          <ac:chgData name="thorsten schad" userId="9052ff8b9b589b84" providerId="LiveId" clId="{3497A672-429F-4390-93BF-F07E2A1D3D73}" dt="2026-02-26T08:54:23.459" v="4252" actId="165"/>
          <ac:spMkLst>
            <pc:docMk/>
            <pc:sldMk cId="2559601557" sldId="2146848741"/>
            <ac:spMk id="7" creationId="{3277745B-CCA7-9F03-40C3-BC6545349528}"/>
          </ac:spMkLst>
        </pc:spChg>
        <pc:spChg chg="mod">
          <ac:chgData name="thorsten schad" userId="9052ff8b9b589b84" providerId="LiveId" clId="{3497A672-429F-4390-93BF-F07E2A1D3D73}" dt="2026-02-26T08:54:23.459" v="4252" actId="165"/>
          <ac:spMkLst>
            <pc:docMk/>
            <pc:sldMk cId="2559601557" sldId="2146848741"/>
            <ac:spMk id="15" creationId="{EF4388AD-1A9E-7634-E165-FCA1EAFF723F}"/>
          </ac:spMkLst>
        </pc:spChg>
        <pc:grpChg chg="mod">
          <ac:chgData name="thorsten schad" userId="9052ff8b9b589b84" providerId="LiveId" clId="{3497A672-429F-4390-93BF-F07E2A1D3D73}" dt="2026-02-26T08:54:23.459" v="4252" actId="165"/>
          <ac:grpSpMkLst>
            <pc:docMk/>
            <pc:sldMk cId="2559601557" sldId="2146848741"/>
            <ac:grpSpMk id="16" creationId="{5CF9E98A-8F1D-C7AD-517F-2378784CC137}"/>
          </ac:grpSpMkLst>
        </pc:grpChg>
        <pc:grpChg chg="mod topLvl">
          <ac:chgData name="thorsten schad" userId="9052ff8b9b589b84" providerId="LiveId" clId="{3497A672-429F-4390-93BF-F07E2A1D3D73}" dt="2026-02-26T08:54:23.459" v="4252" actId="165"/>
          <ac:grpSpMkLst>
            <pc:docMk/>
            <pc:sldMk cId="2559601557" sldId="2146848741"/>
            <ac:grpSpMk id="17" creationId="{9E932460-2144-A649-A82E-E08158B0157E}"/>
          </ac:grpSpMkLst>
        </pc:grpChg>
        <pc:picChg chg="mod">
          <ac:chgData name="thorsten schad" userId="9052ff8b9b589b84" providerId="LiveId" clId="{3497A672-429F-4390-93BF-F07E2A1D3D73}" dt="2026-02-26T08:54:31.614" v="4253" actId="1076"/>
          <ac:picMkLst>
            <pc:docMk/>
            <pc:sldMk cId="2559601557" sldId="2146848741"/>
            <ac:picMk id="6" creationId="{031C4F24-267D-A9CC-AEA2-39742D1EF2C7}"/>
          </ac:picMkLst>
        </pc:picChg>
        <pc:picChg chg="mod">
          <ac:chgData name="thorsten schad" userId="9052ff8b9b589b84" providerId="LiveId" clId="{3497A672-429F-4390-93BF-F07E2A1D3D73}" dt="2026-02-26T08:54:23.459" v="4252" actId="165"/>
          <ac:picMkLst>
            <pc:docMk/>
            <pc:sldMk cId="2559601557" sldId="2146848741"/>
            <ac:picMk id="24" creationId="{9B94D651-B6CA-DB4B-1BAD-C6BFAA944EA2}"/>
          </ac:picMkLst>
        </pc:picChg>
      </pc:sldChg>
      <pc:sldChg chg="addSp modSp mod modAnim modNotesTx">
        <pc:chgData name="thorsten schad" userId="9052ff8b9b589b84" providerId="LiveId" clId="{3497A672-429F-4390-93BF-F07E2A1D3D73}" dt="2026-02-27T08:30:11.828" v="6041" actId="14100"/>
        <pc:sldMkLst>
          <pc:docMk/>
          <pc:sldMk cId="1423200453" sldId="2146848744"/>
        </pc:sldMkLst>
        <pc:spChg chg="mod">
          <ac:chgData name="thorsten schad" userId="9052ff8b9b589b84" providerId="LiveId" clId="{3497A672-429F-4390-93BF-F07E2A1D3D73}" dt="2026-02-27T08:29:43.919" v="6039" actId="207"/>
          <ac:spMkLst>
            <pc:docMk/>
            <pc:sldMk cId="1423200453" sldId="2146848744"/>
            <ac:spMk id="3" creationId="{505509C6-05BD-9F7D-3F4C-D48827F51213}"/>
          </ac:spMkLst>
        </pc:spChg>
        <pc:spChg chg="add mod">
          <ac:chgData name="thorsten schad" userId="9052ff8b9b589b84" providerId="LiveId" clId="{3497A672-429F-4390-93BF-F07E2A1D3D73}" dt="2026-02-27T08:30:11.828" v="6041" actId="14100"/>
          <ac:spMkLst>
            <pc:docMk/>
            <pc:sldMk cId="1423200453" sldId="2146848744"/>
            <ac:spMk id="4" creationId="{57268F90-4676-8058-F1DA-85F9EA8736AA}"/>
          </ac:spMkLst>
        </pc:spChg>
      </pc:sldChg>
      <pc:sldChg chg="addSp delSp modSp mod addAnim delAnim modAnim">
        <pc:chgData name="thorsten schad" userId="9052ff8b9b589b84" providerId="LiveId" clId="{3497A672-429F-4390-93BF-F07E2A1D3D73}" dt="2026-02-27T09:19:04.140" v="6824"/>
        <pc:sldMkLst>
          <pc:docMk/>
          <pc:sldMk cId="3617110401" sldId="2146848746"/>
        </pc:sldMkLst>
        <pc:spChg chg="mod">
          <ac:chgData name="thorsten schad" userId="9052ff8b9b589b84" providerId="LiveId" clId="{3497A672-429F-4390-93BF-F07E2A1D3D73}" dt="2026-02-27T08:54:28.426" v="6572" actId="20577"/>
          <ac:spMkLst>
            <pc:docMk/>
            <pc:sldMk cId="3617110401" sldId="2146848746"/>
            <ac:spMk id="2" creationId="{91D29692-7E80-AC2B-CAC5-3D5552DDEF1E}"/>
          </ac:spMkLst>
        </pc:spChg>
        <pc:spChg chg="mod">
          <ac:chgData name="thorsten schad" userId="9052ff8b9b589b84" providerId="LiveId" clId="{3497A672-429F-4390-93BF-F07E2A1D3D73}" dt="2026-02-27T08:58:40.310" v="6625" actId="1036"/>
          <ac:spMkLst>
            <pc:docMk/>
            <pc:sldMk cId="3617110401" sldId="2146848746"/>
            <ac:spMk id="7" creationId="{F6100FE0-1443-D619-D582-374E1333448D}"/>
          </ac:spMkLst>
        </pc:spChg>
        <pc:spChg chg="mod">
          <ac:chgData name="thorsten schad" userId="9052ff8b9b589b84" providerId="LiveId" clId="{3497A672-429F-4390-93BF-F07E2A1D3D73}" dt="2026-02-27T08:58:40.310" v="6625" actId="1036"/>
          <ac:spMkLst>
            <pc:docMk/>
            <pc:sldMk cId="3617110401" sldId="2146848746"/>
            <ac:spMk id="8" creationId="{731C543F-ABA1-786B-2384-6F1F3D22F1DC}"/>
          </ac:spMkLst>
        </pc:spChg>
        <pc:spChg chg="mod">
          <ac:chgData name="thorsten schad" userId="9052ff8b9b589b84" providerId="LiveId" clId="{3497A672-429F-4390-93BF-F07E2A1D3D73}" dt="2026-02-27T08:58:40.310" v="6625" actId="1036"/>
          <ac:spMkLst>
            <pc:docMk/>
            <pc:sldMk cId="3617110401" sldId="2146848746"/>
            <ac:spMk id="9" creationId="{FD3EA3B6-8F5C-30C8-7039-F2359B22E513}"/>
          </ac:spMkLst>
        </pc:spChg>
        <pc:spChg chg="mod topLvl">
          <ac:chgData name="thorsten schad" userId="9052ff8b9b589b84" providerId="LiveId" clId="{3497A672-429F-4390-93BF-F07E2A1D3D73}" dt="2026-02-27T09:00:45.747" v="6662" actId="165"/>
          <ac:spMkLst>
            <pc:docMk/>
            <pc:sldMk cId="3617110401" sldId="2146848746"/>
            <ac:spMk id="10" creationId="{7D3E1F2F-7F97-EA30-C2F0-B15BC9B56503}"/>
          </ac:spMkLst>
        </pc:spChg>
        <pc:spChg chg="mod topLvl">
          <ac:chgData name="thorsten schad" userId="9052ff8b9b589b84" providerId="LiveId" clId="{3497A672-429F-4390-93BF-F07E2A1D3D73}" dt="2026-02-27T09:00:45.747" v="6662" actId="165"/>
          <ac:spMkLst>
            <pc:docMk/>
            <pc:sldMk cId="3617110401" sldId="2146848746"/>
            <ac:spMk id="11" creationId="{6FF75826-CF6E-C171-FEC8-CD6982338E2D}"/>
          </ac:spMkLst>
        </pc:spChg>
        <pc:spChg chg="mod topLvl">
          <ac:chgData name="thorsten schad" userId="9052ff8b9b589b84" providerId="LiveId" clId="{3497A672-429F-4390-93BF-F07E2A1D3D73}" dt="2026-02-27T09:00:45.747" v="6662" actId="165"/>
          <ac:spMkLst>
            <pc:docMk/>
            <pc:sldMk cId="3617110401" sldId="2146848746"/>
            <ac:spMk id="13" creationId="{66B384F9-EC51-C9D4-70F0-056B4378BC93}"/>
          </ac:spMkLst>
        </pc:spChg>
        <pc:spChg chg="mod">
          <ac:chgData name="thorsten schad" userId="9052ff8b9b589b84" providerId="LiveId" clId="{3497A672-429F-4390-93BF-F07E2A1D3D73}" dt="2026-02-27T08:52:19.756" v="6566" actId="207"/>
          <ac:spMkLst>
            <pc:docMk/>
            <pc:sldMk cId="3617110401" sldId="2146848746"/>
            <ac:spMk id="14" creationId="{889C4CAF-D4FC-31C3-2461-8B8284537009}"/>
          </ac:spMkLst>
        </pc:spChg>
        <pc:spChg chg="mod">
          <ac:chgData name="thorsten schad" userId="9052ff8b9b589b84" providerId="LiveId" clId="{3497A672-429F-4390-93BF-F07E2A1D3D73}" dt="2026-02-27T08:39:15.504" v="6226" actId="164"/>
          <ac:spMkLst>
            <pc:docMk/>
            <pc:sldMk cId="3617110401" sldId="2146848746"/>
            <ac:spMk id="15" creationId="{A831230C-3095-2390-C2D3-5264C835C5F3}"/>
          </ac:spMkLst>
        </pc:spChg>
        <pc:spChg chg="mod">
          <ac:chgData name="thorsten schad" userId="9052ff8b9b589b84" providerId="LiveId" clId="{3497A672-429F-4390-93BF-F07E2A1D3D73}" dt="2026-02-27T08:39:15.504" v="6226" actId="164"/>
          <ac:spMkLst>
            <pc:docMk/>
            <pc:sldMk cId="3617110401" sldId="2146848746"/>
            <ac:spMk id="16" creationId="{D40E0F46-DBC8-DF92-223F-FF4D1899A8CB}"/>
          </ac:spMkLst>
        </pc:spChg>
        <pc:spChg chg="mod topLvl">
          <ac:chgData name="thorsten schad" userId="9052ff8b9b589b84" providerId="LiveId" clId="{3497A672-429F-4390-93BF-F07E2A1D3D73}" dt="2026-02-27T09:00:45.747" v="6662" actId="165"/>
          <ac:spMkLst>
            <pc:docMk/>
            <pc:sldMk cId="3617110401" sldId="2146848746"/>
            <ac:spMk id="18" creationId="{53A1C02C-9BDD-A704-B5D5-3F0DC1FE299D}"/>
          </ac:spMkLst>
        </pc:spChg>
        <pc:spChg chg="mod">
          <ac:chgData name="thorsten schad" userId="9052ff8b9b589b84" providerId="LiveId" clId="{3497A672-429F-4390-93BF-F07E2A1D3D73}" dt="2026-02-27T08:52:28.901" v="6568" actId="207"/>
          <ac:spMkLst>
            <pc:docMk/>
            <pc:sldMk cId="3617110401" sldId="2146848746"/>
            <ac:spMk id="22" creationId="{5FCCBFC8-95BD-4E9E-B0A2-BD605DACA004}"/>
          </ac:spMkLst>
        </pc:spChg>
        <pc:spChg chg="mod topLvl">
          <ac:chgData name="thorsten schad" userId="9052ff8b9b589b84" providerId="LiveId" clId="{3497A672-429F-4390-93BF-F07E2A1D3D73}" dt="2026-02-27T09:08:48.756" v="6707" actId="1076"/>
          <ac:spMkLst>
            <pc:docMk/>
            <pc:sldMk cId="3617110401" sldId="2146848746"/>
            <ac:spMk id="23" creationId="{7B1C2B55-F838-EA11-5FC5-941EAEAE6C3B}"/>
          </ac:spMkLst>
        </pc:spChg>
        <pc:spChg chg="mod topLvl">
          <ac:chgData name="thorsten schad" userId="9052ff8b9b589b84" providerId="LiveId" clId="{3497A672-429F-4390-93BF-F07E2A1D3D73}" dt="2026-02-27T09:00:31.020" v="6661" actId="164"/>
          <ac:spMkLst>
            <pc:docMk/>
            <pc:sldMk cId="3617110401" sldId="2146848746"/>
            <ac:spMk id="24" creationId="{45662667-404F-ECA9-BFA5-54E8048B5F75}"/>
          </ac:spMkLst>
        </pc:spChg>
        <pc:spChg chg="mod topLvl">
          <ac:chgData name="thorsten schad" userId="9052ff8b9b589b84" providerId="LiveId" clId="{3497A672-429F-4390-93BF-F07E2A1D3D73}" dt="2026-02-27T09:00:45.747" v="6662" actId="165"/>
          <ac:spMkLst>
            <pc:docMk/>
            <pc:sldMk cId="3617110401" sldId="2146848746"/>
            <ac:spMk id="25" creationId="{1FEF34D8-E93A-30C2-1ED2-5A47122CF582}"/>
          </ac:spMkLst>
        </pc:spChg>
        <pc:spChg chg="mod">
          <ac:chgData name="thorsten schad" userId="9052ff8b9b589b84" providerId="LiveId" clId="{3497A672-429F-4390-93BF-F07E2A1D3D73}" dt="2026-02-27T08:44:09.516" v="6303" actId="207"/>
          <ac:spMkLst>
            <pc:docMk/>
            <pc:sldMk cId="3617110401" sldId="2146848746"/>
            <ac:spMk id="26" creationId="{F38E30B5-80CD-AD7E-C31B-856C40794BB0}"/>
          </ac:spMkLst>
        </pc:spChg>
        <pc:spChg chg="mod topLvl">
          <ac:chgData name="thorsten schad" userId="9052ff8b9b589b84" providerId="LiveId" clId="{3497A672-429F-4390-93BF-F07E2A1D3D73}" dt="2026-02-27T09:00:45.747" v="6662" actId="165"/>
          <ac:spMkLst>
            <pc:docMk/>
            <pc:sldMk cId="3617110401" sldId="2146848746"/>
            <ac:spMk id="27" creationId="{36097640-F5E5-B92F-DFBC-9F959408D847}"/>
          </ac:spMkLst>
        </pc:spChg>
        <pc:spChg chg="mod topLvl">
          <ac:chgData name="thorsten schad" userId="9052ff8b9b589b84" providerId="LiveId" clId="{3497A672-429F-4390-93BF-F07E2A1D3D73}" dt="2026-02-27T09:08:56.970" v="6742" actId="1036"/>
          <ac:spMkLst>
            <pc:docMk/>
            <pc:sldMk cId="3617110401" sldId="2146848746"/>
            <ac:spMk id="28" creationId="{3B40B229-38E7-AFA0-AC48-FBFE0803B6FF}"/>
          </ac:spMkLst>
        </pc:spChg>
        <pc:spChg chg="mod">
          <ac:chgData name="thorsten schad" userId="9052ff8b9b589b84" providerId="LiveId" clId="{3497A672-429F-4390-93BF-F07E2A1D3D73}" dt="2026-02-27T08:52:27.765" v="6567" actId="207"/>
          <ac:spMkLst>
            <pc:docMk/>
            <pc:sldMk cId="3617110401" sldId="2146848746"/>
            <ac:spMk id="29" creationId="{895EB25C-E700-A9D4-B431-5EC8D604EED0}"/>
          </ac:spMkLst>
        </pc:spChg>
        <pc:spChg chg="mod topLvl">
          <ac:chgData name="thorsten schad" userId="9052ff8b9b589b84" providerId="LiveId" clId="{3497A672-429F-4390-93BF-F07E2A1D3D73}" dt="2026-02-27T09:00:45.747" v="6662" actId="165"/>
          <ac:spMkLst>
            <pc:docMk/>
            <pc:sldMk cId="3617110401" sldId="2146848746"/>
            <ac:spMk id="30" creationId="{7A5F5A75-3826-C54B-4AB2-C0FFEEEA19D7}"/>
          </ac:spMkLst>
        </pc:spChg>
        <pc:spChg chg="mod">
          <ac:chgData name="thorsten schad" userId="9052ff8b9b589b84" providerId="LiveId" clId="{3497A672-429F-4390-93BF-F07E2A1D3D73}" dt="2026-02-27T09:08:56.970" v="6742" actId="1036"/>
          <ac:spMkLst>
            <pc:docMk/>
            <pc:sldMk cId="3617110401" sldId="2146848746"/>
            <ac:spMk id="31" creationId="{67F090C8-10FB-532E-2131-75D5DD41B89F}"/>
          </ac:spMkLst>
        </pc:spChg>
        <pc:spChg chg="add mod">
          <ac:chgData name="thorsten schad" userId="9052ff8b9b589b84" providerId="LiveId" clId="{3497A672-429F-4390-93BF-F07E2A1D3D73}" dt="2026-02-27T08:36:19.539" v="6101" actId="1036"/>
          <ac:spMkLst>
            <pc:docMk/>
            <pc:sldMk cId="3617110401" sldId="2146848746"/>
            <ac:spMk id="34" creationId="{1B5A4576-A15F-80F6-6FF9-82FF1E594219}"/>
          </ac:spMkLst>
        </pc:spChg>
        <pc:spChg chg="add mod">
          <ac:chgData name="thorsten schad" userId="9052ff8b9b589b84" providerId="LiveId" clId="{3497A672-429F-4390-93BF-F07E2A1D3D73}" dt="2026-02-27T08:58:46.683" v="6655" actId="1035"/>
          <ac:spMkLst>
            <pc:docMk/>
            <pc:sldMk cId="3617110401" sldId="2146848746"/>
            <ac:spMk id="35" creationId="{75C6BE25-50F6-E027-4BAD-A16AE8A82131}"/>
          </ac:spMkLst>
        </pc:spChg>
        <pc:picChg chg="add mod">
          <ac:chgData name="thorsten schad" userId="9052ff8b9b589b84" providerId="LiveId" clId="{3497A672-429F-4390-93BF-F07E2A1D3D73}" dt="2026-02-27T09:19:04.140" v="6824"/>
          <ac:picMkLst>
            <pc:docMk/>
            <pc:sldMk cId="3617110401" sldId="2146848746"/>
            <ac:picMk id="42" creationId="{BAD02977-D3E5-F61E-56C0-1BB822CE7160}"/>
          </ac:picMkLst>
        </pc:picChg>
      </pc:sldChg>
      <pc:sldChg chg="mod modShow">
        <pc:chgData name="thorsten schad" userId="9052ff8b9b589b84" providerId="LiveId" clId="{3497A672-429F-4390-93BF-F07E2A1D3D73}" dt="2026-02-27T08:50:13.265" v="6547" actId="729"/>
        <pc:sldMkLst>
          <pc:docMk/>
          <pc:sldMk cId="3446386920" sldId="2146848750"/>
        </pc:sldMkLst>
      </pc:sldChg>
      <pc:sldChg chg="ord">
        <pc:chgData name="thorsten schad" userId="9052ff8b9b589b84" providerId="LiveId" clId="{3497A672-429F-4390-93BF-F07E2A1D3D73}" dt="2026-02-27T05:29:13.415" v="4579"/>
        <pc:sldMkLst>
          <pc:docMk/>
          <pc:sldMk cId="2156736631" sldId="2146848751"/>
        </pc:sldMkLst>
      </pc:sldChg>
      <pc:sldChg chg="modSp mod">
        <pc:chgData name="thorsten schad" userId="9052ff8b9b589b84" providerId="LiveId" clId="{3497A672-429F-4390-93BF-F07E2A1D3D73}" dt="2026-02-25T05:32:20.662" v="2245" actId="5793"/>
        <pc:sldMkLst>
          <pc:docMk/>
          <pc:sldMk cId="650168324" sldId="2146848752"/>
        </pc:sldMkLst>
        <pc:spChg chg="mod">
          <ac:chgData name="thorsten schad" userId="9052ff8b9b589b84" providerId="LiveId" clId="{3497A672-429F-4390-93BF-F07E2A1D3D73}" dt="2026-02-25T05:31:56.913" v="2209" actId="20577"/>
          <ac:spMkLst>
            <pc:docMk/>
            <pc:sldMk cId="650168324" sldId="2146848752"/>
            <ac:spMk id="2" creationId="{B34A3CB6-BED6-D0DE-B6EA-1FA50C62D4DD}"/>
          </ac:spMkLst>
        </pc:spChg>
        <pc:spChg chg="mod">
          <ac:chgData name="thorsten schad" userId="9052ff8b9b589b84" providerId="LiveId" clId="{3497A672-429F-4390-93BF-F07E2A1D3D73}" dt="2026-02-25T05:32:20.662" v="2245" actId="5793"/>
          <ac:spMkLst>
            <pc:docMk/>
            <pc:sldMk cId="650168324" sldId="2146848752"/>
            <ac:spMk id="6" creationId="{045D1BFC-C719-55DF-096D-B35DC48FAC05}"/>
          </ac:spMkLst>
        </pc:spChg>
      </pc:sldChg>
      <pc:sldChg chg="addSp delSp modSp new mod ord addAnim delAnim modAnim modNotesTx">
        <pc:chgData name="thorsten schad" userId="9052ff8b9b589b84" providerId="LiveId" clId="{3497A672-429F-4390-93BF-F07E2A1D3D73}" dt="2026-02-27T08:19:37.365" v="5892" actId="207"/>
        <pc:sldMkLst>
          <pc:docMk/>
          <pc:sldMk cId="3925558975" sldId="2146848754"/>
        </pc:sldMkLst>
        <pc:spChg chg="mod ord">
          <ac:chgData name="thorsten schad" userId="9052ff8b9b589b84" providerId="LiveId" clId="{3497A672-429F-4390-93BF-F07E2A1D3D73}" dt="2026-02-27T07:42:47.078" v="5702" actId="167"/>
          <ac:spMkLst>
            <pc:docMk/>
            <pc:sldMk cId="3925558975" sldId="2146848754"/>
            <ac:spMk id="2" creationId="{3B6BCAE5-2A88-427C-AF8D-757D1DECA790}"/>
          </ac:spMkLst>
        </pc:spChg>
        <pc:spChg chg="mod">
          <ac:chgData name="thorsten schad" userId="9052ff8b9b589b84" providerId="LiveId" clId="{3497A672-429F-4390-93BF-F07E2A1D3D73}" dt="2026-02-27T07:42:57.633" v="5752" actId="20577"/>
          <ac:spMkLst>
            <pc:docMk/>
            <pc:sldMk cId="3925558975" sldId="2146848754"/>
            <ac:spMk id="6" creationId="{0AC2D38C-FD1E-456F-AD08-F400EDFA48DB}"/>
          </ac:spMkLst>
        </pc:spChg>
        <pc:spChg chg="add mod">
          <ac:chgData name="thorsten schad" userId="9052ff8b9b589b84" providerId="LiveId" clId="{3497A672-429F-4390-93BF-F07E2A1D3D73}" dt="2026-02-27T06:38:44.895" v="4928" actId="1036"/>
          <ac:spMkLst>
            <pc:docMk/>
            <pc:sldMk cId="3925558975" sldId="2146848754"/>
            <ac:spMk id="9" creationId="{0878978D-81AA-6E88-25EE-3BDF8C81D4D3}"/>
          </ac:spMkLst>
        </pc:spChg>
        <pc:spChg chg="add mod">
          <ac:chgData name="thorsten schad" userId="9052ff8b9b589b84" providerId="LiveId" clId="{3497A672-429F-4390-93BF-F07E2A1D3D73}" dt="2026-02-27T07:38:52.769" v="5663" actId="1035"/>
          <ac:spMkLst>
            <pc:docMk/>
            <pc:sldMk cId="3925558975" sldId="2146848754"/>
            <ac:spMk id="10" creationId="{38BD3286-9448-6CEB-F0EC-2CF8533BF7E2}"/>
          </ac:spMkLst>
        </pc:spChg>
        <pc:spChg chg="add mod ord">
          <ac:chgData name="thorsten schad" userId="9052ff8b9b589b84" providerId="LiveId" clId="{3497A672-429F-4390-93BF-F07E2A1D3D73}" dt="2026-02-27T08:19:37.365" v="5892" actId="207"/>
          <ac:spMkLst>
            <pc:docMk/>
            <pc:sldMk cId="3925558975" sldId="2146848754"/>
            <ac:spMk id="14" creationId="{4136FCA0-E643-5031-6276-25B614F63819}"/>
          </ac:spMkLst>
        </pc:spChg>
        <pc:spChg chg="add mod">
          <ac:chgData name="thorsten schad" userId="9052ff8b9b589b84" providerId="LiveId" clId="{3497A672-429F-4390-93BF-F07E2A1D3D73}" dt="2026-02-27T07:59:42.533" v="5891" actId="113"/>
          <ac:spMkLst>
            <pc:docMk/>
            <pc:sldMk cId="3925558975" sldId="2146848754"/>
            <ac:spMk id="17" creationId="{BB0A3B86-BE04-78DB-00C4-78B420597A8B}"/>
          </ac:spMkLst>
        </pc:spChg>
        <pc:picChg chg="add mod ord modCrop">
          <ac:chgData name="thorsten schad" userId="9052ff8b9b589b84" providerId="LiveId" clId="{3497A672-429F-4390-93BF-F07E2A1D3D73}" dt="2026-02-27T07:38:33.673" v="5593" actId="1037"/>
          <ac:picMkLst>
            <pc:docMk/>
            <pc:sldMk cId="3925558975" sldId="2146848754"/>
            <ac:picMk id="4" creationId="{8209905D-D5FA-6BDC-5EB6-78E4CDB1D468}"/>
          </ac:picMkLst>
        </pc:picChg>
        <pc:picChg chg="add mod">
          <ac:chgData name="thorsten schad" userId="9052ff8b9b589b84" providerId="LiveId" clId="{3497A672-429F-4390-93BF-F07E2A1D3D73}" dt="2026-02-27T07:38:37.687" v="5608" actId="1036"/>
          <ac:picMkLst>
            <pc:docMk/>
            <pc:sldMk cId="3925558975" sldId="2146848754"/>
            <ac:picMk id="7" creationId="{2B889424-B546-58DB-1EEB-C4545BC28885}"/>
          </ac:picMkLst>
        </pc:picChg>
        <pc:picChg chg="add mod">
          <ac:chgData name="thorsten schad" userId="9052ff8b9b589b84" providerId="LiveId" clId="{3497A672-429F-4390-93BF-F07E2A1D3D73}" dt="2026-02-27T07:42:09.343" v="5690" actId="1036"/>
          <ac:picMkLst>
            <pc:docMk/>
            <pc:sldMk cId="3925558975" sldId="2146848754"/>
            <ac:picMk id="11" creationId="{2C7CF859-C973-40E0-1131-B20A1CBFA0C0}"/>
          </ac:picMkLst>
        </pc:picChg>
        <pc:picChg chg="add mod">
          <ac:chgData name="thorsten schad" userId="9052ff8b9b589b84" providerId="LiveId" clId="{3497A672-429F-4390-93BF-F07E2A1D3D73}" dt="2026-02-27T07:27:18.483" v="5360" actId="207"/>
          <ac:picMkLst>
            <pc:docMk/>
            <pc:sldMk cId="3925558975" sldId="2146848754"/>
            <ac:picMk id="16" creationId="{4504E54A-0E01-77A1-25F6-87FE8BE6DF58}"/>
          </ac:picMkLst>
        </pc:picChg>
        <pc:picChg chg="add mod">
          <ac:chgData name="thorsten schad" userId="9052ff8b9b589b84" providerId="LiveId" clId="{3497A672-429F-4390-93BF-F07E2A1D3D73}" dt="2026-02-27T07:42:51.407" v="5746" actId="1037"/>
          <ac:picMkLst>
            <pc:docMk/>
            <pc:sldMk cId="3925558975" sldId="2146848754"/>
            <ac:picMk id="1028" creationId="{0C8084C8-7983-7863-8383-1418FECD542B}"/>
          </ac:picMkLst>
        </pc:picChg>
      </pc:sldChg>
      <pc:sldChg chg="addSp delSp modSp new mod delAnim modAnim">
        <pc:chgData name="thorsten schad" userId="9052ff8b9b589b84" providerId="LiveId" clId="{3497A672-429F-4390-93BF-F07E2A1D3D73}" dt="2026-02-27T14:09:42.296" v="7876"/>
        <pc:sldMkLst>
          <pc:docMk/>
          <pc:sldMk cId="1535268215" sldId="2146848755"/>
        </pc:sldMkLst>
        <pc:spChg chg="mod">
          <ac:chgData name="thorsten schad" userId="9052ff8b9b589b84" providerId="LiveId" clId="{3497A672-429F-4390-93BF-F07E2A1D3D73}" dt="2026-02-27T08:34:50.992" v="6052" actId="6549"/>
          <ac:spMkLst>
            <pc:docMk/>
            <pc:sldMk cId="1535268215" sldId="2146848755"/>
            <ac:spMk id="2" creationId="{59F2D5A9-2561-1A5F-C98E-2ED012E439E5}"/>
          </ac:spMkLst>
        </pc:spChg>
        <pc:spChg chg="mod">
          <ac:chgData name="thorsten schad" userId="9052ff8b9b589b84" providerId="LiveId" clId="{3497A672-429F-4390-93BF-F07E2A1D3D73}" dt="2026-02-27T13:55:24.887" v="7834" actId="6549"/>
          <ac:spMkLst>
            <pc:docMk/>
            <pc:sldMk cId="1535268215" sldId="2146848755"/>
            <ac:spMk id="6" creationId="{7AA51000-F7BE-66F9-8E58-BBF972A00FA6}"/>
          </ac:spMkLst>
        </pc:spChg>
        <pc:spChg chg="add mod">
          <ac:chgData name="thorsten schad" userId="9052ff8b9b589b84" providerId="LiveId" clId="{3497A672-429F-4390-93BF-F07E2A1D3D73}" dt="2026-02-27T13:55:10.901" v="7832" actId="1035"/>
          <ac:spMkLst>
            <pc:docMk/>
            <pc:sldMk cId="1535268215" sldId="2146848755"/>
            <ac:spMk id="10" creationId="{5E2FB22A-CC63-F110-4491-A202C5B86893}"/>
          </ac:spMkLst>
        </pc:spChg>
        <pc:spChg chg="add mod">
          <ac:chgData name="thorsten schad" userId="9052ff8b9b589b84" providerId="LiveId" clId="{3497A672-429F-4390-93BF-F07E2A1D3D73}" dt="2026-02-27T14:08:48.108" v="7875" actId="13822"/>
          <ac:spMkLst>
            <pc:docMk/>
            <pc:sldMk cId="1535268215" sldId="2146848755"/>
            <ac:spMk id="11" creationId="{6E5A813D-6AA9-53FA-3C9C-A61482031FA6}"/>
          </ac:spMkLst>
        </pc:spChg>
        <pc:spChg chg="add mod">
          <ac:chgData name="thorsten schad" userId="9052ff8b9b589b84" providerId="LiveId" clId="{3497A672-429F-4390-93BF-F07E2A1D3D73}" dt="2026-02-27T13:55:10.901" v="7832" actId="1035"/>
          <ac:spMkLst>
            <pc:docMk/>
            <pc:sldMk cId="1535268215" sldId="2146848755"/>
            <ac:spMk id="18" creationId="{90F9CB15-07F6-6165-8E56-5F1CBFB6553B}"/>
          </ac:spMkLst>
        </pc:spChg>
        <pc:grpChg chg="add mod">
          <ac:chgData name="thorsten schad" userId="9052ff8b9b589b84" providerId="LiveId" clId="{3497A672-429F-4390-93BF-F07E2A1D3D73}" dt="2026-02-27T13:55:10.901" v="7832" actId="1035"/>
          <ac:grpSpMkLst>
            <pc:docMk/>
            <pc:sldMk cId="1535268215" sldId="2146848755"/>
            <ac:grpSpMk id="3" creationId="{0125E880-D5A8-A0DC-DBA8-F6DA20C139B4}"/>
          </ac:grpSpMkLst>
        </pc:grpChg>
        <pc:picChg chg="mod">
          <ac:chgData name="thorsten schad" userId="9052ff8b9b589b84" providerId="LiveId" clId="{3497A672-429F-4390-93BF-F07E2A1D3D73}" dt="2026-02-24T07:33:09.683" v="1223"/>
          <ac:picMkLst>
            <pc:docMk/>
            <pc:sldMk cId="1535268215" sldId="2146848755"/>
            <ac:picMk id="4" creationId="{C5F59D39-D95F-9599-9EBD-798864E06935}"/>
          </ac:picMkLst>
        </pc:picChg>
        <pc:picChg chg="mod">
          <ac:chgData name="thorsten schad" userId="9052ff8b9b589b84" providerId="LiveId" clId="{3497A672-429F-4390-93BF-F07E2A1D3D73}" dt="2026-02-24T07:33:09.683" v="1223"/>
          <ac:picMkLst>
            <pc:docMk/>
            <pc:sldMk cId="1535268215" sldId="2146848755"/>
            <ac:picMk id="7" creationId="{B7717E1A-6FD2-139C-AD75-0F76B97FF282}"/>
          </ac:picMkLst>
        </pc:picChg>
        <pc:picChg chg="add mod">
          <ac:chgData name="thorsten schad" userId="9052ff8b9b589b84" providerId="LiveId" clId="{3497A672-429F-4390-93BF-F07E2A1D3D73}" dt="2026-02-27T13:55:10.901" v="7832" actId="1035"/>
          <ac:picMkLst>
            <pc:docMk/>
            <pc:sldMk cId="1535268215" sldId="2146848755"/>
            <ac:picMk id="8" creationId="{7A848B54-B565-9046-C679-F4CD3528947D}"/>
          </ac:picMkLst>
        </pc:picChg>
        <pc:picChg chg="add mod">
          <ac:chgData name="thorsten schad" userId="9052ff8b9b589b84" providerId="LiveId" clId="{3497A672-429F-4390-93BF-F07E2A1D3D73}" dt="2026-02-27T14:09:42.296" v="7876"/>
          <ac:picMkLst>
            <pc:docMk/>
            <pc:sldMk cId="1535268215" sldId="2146848755"/>
            <ac:picMk id="12" creationId="{DDEC8E89-F7D9-8377-0E69-A28FAF479EF0}"/>
          </ac:picMkLst>
        </pc:picChg>
        <pc:picChg chg="add mod">
          <ac:chgData name="thorsten schad" userId="9052ff8b9b589b84" providerId="LiveId" clId="{3497A672-429F-4390-93BF-F07E2A1D3D73}" dt="2026-02-27T13:55:10.901" v="7832" actId="1035"/>
          <ac:picMkLst>
            <pc:docMk/>
            <pc:sldMk cId="1535268215" sldId="2146848755"/>
            <ac:picMk id="13" creationId="{447E97B0-0AB3-7952-3319-1BB9DA2C59D7}"/>
          </ac:picMkLst>
        </pc:picChg>
      </pc:sldChg>
      <pc:sldChg chg="addSp delSp modSp new mod ord">
        <pc:chgData name="thorsten schad" userId="9052ff8b9b589b84" providerId="LiveId" clId="{3497A672-429F-4390-93BF-F07E2A1D3D73}" dt="2026-02-27T14:15:01.258" v="7908" actId="1076"/>
        <pc:sldMkLst>
          <pc:docMk/>
          <pc:sldMk cId="181052230" sldId="2146848756"/>
        </pc:sldMkLst>
        <pc:spChg chg="mod">
          <ac:chgData name="thorsten schad" userId="9052ff8b9b589b84" providerId="LiveId" clId="{3497A672-429F-4390-93BF-F07E2A1D3D73}" dt="2026-02-24T13:44:49.893" v="2088" actId="20577"/>
          <ac:spMkLst>
            <pc:docMk/>
            <pc:sldMk cId="181052230" sldId="2146848756"/>
            <ac:spMk id="2" creationId="{ADF1D736-B4EA-469F-5E66-4F2C8B5461C3}"/>
          </ac:spMkLst>
        </pc:spChg>
        <pc:spChg chg="add mod">
          <ac:chgData name="thorsten schad" userId="9052ff8b9b589b84" providerId="LiveId" clId="{3497A672-429F-4390-93BF-F07E2A1D3D73}" dt="2026-02-27T14:12:02.898" v="7881" actId="3064"/>
          <ac:spMkLst>
            <pc:docMk/>
            <pc:sldMk cId="181052230" sldId="2146848756"/>
            <ac:spMk id="7" creationId="{B7C57F57-4FCC-C38A-48F4-85AA64A8376E}"/>
          </ac:spMkLst>
        </pc:spChg>
        <pc:spChg chg="add mod">
          <ac:chgData name="thorsten schad" userId="9052ff8b9b589b84" providerId="LiveId" clId="{3497A672-429F-4390-93BF-F07E2A1D3D73}" dt="2026-02-27T14:13:12.890" v="7896" actId="20577"/>
          <ac:spMkLst>
            <pc:docMk/>
            <pc:sldMk cId="181052230" sldId="2146848756"/>
            <ac:spMk id="8" creationId="{77AAE68E-0B80-F4F3-B751-D77E6454B6B0}"/>
          </ac:spMkLst>
        </pc:spChg>
        <pc:spChg chg="add mod">
          <ac:chgData name="thorsten schad" userId="9052ff8b9b589b84" providerId="LiveId" clId="{3497A672-429F-4390-93BF-F07E2A1D3D73}" dt="2026-02-27T14:12:02.898" v="7881" actId="3064"/>
          <ac:spMkLst>
            <pc:docMk/>
            <pc:sldMk cId="181052230" sldId="2146848756"/>
            <ac:spMk id="9" creationId="{493DEBEE-C103-6634-ACE7-49D70DE31194}"/>
          </ac:spMkLst>
        </pc:spChg>
        <pc:picChg chg="add mod">
          <ac:chgData name="thorsten schad" userId="9052ff8b9b589b84" providerId="LiveId" clId="{3497A672-429F-4390-93BF-F07E2A1D3D73}" dt="2026-02-27T14:14:15.792" v="7904" actId="1076"/>
          <ac:picMkLst>
            <pc:docMk/>
            <pc:sldMk cId="181052230" sldId="2146848756"/>
            <ac:picMk id="3" creationId="{E1181552-0154-D868-D73B-F58CE09AA460}"/>
          </ac:picMkLst>
        </pc:picChg>
        <pc:picChg chg="add mod">
          <ac:chgData name="thorsten schad" userId="9052ff8b9b589b84" providerId="LiveId" clId="{3497A672-429F-4390-93BF-F07E2A1D3D73}" dt="2026-02-27T14:12:15.585" v="7884" actId="1076"/>
          <ac:picMkLst>
            <pc:docMk/>
            <pc:sldMk cId="181052230" sldId="2146848756"/>
            <ac:picMk id="10" creationId="{7B590DBA-B9B2-2161-6D88-B3F93920A617}"/>
          </ac:picMkLst>
        </pc:picChg>
        <pc:picChg chg="add mod">
          <ac:chgData name="thorsten schad" userId="9052ff8b9b589b84" providerId="LiveId" clId="{3497A672-429F-4390-93BF-F07E2A1D3D73}" dt="2026-02-27T14:13:40.216" v="7899" actId="1076"/>
          <ac:picMkLst>
            <pc:docMk/>
            <pc:sldMk cId="181052230" sldId="2146848756"/>
            <ac:picMk id="14" creationId="{415DE3F0-A38B-481E-77D6-A246787F09FE}"/>
          </ac:picMkLst>
        </pc:picChg>
        <pc:picChg chg="add mod">
          <ac:chgData name="thorsten schad" userId="9052ff8b9b589b84" providerId="LiveId" clId="{3497A672-429F-4390-93BF-F07E2A1D3D73}" dt="2026-02-27T14:15:01.258" v="7908" actId="1076"/>
          <ac:picMkLst>
            <pc:docMk/>
            <pc:sldMk cId="181052230" sldId="2146848756"/>
            <ac:picMk id="17" creationId="{2A4DCBA4-7A58-CCE7-6CDA-5CFEFCC28E2A}"/>
          </ac:picMkLst>
        </pc:picChg>
        <pc:cxnChg chg="add mod">
          <ac:chgData name="thorsten schad" userId="9052ff8b9b589b84" providerId="LiveId" clId="{3497A672-429F-4390-93BF-F07E2A1D3D73}" dt="2026-02-24T13:48:01.335" v="2191" actId="1076"/>
          <ac:cxnSpMkLst>
            <pc:docMk/>
            <pc:sldMk cId="181052230" sldId="2146848756"/>
            <ac:cxnSpMk id="11" creationId="{C8071C87-46B7-26DD-376F-7F41F111C4F0}"/>
          </ac:cxnSpMkLst>
        </pc:cxnChg>
        <pc:cxnChg chg="add mod">
          <ac:chgData name="thorsten schad" userId="9052ff8b9b589b84" providerId="LiveId" clId="{3497A672-429F-4390-93BF-F07E2A1D3D73}" dt="2026-02-24T13:47:56.447" v="2190" actId="1076"/>
          <ac:cxnSpMkLst>
            <pc:docMk/>
            <pc:sldMk cId="181052230" sldId="2146848756"/>
            <ac:cxnSpMk id="13" creationId="{28D463C2-F047-7930-4942-20D5F9C1E8BB}"/>
          </ac:cxnSpMkLst>
        </pc:cxnChg>
        <pc:cxnChg chg="add mod">
          <ac:chgData name="thorsten schad" userId="9052ff8b9b589b84" providerId="LiveId" clId="{3497A672-429F-4390-93BF-F07E2A1D3D73}" dt="2026-02-27T14:14:25.546" v="7907" actId="14100"/>
          <ac:cxnSpMkLst>
            <pc:docMk/>
            <pc:sldMk cId="181052230" sldId="2146848756"/>
            <ac:cxnSpMk id="18" creationId="{115DC01A-F7AC-D952-1A5A-F07067F13469}"/>
          </ac:cxnSpMkLst>
        </pc:cxnChg>
      </pc:sldChg>
      <pc:sldChg chg="addSp delSp modSp add mod ord setBg modAnim">
        <pc:chgData name="thorsten schad" userId="9052ff8b9b589b84" providerId="LiveId" clId="{3497A672-429F-4390-93BF-F07E2A1D3D73}" dt="2026-02-27T13:16:25.912" v="7156"/>
        <pc:sldMkLst>
          <pc:docMk/>
          <pc:sldMk cId="2230004087" sldId="2146848757"/>
        </pc:sldMkLst>
        <pc:spChg chg="mod">
          <ac:chgData name="thorsten schad" userId="9052ff8b9b589b84" providerId="LiveId" clId="{3497A672-429F-4390-93BF-F07E2A1D3D73}" dt="2026-02-27T08:27:56.781" v="5990" actId="20577"/>
          <ac:spMkLst>
            <pc:docMk/>
            <pc:sldMk cId="2230004087" sldId="2146848757"/>
            <ac:spMk id="2" creationId="{91263232-EAF4-3E62-982B-150013B6B392}"/>
          </ac:spMkLst>
        </pc:spChg>
        <pc:spChg chg="mod">
          <ac:chgData name="thorsten schad" userId="9052ff8b9b589b84" providerId="LiveId" clId="{3497A672-429F-4390-93BF-F07E2A1D3D73}" dt="2026-02-27T08:23:44.081" v="5978" actId="113"/>
          <ac:spMkLst>
            <pc:docMk/>
            <pc:sldMk cId="2230004087" sldId="2146848757"/>
            <ac:spMk id="6" creationId="{53F4424A-B7CF-E270-26A4-1CF9D901AB0C}"/>
          </ac:spMkLst>
        </pc:spChg>
        <pc:picChg chg="add mod">
          <ac:chgData name="thorsten schad" userId="9052ff8b9b589b84" providerId="LiveId" clId="{3497A672-429F-4390-93BF-F07E2A1D3D73}" dt="2026-02-27T08:21:51.444" v="5969" actId="1038"/>
          <ac:picMkLst>
            <pc:docMk/>
            <pc:sldMk cId="2230004087" sldId="2146848757"/>
            <ac:picMk id="3" creationId="{C8E853ED-6804-D230-A253-A904C3E69033}"/>
          </ac:picMkLst>
        </pc:picChg>
        <pc:picChg chg="add mod">
          <ac:chgData name="thorsten schad" userId="9052ff8b9b589b84" providerId="LiveId" clId="{3497A672-429F-4390-93BF-F07E2A1D3D73}" dt="2026-02-27T08:24:47.469" v="5980"/>
          <ac:picMkLst>
            <pc:docMk/>
            <pc:sldMk cId="2230004087" sldId="2146848757"/>
            <ac:picMk id="4" creationId="{E5B98736-63B9-A407-1611-DAD03F0653E4}"/>
          </ac:picMkLst>
        </pc:picChg>
        <pc:picChg chg="add mod">
          <ac:chgData name="thorsten schad" userId="9052ff8b9b589b84" providerId="LiveId" clId="{3497A672-429F-4390-93BF-F07E2A1D3D73}" dt="2026-02-25T13:30:39.347" v="3651" actId="1076"/>
          <ac:picMkLst>
            <pc:docMk/>
            <pc:sldMk cId="2230004087" sldId="2146848757"/>
            <ac:picMk id="22" creationId="{E47185E8-6383-2D04-D421-0DA994F90D44}"/>
          </ac:picMkLst>
        </pc:picChg>
      </pc:sldChg>
      <pc:sldChg chg="addSp delSp modSp mod">
        <pc:chgData name="thorsten schad" userId="9052ff8b9b589b84" providerId="LiveId" clId="{3497A672-429F-4390-93BF-F07E2A1D3D73}" dt="2026-02-27T13:20:28.668" v="7196" actId="20577"/>
        <pc:sldMkLst>
          <pc:docMk/>
          <pc:sldMk cId="2022529166" sldId="2146848759"/>
        </pc:sldMkLst>
        <pc:spChg chg="mod">
          <ac:chgData name="thorsten schad" userId="9052ff8b9b589b84" providerId="LiveId" clId="{3497A672-429F-4390-93BF-F07E2A1D3D73}" dt="2026-02-27T13:20:28.668" v="7196" actId="20577"/>
          <ac:spMkLst>
            <pc:docMk/>
            <pc:sldMk cId="2022529166" sldId="2146848759"/>
            <ac:spMk id="2" creationId="{6D25209D-8B9F-86D4-277A-89AFCB07A258}"/>
          </ac:spMkLst>
        </pc:spChg>
        <pc:spChg chg="add mod">
          <ac:chgData name="thorsten schad" userId="9052ff8b9b589b84" providerId="LiveId" clId="{3497A672-429F-4390-93BF-F07E2A1D3D73}" dt="2026-02-27T05:28:58.029" v="4577" actId="404"/>
          <ac:spMkLst>
            <pc:docMk/>
            <pc:sldMk cId="2022529166" sldId="2146848759"/>
            <ac:spMk id="3" creationId="{6016C2C0-09EE-2A40-795F-4BD13D93E401}"/>
          </ac:spMkLst>
        </pc:spChg>
        <pc:spChg chg="mod ord">
          <ac:chgData name="thorsten schad" userId="9052ff8b9b589b84" providerId="LiveId" clId="{3497A672-429F-4390-93BF-F07E2A1D3D73}" dt="2026-02-27T05:28:20.025" v="4569" actId="20577"/>
          <ac:spMkLst>
            <pc:docMk/>
            <pc:sldMk cId="2022529166" sldId="2146848759"/>
            <ac:spMk id="6" creationId="{62B78400-A11B-1FAB-FF54-959A13504438}"/>
          </ac:spMkLst>
        </pc:spChg>
        <pc:picChg chg="add mod">
          <ac:chgData name="thorsten schad" userId="9052ff8b9b589b84" providerId="LiveId" clId="{3497A672-429F-4390-93BF-F07E2A1D3D73}" dt="2026-02-27T09:19:06.992" v="6826"/>
          <ac:picMkLst>
            <pc:docMk/>
            <pc:sldMk cId="2022529166" sldId="2146848759"/>
            <ac:picMk id="4" creationId="{DC36DBB8-67CB-8691-85CB-7A14F8FBA42C}"/>
          </ac:picMkLst>
        </pc:picChg>
        <pc:picChg chg="mod">
          <ac:chgData name="thorsten schad" userId="9052ff8b9b589b84" providerId="LiveId" clId="{3497A672-429F-4390-93BF-F07E2A1D3D73}" dt="2026-02-27T13:19:02.937" v="7162" actId="14100"/>
          <ac:picMkLst>
            <pc:docMk/>
            <pc:sldMk cId="2022529166" sldId="2146848759"/>
            <ac:picMk id="10" creationId="{5007FC9C-8D10-C759-5BC5-4423AE894E6B}"/>
          </ac:picMkLst>
        </pc:picChg>
        <pc:picChg chg="mod">
          <ac:chgData name="thorsten schad" userId="9052ff8b9b589b84" providerId="LiveId" clId="{3497A672-429F-4390-93BF-F07E2A1D3D73}" dt="2026-02-27T13:19:07.386" v="7163" actId="1076"/>
          <ac:picMkLst>
            <pc:docMk/>
            <pc:sldMk cId="2022529166" sldId="2146848759"/>
            <ac:picMk id="1026" creationId="{25AAD088-69BD-E566-45D6-B95D477138A9}"/>
          </ac:picMkLst>
        </pc:picChg>
        <pc:picChg chg="mod">
          <ac:chgData name="thorsten schad" userId="9052ff8b9b589b84" providerId="LiveId" clId="{3497A672-429F-4390-93BF-F07E2A1D3D73}" dt="2026-02-27T05:27:31.731" v="4557" actId="1076"/>
          <ac:picMkLst>
            <pc:docMk/>
            <pc:sldMk cId="2022529166" sldId="2146848759"/>
            <ac:picMk id="1030" creationId="{89556D3A-7994-8919-09A3-3271C3B5A0BE}"/>
          </ac:picMkLst>
        </pc:picChg>
      </pc:sldChg>
      <pc:sldChg chg="addSp delSp modSp add mod">
        <pc:chgData name="thorsten schad" userId="9052ff8b9b589b84" providerId="LiveId" clId="{3497A672-429F-4390-93BF-F07E2A1D3D73}" dt="2026-02-27T08:51:04.587" v="6564" actId="20577"/>
        <pc:sldMkLst>
          <pc:docMk/>
          <pc:sldMk cId="3991785462" sldId="2146848760"/>
        </pc:sldMkLst>
        <pc:spChg chg="mod">
          <ac:chgData name="thorsten schad" userId="9052ff8b9b589b84" providerId="LiveId" clId="{3497A672-429F-4390-93BF-F07E2A1D3D73}" dt="2026-02-27T08:50:55.771" v="6553" actId="5793"/>
          <ac:spMkLst>
            <pc:docMk/>
            <pc:sldMk cId="3991785462" sldId="2146848760"/>
            <ac:spMk id="6" creationId="{8CBA9AC3-68F8-7ED9-33A4-7241D78A60AD}"/>
          </ac:spMkLst>
        </pc:spChg>
        <pc:graphicFrameChg chg="add mod modGraphic">
          <ac:chgData name="thorsten schad" userId="9052ff8b9b589b84" providerId="LiveId" clId="{3497A672-429F-4390-93BF-F07E2A1D3D73}" dt="2026-02-27T08:51:04.587" v="6564" actId="20577"/>
          <ac:graphicFrameMkLst>
            <pc:docMk/>
            <pc:sldMk cId="3991785462" sldId="2146848760"/>
            <ac:graphicFrameMk id="7" creationId="{C46D634C-8844-728D-0D47-EBBCD4276C05}"/>
          </ac:graphicFrameMkLst>
        </pc:graphicFrameChg>
      </pc:sldChg>
      <pc:sldChg chg="addSp modSp add ord modAnim">
        <pc:chgData name="thorsten schad" userId="9052ff8b9b589b84" providerId="LiveId" clId="{3497A672-429F-4390-93BF-F07E2A1D3D73}" dt="2026-02-27T09:19:03.394" v="6823"/>
        <pc:sldMkLst>
          <pc:docMk/>
          <pc:sldMk cId="2403654037" sldId="2146848761"/>
        </pc:sldMkLst>
        <pc:picChg chg="add mod">
          <ac:chgData name="thorsten schad" userId="9052ff8b9b589b84" providerId="LiveId" clId="{3497A672-429F-4390-93BF-F07E2A1D3D73}" dt="2026-02-27T09:19:03.394" v="6823"/>
          <ac:picMkLst>
            <pc:docMk/>
            <pc:sldMk cId="2403654037" sldId="2146848761"/>
            <ac:picMk id="3" creationId="{437174E7-25D8-E4F2-0D49-53D1D0BE36E1}"/>
          </ac:picMkLst>
        </pc:picChg>
      </pc:sldChg>
      <pc:sldChg chg="addSp delSp modSp add mod delAnim">
        <pc:chgData name="thorsten schad" userId="9052ff8b9b589b84" providerId="LiveId" clId="{3497A672-429F-4390-93BF-F07E2A1D3D73}" dt="2026-02-27T09:19:04.789" v="6825"/>
        <pc:sldMkLst>
          <pc:docMk/>
          <pc:sldMk cId="3067438829" sldId="2146848762"/>
        </pc:sldMkLst>
        <pc:spChg chg="add mod ord">
          <ac:chgData name="thorsten schad" userId="9052ff8b9b589b84" providerId="LiveId" clId="{3497A672-429F-4390-93BF-F07E2A1D3D73}" dt="2026-02-27T09:17:31.556" v="6779" actId="14100"/>
          <ac:spMkLst>
            <pc:docMk/>
            <pc:sldMk cId="3067438829" sldId="2146848762"/>
            <ac:spMk id="19" creationId="{08D1C886-967E-80B0-9648-B19A75F747C6}"/>
          </ac:spMkLst>
        </pc:spChg>
        <pc:spChg chg="add mod">
          <ac:chgData name="thorsten schad" userId="9052ff8b9b589b84" providerId="LiveId" clId="{3497A672-429F-4390-93BF-F07E2A1D3D73}" dt="2026-02-27T09:18:33.180" v="6822" actId="1076"/>
          <ac:spMkLst>
            <pc:docMk/>
            <pc:sldMk cId="3067438829" sldId="2146848762"/>
            <ac:spMk id="32" creationId="{8C47FD92-0B7A-6A42-2A96-74FC0B255CC9}"/>
          </ac:spMkLst>
        </pc:spChg>
        <pc:spChg chg="mod">
          <ac:chgData name="thorsten schad" userId="9052ff8b9b589b84" providerId="LiveId" clId="{3497A672-429F-4390-93BF-F07E2A1D3D73}" dt="2026-02-27T09:14:47.152" v="6768"/>
          <ac:spMkLst>
            <pc:docMk/>
            <pc:sldMk cId="3067438829" sldId="2146848762"/>
            <ac:spMk id="35" creationId="{4284F2F6-6C73-C30A-90A3-03E9265114FC}"/>
          </ac:spMkLst>
        </pc:spChg>
        <pc:picChg chg="add mod">
          <ac:chgData name="thorsten schad" userId="9052ff8b9b589b84" providerId="LiveId" clId="{3497A672-429F-4390-93BF-F07E2A1D3D73}" dt="2026-02-27T09:14:07.875" v="6750" actId="1076"/>
          <ac:picMkLst>
            <pc:docMk/>
            <pc:sldMk cId="3067438829" sldId="2146848762"/>
            <ac:picMk id="3" creationId="{30FE4A47-059F-B4B6-D424-483026C6F282}"/>
          </ac:picMkLst>
        </pc:picChg>
        <pc:picChg chg="add mod">
          <ac:chgData name="thorsten schad" userId="9052ff8b9b589b84" providerId="LiveId" clId="{3497A672-429F-4390-93BF-F07E2A1D3D73}" dt="2026-02-27T09:17:11.786" v="6776" actId="27349"/>
          <ac:picMkLst>
            <pc:docMk/>
            <pc:sldMk cId="3067438829" sldId="2146848762"/>
            <ac:picMk id="6" creationId="{D43D31BE-F3FC-7182-DE2C-126FE7E1F047}"/>
          </ac:picMkLst>
        </pc:picChg>
        <pc:picChg chg="add mod">
          <ac:chgData name="thorsten schad" userId="9052ff8b9b589b84" providerId="LiveId" clId="{3497A672-429F-4390-93BF-F07E2A1D3D73}" dt="2026-02-27T09:17:11.786" v="6776" actId="27349"/>
          <ac:picMkLst>
            <pc:docMk/>
            <pc:sldMk cId="3067438829" sldId="2146848762"/>
            <ac:picMk id="17" creationId="{68BD888F-F124-6053-328C-19FA20B671DE}"/>
          </ac:picMkLst>
        </pc:picChg>
        <pc:picChg chg="add mod">
          <ac:chgData name="thorsten schad" userId="9052ff8b9b589b84" providerId="LiveId" clId="{3497A672-429F-4390-93BF-F07E2A1D3D73}" dt="2026-02-27T09:19:04.789" v="6825"/>
          <ac:picMkLst>
            <pc:docMk/>
            <pc:sldMk cId="3067438829" sldId="2146848762"/>
            <ac:picMk id="33" creationId="{D1A03B5B-893D-C514-F7F2-2854293538F5}"/>
          </ac:picMkLst>
        </pc:picChg>
        <pc:cxnChg chg="add mod">
          <ac:chgData name="thorsten schad" userId="9052ff8b9b589b84" providerId="LiveId" clId="{3497A672-429F-4390-93BF-F07E2A1D3D73}" dt="2026-02-27T09:17:54.978" v="6781" actId="208"/>
          <ac:cxnSpMkLst>
            <pc:docMk/>
            <pc:sldMk cId="3067438829" sldId="2146848762"/>
            <ac:cxnSpMk id="21" creationId="{F1AD8DF6-34B4-3D58-EAA0-A41FD06624A7}"/>
          </ac:cxnSpMkLst>
        </pc:cxnChg>
      </pc:sldChg>
      <pc:sldChg chg="addSp delSp modSp add mod delAnim">
        <pc:chgData name="thorsten schad" userId="9052ff8b9b589b84" providerId="LiveId" clId="{3497A672-429F-4390-93BF-F07E2A1D3D73}" dt="2026-02-27T13:16:41.817" v="7161" actId="14100"/>
        <pc:sldMkLst>
          <pc:docMk/>
          <pc:sldMk cId="55976309" sldId="2146848763"/>
        </pc:sldMkLst>
        <pc:spChg chg="mod">
          <ac:chgData name="thorsten schad" userId="9052ff8b9b589b84" providerId="LiveId" clId="{3497A672-429F-4390-93BF-F07E2A1D3D73}" dt="2026-02-27T09:36:28.971" v="6859" actId="20577"/>
          <ac:spMkLst>
            <pc:docMk/>
            <pc:sldMk cId="55976309" sldId="2146848763"/>
            <ac:spMk id="2" creationId="{91263232-EAF4-3E62-982B-150013B6B392}"/>
          </ac:spMkLst>
        </pc:spChg>
        <pc:spChg chg="mod">
          <ac:chgData name="thorsten schad" userId="9052ff8b9b589b84" providerId="LiveId" clId="{3497A672-429F-4390-93BF-F07E2A1D3D73}" dt="2026-02-27T09:36:37.745" v="6862" actId="6549"/>
          <ac:spMkLst>
            <pc:docMk/>
            <pc:sldMk cId="55976309" sldId="2146848763"/>
            <ac:spMk id="6" creationId="{53F4424A-B7CF-E270-26A4-1CF9D901AB0C}"/>
          </ac:spMkLst>
        </pc:spChg>
        <pc:picChg chg="add mod">
          <ac:chgData name="thorsten schad" userId="9052ff8b9b589b84" providerId="LiveId" clId="{3497A672-429F-4390-93BF-F07E2A1D3D73}" dt="2026-02-27T13:16:41.817" v="7161" actId="14100"/>
          <ac:picMkLst>
            <pc:docMk/>
            <pc:sldMk cId="55976309" sldId="2146848763"/>
            <ac:picMk id="7" creationId="{205448BF-AF32-17EA-C901-93F04B565174}"/>
          </ac:picMkLst>
        </pc:picChg>
      </pc:sldChg>
      <pc:sldChg chg="addSp delSp modSp new mod">
        <pc:chgData name="thorsten schad" userId="9052ff8b9b589b84" providerId="LiveId" clId="{3497A672-429F-4390-93BF-F07E2A1D3D73}" dt="2026-02-27T14:16:56.337" v="7927" actId="1076"/>
        <pc:sldMkLst>
          <pc:docMk/>
          <pc:sldMk cId="4119083566" sldId="2146848764"/>
        </pc:sldMkLst>
        <pc:spChg chg="mod">
          <ac:chgData name="thorsten schad" userId="9052ff8b9b589b84" providerId="LiveId" clId="{3497A672-429F-4390-93BF-F07E2A1D3D73}" dt="2026-02-27T09:43:39.231" v="6966" actId="207"/>
          <ac:spMkLst>
            <pc:docMk/>
            <pc:sldMk cId="4119083566" sldId="2146848764"/>
            <ac:spMk id="2" creationId="{64B01F8E-6D46-FCCF-00B2-C7BF119A8AE4}"/>
          </ac:spMkLst>
        </pc:spChg>
        <pc:spChg chg="mod ord">
          <ac:chgData name="thorsten schad" userId="9052ff8b9b589b84" providerId="LiveId" clId="{3497A672-429F-4390-93BF-F07E2A1D3D73}" dt="2026-02-27T14:16:56.337" v="7927" actId="1076"/>
          <ac:spMkLst>
            <pc:docMk/>
            <pc:sldMk cId="4119083566" sldId="2146848764"/>
            <ac:spMk id="6" creationId="{F7FCCFE7-B64C-6607-A9AC-4249929292BA}"/>
          </ac:spMkLst>
        </pc:spChg>
        <pc:picChg chg="add mod">
          <ac:chgData name="thorsten schad" userId="9052ff8b9b589b84" providerId="LiveId" clId="{3497A672-429F-4390-93BF-F07E2A1D3D73}" dt="2026-02-27T10:10:20.902" v="7022" actId="1036"/>
          <ac:picMkLst>
            <pc:docMk/>
            <pc:sldMk cId="4119083566" sldId="2146848764"/>
            <ac:picMk id="8" creationId="{F1388735-1BEC-C693-5493-C01B4396D3EB}"/>
          </ac:picMkLst>
        </pc:picChg>
      </pc:sldChg>
      <pc:sldChg chg="addSp delSp modSp add mod ord">
        <pc:chgData name="thorsten schad" userId="9052ff8b9b589b84" providerId="LiveId" clId="{3497A672-429F-4390-93BF-F07E2A1D3D73}" dt="2026-02-27T13:36:25.283" v="7501" actId="1076"/>
        <pc:sldMkLst>
          <pc:docMk/>
          <pc:sldMk cId="1715166523" sldId="2146848765"/>
        </pc:sldMkLst>
        <pc:spChg chg="mod">
          <ac:chgData name="thorsten schad" userId="9052ff8b9b589b84" providerId="LiveId" clId="{3497A672-429F-4390-93BF-F07E2A1D3D73}" dt="2026-02-27T13:28:42.441" v="7273" actId="14100"/>
          <ac:spMkLst>
            <pc:docMk/>
            <pc:sldMk cId="1715166523" sldId="2146848765"/>
            <ac:spMk id="2" creationId="{9534DCF4-3753-1C88-82D9-B558ABC2B81F}"/>
          </ac:spMkLst>
        </pc:spChg>
        <pc:spChg chg="add mod">
          <ac:chgData name="thorsten schad" userId="9052ff8b9b589b84" providerId="LiveId" clId="{3497A672-429F-4390-93BF-F07E2A1D3D73}" dt="2026-02-27T13:28:56.457" v="7277" actId="1076"/>
          <ac:spMkLst>
            <pc:docMk/>
            <pc:sldMk cId="1715166523" sldId="2146848765"/>
            <ac:spMk id="25" creationId="{971BD8CA-8585-28B1-C8DD-4DBBACAD7008}"/>
          </ac:spMkLst>
        </pc:spChg>
        <pc:graphicFrameChg chg="add mod">
          <ac:chgData name="thorsten schad" userId="9052ff8b9b589b84" providerId="LiveId" clId="{3497A672-429F-4390-93BF-F07E2A1D3D73}" dt="2026-02-27T13:28:56.457" v="7277" actId="1076"/>
          <ac:graphicFrameMkLst>
            <pc:docMk/>
            <pc:sldMk cId="1715166523" sldId="2146848765"/>
            <ac:graphicFrameMk id="23" creationId="{6204EE0E-219F-49FC-84A4-FDCC988218C8}"/>
          </ac:graphicFrameMkLst>
        </pc:graphicFrameChg>
      </pc:sldChg>
      <pc:sldChg chg="delSp modSp add mod">
        <pc:chgData name="thorsten schad" userId="9052ff8b9b589b84" providerId="LiveId" clId="{3497A672-429F-4390-93BF-F07E2A1D3D73}" dt="2026-02-27T14:15:47.772" v="7922" actId="478"/>
        <pc:sldMkLst>
          <pc:docMk/>
          <pc:sldMk cId="1136671190" sldId="2146848766"/>
        </pc:sldMkLst>
        <pc:spChg chg="mod">
          <ac:chgData name="thorsten schad" userId="9052ff8b9b589b84" providerId="LiveId" clId="{3497A672-429F-4390-93BF-F07E2A1D3D73}" dt="2026-02-27T14:15:44.638" v="7921" actId="20577"/>
          <ac:spMkLst>
            <pc:docMk/>
            <pc:sldMk cId="1136671190" sldId="2146848766"/>
            <ac:spMk id="2" creationId="{57EC0E2E-5B77-1597-B5BB-18534995F269}"/>
          </ac:spMkLst>
        </pc:spChg>
      </pc:sldChg>
      <pc:sldMasterChg chg="delSldLayout">
        <pc:chgData name="thorsten schad" userId="9052ff8b9b589b84" providerId="LiveId" clId="{3497A672-429F-4390-93BF-F07E2A1D3D73}" dt="2026-02-12T06:05:26.577" v="49" actId="47"/>
        <pc:sldMasterMkLst>
          <pc:docMk/>
          <pc:sldMasterMk cId="918653949" sldId="2147483782"/>
        </pc:sldMasterMkLst>
      </pc:sldMaster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FECDB90-BD4A-4871-B217-22E59CA8C5D3}" type="doc">
      <dgm:prSet loTypeId="urn:microsoft.com/office/officeart/2005/8/layout/hProcess7" loCatId="process" qsTypeId="urn:microsoft.com/office/officeart/2005/8/quickstyle/simple1" qsCatId="simple" csTypeId="urn:microsoft.com/office/officeart/2005/8/colors/accent1_2" csCatId="accent1" phldr="1"/>
      <dgm:spPr/>
      <dgm:t>
        <a:bodyPr/>
        <a:lstStyle/>
        <a:p>
          <a:endParaRPr lang="de-DE"/>
        </a:p>
      </dgm:t>
    </dgm:pt>
    <dgm:pt modelId="{79D7F31F-FC13-4ACA-8E83-ABF820455AD2}">
      <dgm:prSet phldrT="[Text]" phldr="0"/>
      <dgm:spPr/>
      <dgm:t>
        <a:bodyPr/>
        <a:lstStyle/>
        <a:p>
          <a:r>
            <a:rPr lang="de-DE"/>
            <a:t>Exposure</a:t>
          </a:r>
        </a:p>
      </dgm:t>
    </dgm:pt>
    <dgm:pt modelId="{951D0D89-8326-444E-82BE-111914C159FD}" type="parTrans" cxnId="{E47FF44A-E64A-42E7-803A-546F21F2C96D}">
      <dgm:prSet/>
      <dgm:spPr/>
      <dgm:t>
        <a:bodyPr/>
        <a:lstStyle/>
        <a:p>
          <a:endParaRPr lang="de-DE"/>
        </a:p>
      </dgm:t>
    </dgm:pt>
    <dgm:pt modelId="{09996C2B-6F47-44E8-97C4-01E7B3726C06}" type="sibTrans" cxnId="{E47FF44A-E64A-42E7-803A-546F21F2C96D}">
      <dgm:prSet/>
      <dgm:spPr/>
      <dgm:t>
        <a:bodyPr/>
        <a:lstStyle/>
        <a:p>
          <a:endParaRPr lang="de-DE"/>
        </a:p>
      </dgm:t>
    </dgm:pt>
    <dgm:pt modelId="{EFE4CA0C-4F7E-42FD-925E-547F542D633C}">
      <dgm:prSet phldrT="[Text]" phldr="0" custT="1"/>
      <dgm:spPr/>
      <dgm:t>
        <a:bodyPr/>
        <a:lstStyle/>
        <a:p>
          <a:r>
            <a:rPr lang="de-DE" sz="3200" b="1"/>
            <a:t>TER/RQ</a:t>
          </a:r>
          <a:br>
            <a:rPr lang="de-DE" sz="3200" b="1"/>
          </a:br>
          <a:endParaRPr lang="de-DE" sz="3200" b="1"/>
        </a:p>
      </dgm:t>
    </dgm:pt>
    <dgm:pt modelId="{5E3E199F-F258-40ED-8712-D40F7A453BD5}" type="parTrans" cxnId="{2C18FA9D-4545-4B82-A85B-568F4D4F5C63}">
      <dgm:prSet/>
      <dgm:spPr/>
      <dgm:t>
        <a:bodyPr/>
        <a:lstStyle/>
        <a:p>
          <a:endParaRPr lang="de-DE"/>
        </a:p>
      </dgm:t>
    </dgm:pt>
    <dgm:pt modelId="{BB2EA064-7818-48C2-853F-65C4AC4306FA}" type="sibTrans" cxnId="{2C18FA9D-4545-4B82-A85B-568F4D4F5C63}">
      <dgm:prSet/>
      <dgm:spPr/>
      <dgm:t>
        <a:bodyPr/>
        <a:lstStyle/>
        <a:p>
          <a:endParaRPr lang="de-DE"/>
        </a:p>
      </dgm:t>
    </dgm:pt>
    <dgm:pt modelId="{A10E2128-9045-4539-83C3-54CEEF7495B3}">
      <dgm:prSet phldrT="[Text]" phldr="0"/>
      <dgm:spPr/>
      <dgm:t>
        <a:bodyPr/>
        <a:lstStyle/>
        <a:p>
          <a:r>
            <a:rPr lang="de-DE"/>
            <a:t>Effect</a:t>
          </a:r>
        </a:p>
      </dgm:t>
    </dgm:pt>
    <dgm:pt modelId="{9EAD4838-851D-4410-B952-188FF03AC1F4}" type="parTrans" cxnId="{BB5A066B-DF65-4A3A-8093-4F1F5BBBD8AB}">
      <dgm:prSet/>
      <dgm:spPr/>
      <dgm:t>
        <a:bodyPr/>
        <a:lstStyle/>
        <a:p>
          <a:endParaRPr lang="de-DE"/>
        </a:p>
      </dgm:t>
    </dgm:pt>
    <dgm:pt modelId="{994948DE-3795-452E-BEC2-20C3D50A4F36}" type="sibTrans" cxnId="{BB5A066B-DF65-4A3A-8093-4F1F5BBBD8AB}">
      <dgm:prSet/>
      <dgm:spPr/>
      <dgm:t>
        <a:bodyPr/>
        <a:lstStyle/>
        <a:p>
          <a:endParaRPr lang="de-DE"/>
        </a:p>
      </dgm:t>
    </dgm:pt>
    <dgm:pt modelId="{215E8BFC-73C7-4D1E-9A82-C57F6EA1C285}">
      <dgm:prSet phldrT="[Text]" phldr="0" custT="1"/>
      <dgm:spPr/>
      <dgm:t>
        <a:bodyPr/>
        <a:lstStyle/>
        <a:p>
          <a:r>
            <a:rPr lang="de-DE" sz="2800" b="1"/>
            <a:t>Individual-level</a:t>
          </a:r>
        </a:p>
      </dgm:t>
    </dgm:pt>
    <dgm:pt modelId="{C8718D45-3DC0-477B-8845-F2A764F85491}" type="parTrans" cxnId="{3D69C505-DD87-4C2D-B6B0-3A2B9A7F5A8A}">
      <dgm:prSet/>
      <dgm:spPr/>
      <dgm:t>
        <a:bodyPr/>
        <a:lstStyle/>
        <a:p>
          <a:endParaRPr lang="de-DE"/>
        </a:p>
      </dgm:t>
    </dgm:pt>
    <dgm:pt modelId="{A2FB3D6F-5D8F-46CC-BC6F-4A3558550F11}" type="sibTrans" cxnId="{3D69C505-DD87-4C2D-B6B0-3A2B9A7F5A8A}">
      <dgm:prSet/>
      <dgm:spPr/>
      <dgm:t>
        <a:bodyPr/>
        <a:lstStyle/>
        <a:p>
          <a:endParaRPr lang="de-DE"/>
        </a:p>
      </dgm:t>
    </dgm:pt>
    <dgm:pt modelId="{6E2F1F0B-F3E3-424A-9F60-2805DFAF4180}">
      <dgm:prSet phldrT="[Text]" phldr="0"/>
      <dgm:spPr>
        <a:solidFill>
          <a:schemeClr val="accent1">
            <a:lumMod val="60000"/>
            <a:lumOff val="40000"/>
          </a:schemeClr>
        </a:solidFill>
      </dgm:spPr>
      <dgm:t>
        <a:bodyPr/>
        <a:lstStyle/>
        <a:p>
          <a:r>
            <a:rPr lang="de-DE"/>
            <a:t>Effect</a:t>
          </a:r>
        </a:p>
      </dgm:t>
    </dgm:pt>
    <dgm:pt modelId="{34783929-A46C-487B-B91B-1246B9A06CE4}" type="parTrans" cxnId="{AABB7857-5803-4E12-AAE5-A3DB1CADB600}">
      <dgm:prSet/>
      <dgm:spPr/>
      <dgm:t>
        <a:bodyPr/>
        <a:lstStyle/>
        <a:p>
          <a:endParaRPr lang="de-DE"/>
        </a:p>
      </dgm:t>
    </dgm:pt>
    <dgm:pt modelId="{8C5CC69C-58CB-46C1-B104-3333082BDAF0}" type="sibTrans" cxnId="{AABB7857-5803-4E12-AAE5-A3DB1CADB600}">
      <dgm:prSet/>
      <dgm:spPr/>
      <dgm:t>
        <a:bodyPr/>
        <a:lstStyle/>
        <a:p>
          <a:endParaRPr lang="de-DE"/>
        </a:p>
      </dgm:t>
    </dgm:pt>
    <dgm:pt modelId="{F32822F2-BA28-4A32-A3E7-ADC6A70833C1}">
      <dgm:prSet phldrT="[Text]" phldr="0"/>
      <dgm:spPr/>
      <dgm:t>
        <a:bodyPr/>
        <a:lstStyle/>
        <a:p>
          <a:r>
            <a:rPr lang="de-DE" sz="3000" b="1"/>
            <a:t>Population-level</a:t>
          </a:r>
        </a:p>
      </dgm:t>
    </dgm:pt>
    <dgm:pt modelId="{E3066159-4E7A-40B4-9BAC-CE4F14372EF3}" type="parTrans" cxnId="{E71C933E-B31A-4975-B6A6-2E7A9A0134B0}">
      <dgm:prSet/>
      <dgm:spPr/>
      <dgm:t>
        <a:bodyPr/>
        <a:lstStyle/>
        <a:p>
          <a:endParaRPr lang="de-DE"/>
        </a:p>
      </dgm:t>
    </dgm:pt>
    <dgm:pt modelId="{3F5B9D91-AFD7-43AC-A972-F269D546A8A1}" type="sibTrans" cxnId="{E71C933E-B31A-4975-B6A6-2E7A9A0134B0}">
      <dgm:prSet/>
      <dgm:spPr/>
      <dgm:t>
        <a:bodyPr/>
        <a:lstStyle/>
        <a:p>
          <a:endParaRPr lang="de-DE"/>
        </a:p>
      </dgm:t>
    </dgm:pt>
    <dgm:pt modelId="{C558C27D-CE7C-4DA7-9FB3-FBB9C88EB2DC}">
      <dgm:prSet phldrT="[Text]" phldr="0" custT="1"/>
      <dgm:spPr/>
      <dgm:t>
        <a:bodyPr/>
        <a:lstStyle/>
        <a:p>
          <a:r>
            <a:rPr lang="de-DE" sz="2000"/>
            <a:t>PECsw percentiles</a:t>
          </a:r>
        </a:p>
      </dgm:t>
    </dgm:pt>
    <dgm:pt modelId="{BC73E3DA-E738-41B3-BA7C-D246BBD1857D}" type="parTrans" cxnId="{C27849A3-9A13-4D29-86BF-A1043DAB6550}">
      <dgm:prSet/>
      <dgm:spPr/>
      <dgm:t>
        <a:bodyPr/>
        <a:lstStyle/>
        <a:p>
          <a:endParaRPr lang="de-DE"/>
        </a:p>
      </dgm:t>
    </dgm:pt>
    <dgm:pt modelId="{C969E14A-7185-414A-9310-F1C991FC5F6B}" type="sibTrans" cxnId="{C27849A3-9A13-4D29-86BF-A1043DAB6550}">
      <dgm:prSet/>
      <dgm:spPr/>
      <dgm:t>
        <a:bodyPr/>
        <a:lstStyle/>
        <a:p>
          <a:endParaRPr lang="de-DE"/>
        </a:p>
      </dgm:t>
    </dgm:pt>
    <dgm:pt modelId="{13B7FCAA-5633-45EA-9210-CA371D24B451}">
      <dgm:prSet phldrT="[Text]" phldr="0" custT="1"/>
      <dgm:spPr/>
      <dgm:t>
        <a:bodyPr/>
        <a:lstStyle/>
        <a:p>
          <a:r>
            <a:rPr lang="de-DE" sz="2000"/>
            <a:t>RAC</a:t>
          </a:r>
        </a:p>
      </dgm:t>
    </dgm:pt>
    <dgm:pt modelId="{F4C8D466-A291-4DA3-BE42-4DCC8EB75A06}" type="parTrans" cxnId="{48CF1568-DAA9-4F76-9CC1-15434EFDC14F}">
      <dgm:prSet/>
      <dgm:spPr/>
      <dgm:t>
        <a:bodyPr/>
        <a:lstStyle/>
        <a:p>
          <a:endParaRPr lang="de-DE"/>
        </a:p>
      </dgm:t>
    </dgm:pt>
    <dgm:pt modelId="{1BAF6EA2-CF20-4F45-BC7B-991987C99AC9}" type="sibTrans" cxnId="{48CF1568-DAA9-4F76-9CC1-15434EFDC14F}">
      <dgm:prSet/>
      <dgm:spPr/>
      <dgm:t>
        <a:bodyPr/>
        <a:lstStyle/>
        <a:p>
          <a:endParaRPr lang="de-DE"/>
        </a:p>
      </dgm:t>
    </dgm:pt>
    <dgm:pt modelId="{E6F5BBBE-F2A2-43AA-8A62-5A7DFECA5FE6}">
      <dgm:prSet phldrT="[Text]" phldr="0" custT="1"/>
      <dgm:spPr/>
      <dgm:t>
        <a:bodyPr/>
        <a:lstStyle/>
        <a:p>
          <a:r>
            <a:rPr lang="de-DE" sz="2000"/>
            <a:t>Tier-2c </a:t>
          </a:r>
          <a:r>
            <a:rPr lang="de-DE" sz="1800"/>
            <a:t>at catchment-level</a:t>
          </a:r>
          <a:endParaRPr lang="de-DE" sz="2000"/>
        </a:p>
      </dgm:t>
    </dgm:pt>
    <dgm:pt modelId="{7E41AED1-5010-452A-8121-919848AFA4B0}" type="parTrans" cxnId="{E26128B5-AF98-40B0-9E6E-ED11D486DB42}">
      <dgm:prSet/>
      <dgm:spPr/>
      <dgm:t>
        <a:bodyPr/>
        <a:lstStyle/>
        <a:p>
          <a:endParaRPr lang="de-DE"/>
        </a:p>
      </dgm:t>
    </dgm:pt>
    <dgm:pt modelId="{2940DDEE-C78E-415B-AFBA-B74DEFD658EC}" type="sibTrans" cxnId="{E26128B5-AF98-40B0-9E6E-ED11D486DB42}">
      <dgm:prSet/>
      <dgm:spPr/>
      <dgm:t>
        <a:bodyPr/>
        <a:lstStyle/>
        <a:p>
          <a:endParaRPr lang="de-DE"/>
        </a:p>
      </dgm:t>
    </dgm:pt>
    <dgm:pt modelId="{1DA9163D-574A-4F81-B9B5-5229490D616C}">
      <dgm:prSet phldrT="[Text]" phldr="0" custT="1"/>
      <dgm:spPr/>
      <dgm:t>
        <a:bodyPr/>
        <a:lstStyle/>
        <a:p>
          <a:r>
            <a:rPr lang="de-DE" sz="2000"/>
            <a:t>Abundance</a:t>
          </a:r>
        </a:p>
      </dgm:t>
    </dgm:pt>
    <dgm:pt modelId="{51A01DE5-F0EB-449A-A99F-C89D401C1FC6}" type="parTrans" cxnId="{5EAB591C-2DA5-4966-BB40-674EFA0209BF}">
      <dgm:prSet/>
      <dgm:spPr/>
      <dgm:t>
        <a:bodyPr/>
        <a:lstStyle/>
        <a:p>
          <a:endParaRPr lang="de-DE"/>
        </a:p>
      </dgm:t>
    </dgm:pt>
    <dgm:pt modelId="{447DD1FE-CCE3-4157-A20F-CA757FDB27B3}" type="sibTrans" cxnId="{5EAB591C-2DA5-4966-BB40-674EFA0209BF}">
      <dgm:prSet/>
      <dgm:spPr/>
      <dgm:t>
        <a:bodyPr/>
        <a:lstStyle/>
        <a:p>
          <a:endParaRPr lang="de-DE"/>
        </a:p>
      </dgm:t>
    </dgm:pt>
    <dgm:pt modelId="{B289594E-37A5-42C1-BBEB-2C16E373B63E}">
      <dgm:prSet phldrT="[Text]" phldr="0" custT="1"/>
      <dgm:spPr/>
      <dgm:t>
        <a:bodyPr/>
        <a:lstStyle/>
        <a:p>
          <a:r>
            <a:rPr lang="de-DE" sz="2000"/>
            <a:t>Safety margins </a:t>
          </a:r>
          <a:r>
            <a:rPr lang="de-DE" sz="1400"/>
            <a:t>(Multiplication factors)</a:t>
          </a:r>
          <a:endParaRPr lang="de-DE" sz="2000"/>
        </a:p>
      </dgm:t>
    </dgm:pt>
    <dgm:pt modelId="{45B3B468-11AE-49FB-A384-DBDC24D524DA}" type="parTrans" cxnId="{6682ECF5-5B01-41EE-B6D8-EECA54C50CDC}">
      <dgm:prSet/>
      <dgm:spPr/>
      <dgm:t>
        <a:bodyPr/>
        <a:lstStyle/>
        <a:p>
          <a:endParaRPr lang="de-DE"/>
        </a:p>
      </dgm:t>
    </dgm:pt>
    <dgm:pt modelId="{5439834D-8EA6-4A8F-86DC-FDAE7C3B0B7D}" type="sibTrans" cxnId="{6682ECF5-5B01-41EE-B6D8-EECA54C50CDC}">
      <dgm:prSet/>
      <dgm:spPr/>
      <dgm:t>
        <a:bodyPr/>
        <a:lstStyle/>
        <a:p>
          <a:endParaRPr lang="de-DE"/>
        </a:p>
      </dgm:t>
    </dgm:pt>
    <dgm:pt modelId="{FA4A1B4C-707B-4F8B-9F6D-E9C30501CAA7}">
      <dgm:prSet phldrT="[Text]" phldr="0" custT="1"/>
      <dgm:spPr/>
      <dgm:t>
        <a:bodyPr/>
        <a:lstStyle/>
        <a:p>
          <a:r>
            <a:rPr lang="de-DE" sz="2000"/>
            <a:t>LP50 percentiles</a:t>
          </a:r>
        </a:p>
      </dgm:t>
    </dgm:pt>
    <dgm:pt modelId="{BABC9510-5CF2-4D9C-A248-B4182921E373}" type="parTrans" cxnId="{8AB12B59-435A-494A-AC30-3200A59B1F5B}">
      <dgm:prSet/>
      <dgm:spPr/>
      <dgm:t>
        <a:bodyPr/>
        <a:lstStyle/>
        <a:p>
          <a:endParaRPr lang="de-DE"/>
        </a:p>
      </dgm:t>
    </dgm:pt>
    <dgm:pt modelId="{59E13AA6-21AE-4487-A3D0-F7289ADF562A}" type="sibTrans" cxnId="{8AB12B59-435A-494A-AC30-3200A59B1F5B}">
      <dgm:prSet/>
      <dgm:spPr/>
      <dgm:t>
        <a:bodyPr/>
        <a:lstStyle/>
        <a:p>
          <a:endParaRPr lang="de-DE"/>
        </a:p>
      </dgm:t>
    </dgm:pt>
    <dgm:pt modelId="{463CBB3F-5257-4D49-926A-98443F20A383}">
      <dgm:prSet phldrT="[Text]" phldr="0" custT="1"/>
      <dgm:spPr/>
      <dgm:t>
        <a:bodyPr/>
        <a:lstStyle/>
        <a:p>
          <a:r>
            <a:rPr lang="de-DE" sz="2000"/>
            <a:t>Recovery </a:t>
          </a:r>
          <a:br>
            <a:rPr lang="de-DE" sz="2000"/>
          </a:br>
          <a:r>
            <a:rPr lang="de-DE" sz="2000"/>
            <a:t>(in-/extrinsic)</a:t>
          </a:r>
        </a:p>
      </dgm:t>
    </dgm:pt>
    <dgm:pt modelId="{19FC05C6-A54B-4BE5-9AA1-98762352EB60}" type="parTrans" cxnId="{2ADB9A57-3307-4052-9D56-ED043E7B3800}">
      <dgm:prSet/>
      <dgm:spPr/>
      <dgm:t>
        <a:bodyPr/>
        <a:lstStyle/>
        <a:p>
          <a:endParaRPr lang="de-DE"/>
        </a:p>
      </dgm:t>
    </dgm:pt>
    <dgm:pt modelId="{74640672-7A2D-4DA3-BDDF-E0B7C6DE40F0}" type="sibTrans" cxnId="{2ADB9A57-3307-4052-9D56-ED043E7B3800}">
      <dgm:prSet/>
      <dgm:spPr/>
      <dgm:t>
        <a:bodyPr/>
        <a:lstStyle/>
        <a:p>
          <a:endParaRPr lang="de-DE"/>
        </a:p>
      </dgm:t>
    </dgm:pt>
    <dgm:pt modelId="{304A837F-C0AE-49A7-8661-1CC4C67B2DE9}">
      <dgm:prSet phldrT="[Text]" phldr="0" custT="1"/>
      <dgm:spPr/>
      <dgm:t>
        <a:bodyPr/>
        <a:lstStyle/>
        <a:p>
          <a:r>
            <a:rPr lang="de-DE" sz="2000"/>
            <a:t>TER/RQ</a:t>
          </a:r>
          <a:endParaRPr lang="de-DE" sz="2400"/>
        </a:p>
      </dgm:t>
    </dgm:pt>
    <dgm:pt modelId="{EDCDC3C2-0003-471D-B4DF-74452F6B6CD5}" type="parTrans" cxnId="{0B88492E-D182-4C43-A6F9-11F1B5B60374}">
      <dgm:prSet/>
      <dgm:spPr/>
      <dgm:t>
        <a:bodyPr/>
        <a:lstStyle/>
        <a:p>
          <a:endParaRPr lang="de-DE"/>
        </a:p>
      </dgm:t>
    </dgm:pt>
    <dgm:pt modelId="{CF832051-3C06-49A1-8199-DBB685C14B74}" type="sibTrans" cxnId="{0B88492E-D182-4C43-A6F9-11F1B5B60374}">
      <dgm:prSet/>
      <dgm:spPr/>
      <dgm:t>
        <a:bodyPr/>
        <a:lstStyle/>
        <a:p>
          <a:endParaRPr lang="de-DE"/>
        </a:p>
      </dgm:t>
    </dgm:pt>
    <dgm:pt modelId="{2C50F271-93EF-4527-8C8B-07F0D1A5DBA9}">
      <dgm:prSet phldrT="[Text]" phldr="0" custT="1"/>
      <dgm:spPr/>
      <dgm:t>
        <a:bodyPr/>
        <a:lstStyle/>
        <a:p>
          <a:r>
            <a:rPr lang="de-DE" sz="2000"/>
            <a:t>Discussion by stream types</a:t>
          </a:r>
        </a:p>
      </dgm:t>
    </dgm:pt>
    <dgm:pt modelId="{DBFC4A8C-0859-477C-AC89-494D20427F36}" type="parTrans" cxnId="{9B57EF74-9103-4F9B-BD27-A8BB609BD3B1}">
      <dgm:prSet/>
      <dgm:spPr/>
      <dgm:t>
        <a:bodyPr/>
        <a:lstStyle/>
        <a:p>
          <a:endParaRPr lang="de-DE"/>
        </a:p>
      </dgm:t>
    </dgm:pt>
    <dgm:pt modelId="{51D9D28D-7CDD-4AF1-BC1A-1DB157D40EED}" type="sibTrans" cxnId="{9B57EF74-9103-4F9B-BD27-A8BB609BD3B1}">
      <dgm:prSet/>
      <dgm:spPr/>
      <dgm:t>
        <a:bodyPr/>
        <a:lstStyle/>
        <a:p>
          <a:endParaRPr lang="de-DE"/>
        </a:p>
      </dgm:t>
    </dgm:pt>
    <dgm:pt modelId="{BEB9E42A-ED82-4DBD-AE09-2CC11C466063}" type="pres">
      <dgm:prSet presAssocID="{9FECDB90-BD4A-4871-B217-22E59CA8C5D3}" presName="Name0" presStyleCnt="0">
        <dgm:presLayoutVars>
          <dgm:dir/>
          <dgm:animLvl val="lvl"/>
          <dgm:resizeHandles val="exact"/>
        </dgm:presLayoutVars>
      </dgm:prSet>
      <dgm:spPr/>
    </dgm:pt>
    <dgm:pt modelId="{7F61C45A-975E-4EA1-A336-F82A2E2A80A5}" type="pres">
      <dgm:prSet presAssocID="{79D7F31F-FC13-4ACA-8E83-ABF820455AD2}" presName="compositeNode" presStyleCnt="0">
        <dgm:presLayoutVars>
          <dgm:bulletEnabled val="1"/>
        </dgm:presLayoutVars>
      </dgm:prSet>
      <dgm:spPr/>
    </dgm:pt>
    <dgm:pt modelId="{08F71ED7-D18B-4FE8-8207-7D3435E3ECF5}" type="pres">
      <dgm:prSet presAssocID="{79D7F31F-FC13-4ACA-8E83-ABF820455AD2}" presName="bgRect" presStyleLbl="node1" presStyleIdx="0" presStyleCnt="3"/>
      <dgm:spPr/>
    </dgm:pt>
    <dgm:pt modelId="{3A659B43-0366-4914-9058-55A72C019859}" type="pres">
      <dgm:prSet presAssocID="{79D7F31F-FC13-4ACA-8E83-ABF820455AD2}" presName="parentNode" presStyleLbl="node1" presStyleIdx="0" presStyleCnt="3">
        <dgm:presLayoutVars>
          <dgm:chMax val="0"/>
          <dgm:bulletEnabled val="1"/>
        </dgm:presLayoutVars>
      </dgm:prSet>
      <dgm:spPr/>
    </dgm:pt>
    <dgm:pt modelId="{084B6F81-CC21-4078-8216-06A73497E43A}" type="pres">
      <dgm:prSet presAssocID="{79D7F31F-FC13-4ACA-8E83-ABF820455AD2}" presName="childNode" presStyleLbl="node1" presStyleIdx="0" presStyleCnt="3">
        <dgm:presLayoutVars>
          <dgm:bulletEnabled val="1"/>
        </dgm:presLayoutVars>
      </dgm:prSet>
      <dgm:spPr/>
    </dgm:pt>
    <dgm:pt modelId="{2F0E7768-5910-41E5-B5BD-5CB85A22A788}" type="pres">
      <dgm:prSet presAssocID="{09996C2B-6F47-44E8-97C4-01E7B3726C06}" presName="hSp" presStyleCnt="0"/>
      <dgm:spPr/>
    </dgm:pt>
    <dgm:pt modelId="{2C7A7EF3-C521-4645-8564-29FF1674C0B6}" type="pres">
      <dgm:prSet presAssocID="{09996C2B-6F47-44E8-97C4-01E7B3726C06}" presName="vProcSp" presStyleCnt="0"/>
      <dgm:spPr/>
    </dgm:pt>
    <dgm:pt modelId="{EF395F96-47C8-4ADA-AA29-870D7E17CF7A}" type="pres">
      <dgm:prSet presAssocID="{09996C2B-6F47-44E8-97C4-01E7B3726C06}" presName="vSp1" presStyleCnt="0"/>
      <dgm:spPr/>
    </dgm:pt>
    <dgm:pt modelId="{E9CF4CFA-38D2-4BB1-B8D2-8A934CEDD278}" type="pres">
      <dgm:prSet presAssocID="{09996C2B-6F47-44E8-97C4-01E7B3726C06}" presName="simulatedConn" presStyleLbl="solidFgAcc1" presStyleIdx="0" presStyleCnt="2"/>
      <dgm:spPr/>
    </dgm:pt>
    <dgm:pt modelId="{31DB9A16-792B-42B8-A1D6-4F26DBDEF544}" type="pres">
      <dgm:prSet presAssocID="{09996C2B-6F47-44E8-97C4-01E7B3726C06}" presName="vSp2" presStyleCnt="0"/>
      <dgm:spPr/>
    </dgm:pt>
    <dgm:pt modelId="{9B803A8D-BD5C-40B2-ADCA-BB1A80C4A97A}" type="pres">
      <dgm:prSet presAssocID="{09996C2B-6F47-44E8-97C4-01E7B3726C06}" presName="sibTrans" presStyleCnt="0"/>
      <dgm:spPr/>
    </dgm:pt>
    <dgm:pt modelId="{907B1721-04B3-44B7-832C-4A8C588D948B}" type="pres">
      <dgm:prSet presAssocID="{A10E2128-9045-4539-83C3-54CEEF7495B3}" presName="compositeNode" presStyleCnt="0">
        <dgm:presLayoutVars>
          <dgm:bulletEnabled val="1"/>
        </dgm:presLayoutVars>
      </dgm:prSet>
      <dgm:spPr/>
    </dgm:pt>
    <dgm:pt modelId="{CDE740B8-1460-47E2-85A8-B38F48961A43}" type="pres">
      <dgm:prSet presAssocID="{A10E2128-9045-4539-83C3-54CEEF7495B3}" presName="bgRect" presStyleLbl="node1" presStyleIdx="1" presStyleCnt="3"/>
      <dgm:spPr/>
    </dgm:pt>
    <dgm:pt modelId="{382A4633-71A0-4241-A92C-CD12E408FD2A}" type="pres">
      <dgm:prSet presAssocID="{A10E2128-9045-4539-83C3-54CEEF7495B3}" presName="parentNode" presStyleLbl="node1" presStyleIdx="1" presStyleCnt="3">
        <dgm:presLayoutVars>
          <dgm:chMax val="0"/>
          <dgm:bulletEnabled val="1"/>
        </dgm:presLayoutVars>
      </dgm:prSet>
      <dgm:spPr/>
    </dgm:pt>
    <dgm:pt modelId="{94E60645-6721-4A21-9012-AB0EA62B7F62}" type="pres">
      <dgm:prSet presAssocID="{A10E2128-9045-4539-83C3-54CEEF7495B3}" presName="childNode" presStyleLbl="node1" presStyleIdx="1" presStyleCnt="3">
        <dgm:presLayoutVars>
          <dgm:bulletEnabled val="1"/>
        </dgm:presLayoutVars>
      </dgm:prSet>
      <dgm:spPr/>
    </dgm:pt>
    <dgm:pt modelId="{E765CEE1-F8D1-4861-92D1-521C99C179C7}" type="pres">
      <dgm:prSet presAssocID="{994948DE-3795-452E-BEC2-20C3D50A4F36}" presName="hSp" presStyleCnt="0"/>
      <dgm:spPr/>
    </dgm:pt>
    <dgm:pt modelId="{9541B748-BE29-434B-851D-428D2A5933E0}" type="pres">
      <dgm:prSet presAssocID="{994948DE-3795-452E-BEC2-20C3D50A4F36}" presName="vProcSp" presStyleCnt="0"/>
      <dgm:spPr/>
    </dgm:pt>
    <dgm:pt modelId="{5CBB2569-60D4-4F52-9A9F-9AB23D73F4C8}" type="pres">
      <dgm:prSet presAssocID="{994948DE-3795-452E-BEC2-20C3D50A4F36}" presName="vSp1" presStyleCnt="0"/>
      <dgm:spPr/>
    </dgm:pt>
    <dgm:pt modelId="{8AC84703-50B0-4614-A8D5-7C86884E860E}" type="pres">
      <dgm:prSet presAssocID="{994948DE-3795-452E-BEC2-20C3D50A4F36}" presName="simulatedConn" presStyleLbl="solidFgAcc1" presStyleIdx="1" presStyleCnt="2"/>
      <dgm:spPr/>
    </dgm:pt>
    <dgm:pt modelId="{CCE5D837-B26A-4636-8B91-EBF74854111D}" type="pres">
      <dgm:prSet presAssocID="{994948DE-3795-452E-BEC2-20C3D50A4F36}" presName="vSp2" presStyleCnt="0"/>
      <dgm:spPr/>
    </dgm:pt>
    <dgm:pt modelId="{322344F3-71B7-41B8-915F-3883CC5DB414}" type="pres">
      <dgm:prSet presAssocID="{994948DE-3795-452E-BEC2-20C3D50A4F36}" presName="sibTrans" presStyleCnt="0"/>
      <dgm:spPr/>
    </dgm:pt>
    <dgm:pt modelId="{02FD8752-8A0F-4514-B683-2967A6F82C6A}" type="pres">
      <dgm:prSet presAssocID="{6E2F1F0B-F3E3-424A-9F60-2805DFAF4180}" presName="compositeNode" presStyleCnt="0">
        <dgm:presLayoutVars>
          <dgm:bulletEnabled val="1"/>
        </dgm:presLayoutVars>
      </dgm:prSet>
      <dgm:spPr/>
    </dgm:pt>
    <dgm:pt modelId="{AE6CCC9B-0CD1-4B09-9EB7-E5AD262301CD}" type="pres">
      <dgm:prSet presAssocID="{6E2F1F0B-F3E3-424A-9F60-2805DFAF4180}" presName="bgRect" presStyleLbl="node1" presStyleIdx="2" presStyleCnt="3"/>
      <dgm:spPr/>
    </dgm:pt>
    <dgm:pt modelId="{2CA925A6-CE05-489F-AA38-63A32E8AB8B8}" type="pres">
      <dgm:prSet presAssocID="{6E2F1F0B-F3E3-424A-9F60-2805DFAF4180}" presName="parentNode" presStyleLbl="node1" presStyleIdx="2" presStyleCnt="3">
        <dgm:presLayoutVars>
          <dgm:chMax val="0"/>
          <dgm:bulletEnabled val="1"/>
        </dgm:presLayoutVars>
      </dgm:prSet>
      <dgm:spPr/>
    </dgm:pt>
    <dgm:pt modelId="{028FE5A3-1D0B-4D3D-B2EB-FBE89595464B}" type="pres">
      <dgm:prSet presAssocID="{6E2F1F0B-F3E3-424A-9F60-2805DFAF4180}" presName="childNode" presStyleLbl="node1" presStyleIdx="2" presStyleCnt="3">
        <dgm:presLayoutVars>
          <dgm:bulletEnabled val="1"/>
        </dgm:presLayoutVars>
      </dgm:prSet>
      <dgm:spPr/>
    </dgm:pt>
  </dgm:ptLst>
  <dgm:cxnLst>
    <dgm:cxn modelId="{3D69C505-DD87-4C2D-B6B0-3A2B9A7F5A8A}" srcId="{A10E2128-9045-4539-83C3-54CEEF7495B3}" destId="{215E8BFC-73C7-4D1E-9A82-C57F6EA1C285}" srcOrd="0" destOrd="0" parTransId="{C8718D45-3DC0-477B-8845-F2A764F85491}" sibTransId="{A2FB3D6F-5D8F-46CC-BC6F-4A3558550F11}"/>
    <dgm:cxn modelId="{0A3ACF0B-5B8E-4D99-A1B9-E700B0E5BC54}" type="presOf" srcId="{9FECDB90-BD4A-4871-B217-22E59CA8C5D3}" destId="{BEB9E42A-ED82-4DBD-AE09-2CC11C466063}" srcOrd="0" destOrd="0" presId="urn:microsoft.com/office/officeart/2005/8/layout/hProcess7"/>
    <dgm:cxn modelId="{5EAB591C-2DA5-4966-BB40-674EFA0209BF}" srcId="{F32822F2-BA28-4A32-A3E7-ADC6A70833C1}" destId="{1DA9163D-574A-4F81-B9B5-5229490D616C}" srcOrd="0" destOrd="0" parTransId="{51A01DE5-F0EB-449A-A99F-C89D401C1FC6}" sibTransId="{447DD1FE-CCE3-4157-A20F-CA757FDB27B3}"/>
    <dgm:cxn modelId="{937BE81D-86C8-4EAC-87EB-896D0121F330}" type="presOf" srcId="{A10E2128-9045-4539-83C3-54CEEF7495B3}" destId="{CDE740B8-1460-47E2-85A8-B38F48961A43}" srcOrd="0" destOrd="0" presId="urn:microsoft.com/office/officeart/2005/8/layout/hProcess7"/>
    <dgm:cxn modelId="{82D42025-1497-405F-B7F4-D34C4860D56F}" type="presOf" srcId="{C558C27D-CE7C-4DA7-9FB3-FBB9C88EB2DC}" destId="{084B6F81-CC21-4078-8216-06A73497E43A}" srcOrd="0" destOrd="1" presId="urn:microsoft.com/office/officeart/2005/8/layout/hProcess7"/>
    <dgm:cxn modelId="{0B88492E-D182-4C43-A6F9-11F1B5B60374}" srcId="{EFE4CA0C-4F7E-42FD-925E-547F542D633C}" destId="{304A837F-C0AE-49A7-8661-1CC4C67B2DE9}" srcOrd="2" destOrd="0" parTransId="{EDCDC3C2-0003-471D-B4DF-74452F6B6CD5}" sibTransId="{CF832051-3C06-49A1-8199-DBB685C14B74}"/>
    <dgm:cxn modelId="{99F2D03B-7330-416E-997B-F989ACD8C7AA}" type="presOf" srcId="{A10E2128-9045-4539-83C3-54CEEF7495B3}" destId="{382A4633-71A0-4241-A92C-CD12E408FD2A}" srcOrd="1" destOrd="0" presId="urn:microsoft.com/office/officeart/2005/8/layout/hProcess7"/>
    <dgm:cxn modelId="{9E0ACC3C-4E17-443E-B5D1-798F70409507}" type="presOf" srcId="{B289594E-37A5-42C1-BBEB-2C16E373B63E}" destId="{028FE5A3-1D0B-4D3D-B2EB-FBE89595464B}" srcOrd="0" destOrd="2" presId="urn:microsoft.com/office/officeart/2005/8/layout/hProcess7"/>
    <dgm:cxn modelId="{E71C933E-B31A-4975-B6A6-2E7A9A0134B0}" srcId="{6E2F1F0B-F3E3-424A-9F60-2805DFAF4180}" destId="{F32822F2-BA28-4A32-A3E7-ADC6A70833C1}" srcOrd="0" destOrd="0" parTransId="{E3066159-4E7A-40B4-9BAC-CE4F14372EF3}" sibTransId="{3F5B9D91-AFD7-43AC-A972-F269D546A8A1}"/>
    <dgm:cxn modelId="{135F2361-4659-403E-8084-A88496089504}" type="presOf" srcId="{2C50F271-93EF-4527-8C8B-07F0D1A5DBA9}" destId="{94E60645-6721-4A21-9012-AB0EA62B7F62}" srcOrd="0" destOrd="3" presId="urn:microsoft.com/office/officeart/2005/8/layout/hProcess7"/>
    <dgm:cxn modelId="{C6F39942-6249-46D7-AA66-D2EEE46F647F}" type="presOf" srcId="{E6F5BBBE-F2A2-43AA-8A62-5A7DFECA5FE6}" destId="{94E60645-6721-4A21-9012-AB0EA62B7F62}" srcOrd="0" destOrd="1" presId="urn:microsoft.com/office/officeart/2005/8/layout/hProcess7"/>
    <dgm:cxn modelId="{80EFC963-04D2-4925-BF25-AE83500B42CC}" type="presOf" srcId="{FA4A1B4C-707B-4F8B-9F6D-E9C30501CAA7}" destId="{94E60645-6721-4A21-9012-AB0EA62B7F62}" srcOrd="0" destOrd="2" presId="urn:microsoft.com/office/officeart/2005/8/layout/hProcess7"/>
    <dgm:cxn modelId="{C6C53464-3291-437D-A59F-C99A8544CCB4}" type="presOf" srcId="{6E2F1F0B-F3E3-424A-9F60-2805DFAF4180}" destId="{2CA925A6-CE05-489F-AA38-63A32E8AB8B8}" srcOrd="1" destOrd="0" presId="urn:microsoft.com/office/officeart/2005/8/layout/hProcess7"/>
    <dgm:cxn modelId="{48CF1568-DAA9-4F76-9CC1-15434EFDC14F}" srcId="{EFE4CA0C-4F7E-42FD-925E-547F542D633C}" destId="{13B7FCAA-5633-45EA-9210-CA371D24B451}" srcOrd="1" destOrd="0" parTransId="{F4C8D466-A291-4DA3-BE42-4DCC8EB75A06}" sibTransId="{1BAF6EA2-CF20-4F45-BC7B-991987C99AC9}"/>
    <dgm:cxn modelId="{E47FF44A-E64A-42E7-803A-546F21F2C96D}" srcId="{9FECDB90-BD4A-4871-B217-22E59CA8C5D3}" destId="{79D7F31F-FC13-4ACA-8E83-ABF820455AD2}" srcOrd="0" destOrd="0" parTransId="{951D0D89-8326-444E-82BE-111914C159FD}" sibTransId="{09996C2B-6F47-44E8-97C4-01E7B3726C06}"/>
    <dgm:cxn modelId="{BB5A066B-DF65-4A3A-8093-4F1F5BBBD8AB}" srcId="{9FECDB90-BD4A-4871-B217-22E59CA8C5D3}" destId="{A10E2128-9045-4539-83C3-54CEEF7495B3}" srcOrd="1" destOrd="0" parTransId="{9EAD4838-851D-4410-B952-188FF03AC1F4}" sibTransId="{994948DE-3795-452E-BEC2-20C3D50A4F36}"/>
    <dgm:cxn modelId="{A769B151-E6B0-448B-B1EB-BD833F504B1B}" type="presOf" srcId="{79D7F31F-FC13-4ACA-8E83-ABF820455AD2}" destId="{08F71ED7-D18B-4FE8-8207-7D3435E3ECF5}" srcOrd="0" destOrd="0" presId="urn:microsoft.com/office/officeart/2005/8/layout/hProcess7"/>
    <dgm:cxn modelId="{D9342C52-3127-4DDE-B877-D9CA0A7628A7}" type="presOf" srcId="{79D7F31F-FC13-4ACA-8E83-ABF820455AD2}" destId="{3A659B43-0366-4914-9058-55A72C019859}" srcOrd="1" destOrd="0" presId="urn:microsoft.com/office/officeart/2005/8/layout/hProcess7"/>
    <dgm:cxn modelId="{57267552-86B4-4A67-A701-BCC62A418ADB}" type="presOf" srcId="{6E2F1F0B-F3E3-424A-9F60-2805DFAF4180}" destId="{AE6CCC9B-0CD1-4B09-9EB7-E5AD262301CD}" srcOrd="0" destOrd="0" presId="urn:microsoft.com/office/officeart/2005/8/layout/hProcess7"/>
    <dgm:cxn modelId="{9B57EF74-9103-4F9B-BD27-A8BB609BD3B1}" srcId="{215E8BFC-73C7-4D1E-9A82-C57F6EA1C285}" destId="{2C50F271-93EF-4527-8C8B-07F0D1A5DBA9}" srcOrd="2" destOrd="0" parTransId="{DBFC4A8C-0859-477C-AC89-494D20427F36}" sibTransId="{51D9D28D-7CDD-4AF1-BC1A-1DB157D40EED}"/>
    <dgm:cxn modelId="{9EDC3B57-2C33-491D-AF89-A541287BB88E}" type="presOf" srcId="{304A837F-C0AE-49A7-8661-1CC4C67B2DE9}" destId="{084B6F81-CC21-4078-8216-06A73497E43A}" srcOrd="0" destOrd="3" presId="urn:microsoft.com/office/officeart/2005/8/layout/hProcess7"/>
    <dgm:cxn modelId="{AABB7857-5803-4E12-AAE5-A3DB1CADB600}" srcId="{9FECDB90-BD4A-4871-B217-22E59CA8C5D3}" destId="{6E2F1F0B-F3E3-424A-9F60-2805DFAF4180}" srcOrd="2" destOrd="0" parTransId="{34783929-A46C-487B-B91B-1246B9A06CE4}" sibTransId="{8C5CC69C-58CB-46C1-B104-3333082BDAF0}"/>
    <dgm:cxn modelId="{2ADB9A57-3307-4052-9D56-ED043E7B3800}" srcId="{F32822F2-BA28-4A32-A3E7-ADC6A70833C1}" destId="{463CBB3F-5257-4D49-926A-98443F20A383}" srcOrd="2" destOrd="0" parTransId="{19FC05C6-A54B-4BE5-9AA1-98762352EB60}" sibTransId="{74640672-7A2D-4DA3-BDDF-E0B7C6DE40F0}"/>
    <dgm:cxn modelId="{8AB12B59-435A-494A-AC30-3200A59B1F5B}" srcId="{215E8BFC-73C7-4D1E-9A82-C57F6EA1C285}" destId="{FA4A1B4C-707B-4F8B-9F6D-E9C30501CAA7}" srcOrd="1" destOrd="0" parTransId="{BABC9510-5CF2-4D9C-A248-B4182921E373}" sibTransId="{59E13AA6-21AE-4487-A3D0-F7289ADF562A}"/>
    <dgm:cxn modelId="{12474080-A917-4076-A9F1-35EABCCF58AF}" type="presOf" srcId="{1DA9163D-574A-4F81-B9B5-5229490D616C}" destId="{028FE5A3-1D0B-4D3D-B2EB-FBE89595464B}" srcOrd="0" destOrd="1" presId="urn:microsoft.com/office/officeart/2005/8/layout/hProcess7"/>
    <dgm:cxn modelId="{2C18FA9D-4545-4B82-A85B-568F4D4F5C63}" srcId="{79D7F31F-FC13-4ACA-8E83-ABF820455AD2}" destId="{EFE4CA0C-4F7E-42FD-925E-547F542D633C}" srcOrd="0" destOrd="0" parTransId="{5E3E199F-F258-40ED-8712-D40F7A453BD5}" sibTransId="{BB2EA064-7818-48C2-853F-65C4AC4306FA}"/>
    <dgm:cxn modelId="{C27849A3-9A13-4D29-86BF-A1043DAB6550}" srcId="{EFE4CA0C-4F7E-42FD-925E-547F542D633C}" destId="{C558C27D-CE7C-4DA7-9FB3-FBB9C88EB2DC}" srcOrd="0" destOrd="0" parTransId="{BC73E3DA-E738-41B3-BA7C-D246BBD1857D}" sibTransId="{C969E14A-7185-414A-9310-F1C991FC5F6B}"/>
    <dgm:cxn modelId="{DD8F33A4-4AD8-40E3-9847-ED5C5F6B47F7}" type="presOf" srcId="{13B7FCAA-5633-45EA-9210-CA371D24B451}" destId="{084B6F81-CC21-4078-8216-06A73497E43A}" srcOrd="0" destOrd="2" presId="urn:microsoft.com/office/officeart/2005/8/layout/hProcess7"/>
    <dgm:cxn modelId="{55B184AD-2650-4AF6-8AE7-2E0D94485538}" type="presOf" srcId="{463CBB3F-5257-4D49-926A-98443F20A383}" destId="{028FE5A3-1D0B-4D3D-B2EB-FBE89595464B}" srcOrd="0" destOrd="3" presId="urn:microsoft.com/office/officeart/2005/8/layout/hProcess7"/>
    <dgm:cxn modelId="{E26128B5-AF98-40B0-9E6E-ED11D486DB42}" srcId="{215E8BFC-73C7-4D1E-9A82-C57F6EA1C285}" destId="{E6F5BBBE-F2A2-43AA-8A62-5A7DFECA5FE6}" srcOrd="0" destOrd="0" parTransId="{7E41AED1-5010-452A-8121-919848AFA4B0}" sibTransId="{2940DDEE-C78E-415B-AFBA-B74DEFD658EC}"/>
    <dgm:cxn modelId="{2236C3C5-DAF6-40B5-A463-52EE88595037}" type="presOf" srcId="{215E8BFC-73C7-4D1E-9A82-C57F6EA1C285}" destId="{94E60645-6721-4A21-9012-AB0EA62B7F62}" srcOrd="0" destOrd="0" presId="urn:microsoft.com/office/officeart/2005/8/layout/hProcess7"/>
    <dgm:cxn modelId="{1DB275E5-B6E6-4388-8443-9ACB0C9E3963}" type="presOf" srcId="{EFE4CA0C-4F7E-42FD-925E-547F542D633C}" destId="{084B6F81-CC21-4078-8216-06A73497E43A}" srcOrd="0" destOrd="0" presId="urn:microsoft.com/office/officeart/2005/8/layout/hProcess7"/>
    <dgm:cxn modelId="{6682ECF5-5B01-41EE-B6D8-EECA54C50CDC}" srcId="{F32822F2-BA28-4A32-A3E7-ADC6A70833C1}" destId="{B289594E-37A5-42C1-BBEB-2C16E373B63E}" srcOrd="1" destOrd="0" parTransId="{45B3B468-11AE-49FB-A384-DBDC24D524DA}" sibTransId="{5439834D-8EA6-4A8F-86DC-FDAE7C3B0B7D}"/>
    <dgm:cxn modelId="{F88F7AFA-3DE2-482F-89AA-C5E95981B72A}" type="presOf" srcId="{F32822F2-BA28-4A32-A3E7-ADC6A70833C1}" destId="{028FE5A3-1D0B-4D3D-B2EB-FBE89595464B}" srcOrd="0" destOrd="0" presId="urn:microsoft.com/office/officeart/2005/8/layout/hProcess7"/>
    <dgm:cxn modelId="{17389EF7-A0CB-4C74-8CC0-F957D3D80DE7}" type="presParOf" srcId="{BEB9E42A-ED82-4DBD-AE09-2CC11C466063}" destId="{7F61C45A-975E-4EA1-A336-F82A2E2A80A5}" srcOrd="0" destOrd="0" presId="urn:microsoft.com/office/officeart/2005/8/layout/hProcess7"/>
    <dgm:cxn modelId="{206C2DBA-7186-450E-BAB6-4E8454B99A8A}" type="presParOf" srcId="{7F61C45A-975E-4EA1-A336-F82A2E2A80A5}" destId="{08F71ED7-D18B-4FE8-8207-7D3435E3ECF5}" srcOrd="0" destOrd="0" presId="urn:microsoft.com/office/officeart/2005/8/layout/hProcess7"/>
    <dgm:cxn modelId="{FFDB5271-F4B8-4379-BA59-6DB0735B64FB}" type="presParOf" srcId="{7F61C45A-975E-4EA1-A336-F82A2E2A80A5}" destId="{3A659B43-0366-4914-9058-55A72C019859}" srcOrd="1" destOrd="0" presId="urn:microsoft.com/office/officeart/2005/8/layout/hProcess7"/>
    <dgm:cxn modelId="{0F1CC227-13A4-466B-BAE6-38968859A66D}" type="presParOf" srcId="{7F61C45A-975E-4EA1-A336-F82A2E2A80A5}" destId="{084B6F81-CC21-4078-8216-06A73497E43A}" srcOrd="2" destOrd="0" presId="urn:microsoft.com/office/officeart/2005/8/layout/hProcess7"/>
    <dgm:cxn modelId="{BA3E8CA3-F011-4C10-BB19-515FAE45AC4A}" type="presParOf" srcId="{BEB9E42A-ED82-4DBD-AE09-2CC11C466063}" destId="{2F0E7768-5910-41E5-B5BD-5CB85A22A788}" srcOrd="1" destOrd="0" presId="urn:microsoft.com/office/officeart/2005/8/layout/hProcess7"/>
    <dgm:cxn modelId="{64CB327B-60BE-432D-A69F-0A19F91CE94A}" type="presParOf" srcId="{BEB9E42A-ED82-4DBD-AE09-2CC11C466063}" destId="{2C7A7EF3-C521-4645-8564-29FF1674C0B6}" srcOrd="2" destOrd="0" presId="urn:microsoft.com/office/officeart/2005/8/layout/hProcess7"/>
    <dgm:cxn modelId="{F7E3C84C-FD2F-44C8-B878-ECCE7783AB3F}" type="presParOf" srcId="{2C7A7EF3-C521-4645-8564-29FF1674C0B6}" destId="{EF395F96-47C8-4ADA-AA29-870D7E17CF7A}" srcOrd="0" destOrd="0" presId="urn:microsoft.com/office/officeart/2005/8/layout/hProcess7"/>
    <dgm:cxn modelId="{6FF6CD20-8491-4D70-ABC4-EFF0F23BF364}" type="presParOf" srcId="{2C7A7EF3-C521-4645-8564-29FF1674C0B6}" destId="{E9CF4CFA-38D2-4BB1-B8D2-8A934CEDD278}" srcOrd="1" destOrd="0" presId="urn:microsoft.com/office/officeart/2005/8/layout/hProcess7"/>
    <dgm:cxn modelId="{0B20EA8A-683C-41FD-BF2D-8B42DB25A0EE}" type="presParOf" srcId="{2C7A7EF3-C521-4645-8564-29FF1674C0B6}" destId="{31DB9A16-792B-42B8-A1D6-4F26DBDEF544}" srcOrd="2" destOrd="0" presId="urn:microsoft.com/office/officeart/2005/8/layout/hProcess7"/>
    <dgm:cxn modelId="{753DA3E7-08E0-430A-8BD8-80421C9E6AC8}" type="presParOf" srcId="{BEB9E42A-ED82-4DBD-AE09-2CC11C466063}" destId="{9B803A8D-BD5C-40B2-ADCA-BB1A80C4A97A}" srcOrd="3" destOrd="0" presId="urn:microsoft.com/office/officeart/2005/8/layout/hProcess7"/>
    <dgm:cxn modelId="{E84A6FA8-9C3D-4B4D-A0E2-765FD7FE72A1}" type="presParOf" srcId="{BEB9E42A-ED82-4DBD-AE09-2CC11C466063}" destId="{907B1721-04B3-44B7-832C-4A8C588D948B}" srcOrd="4" destOrd="0" presId="urn:microsoft.com/office/officeart/2005/8/layout/hProcess7"/>
    <dgm:cxn modelId="{F3C9EAB1-8F81-4E3A-9A46-D0E55B5927E1}" type="presParOf" srcId="{907B1721-04B3-44B7-832C-4A8C588D948B}" destId="{CDE740B8-1460-47E2-85A8-B38F48961A43}" srcOrd="0" destOrd="0" presId="urn:microsoft.com/office/officeart/2005/8/layout/hProcess7"/>
    <dgm:cxn modelId="{4D25E48A-5A41-4FC6-83FE-569F10910BCF}" type="presParOf" srcId="{907B1721-04B3-44B7-832C-4A8C588D948B}" destId="{382A4633-71A0-4241-A92C-CD12E408FD2A}" srcOrd="1" destOrd="0" presId="urn:microsoft.com/office/officeart/2005/8/layout/hProcess7"/>
    <dgm:cxn modelId="{957707DC-7463-45DC-AF40-4BBA5144C51E}" type="presParOf" srcId="{907B1721-04B3-44B7-832C-4A8C588D948B}" destId="{94E60645-6721-4A21-9012-AB0EA62B7F62}" srcOrd="2" destOrd="0" presId="urn:microsoft.com/office/officeart/2005/8/layout/hProcess7"/>
    <dgm:cxn modelId="{754A2E1D-EA22-47BF-9DC4-0DD81C697712}" type="presParOf" srcId="{BEB9E42A-ED82-4DBD-AE09-2CC11C466063}" destId="{E765CEE1-F8D1-4861-92D1-521C99C179C7}" srcOrd="5" destOrd="0" presId="urn:microsoft.com/office/officeart/2005/8/layout/hProcess7"/>
    <dgm:cxn modelId="{5CF16DE8-960A-4099-8CD7-7DE8A90EECD5}" type="presParOf" srcId="{BEB9E42A-ED82-4DBD-AE09-2CC11C466063}" destId="{9541B748-BE29-434B-851D-428D2A5933E0}" srcOrd="6" destOrd="0" presId="urn:microsoft.com/office/officeart/2005/8/layout/hProcess7"/>
    <dgm:cxn modelId="{D74C6513-E6E5-4267-9196-E019CC214FF2}" type="presParOf" srcId="{9541B748-BE29-434B-851D-428D2A5933E0}" destId="{5CBB2569-60D4-4F52-9A9F-9AB23D73F4C8}" srcOrd="0" destOrd="0" presId="urn:microsoft.com/office/officeart/2005/8/layout/hProcess7"/>
    <dgm:cxn modelId="{241569E9-B372-4B88-B6D2-D5B5D62C03BD}" type="presParOf" srcId="{9541B748-BE29-434B-851D-428D2A5933E0}" destId="{8AC84703-50B0-4614-A8D5-7C86884E860E}" srcOrd="1" destOrd="0" presId="urn:microsoft.com/office/officeart/2005/8/layout/hProcess7"/>
    <dgm:cxn modelId="{7E4C2542-A2CF-42EC-A02B-ACC523708C83}" type="presParOf" srcId="{9541B748-BE29-434B-851D-428D2A5933E0}" destId="{CCE5D837-B26A-4636-8B91-EBF74854111D}" srcOrd="2" destOrd="0" presId="urn:microsoft.com/office/officeart/2005/8/layout/hProcess7"/>
    <dgm:cxn modelId="{C63DF02D-77FB-4A56-AE94-782ABF9DA0ED}" type="presParOf" srcId="{BEB9E42A-ED82-4DBD-AE09-2CC11C466063}" destId="{322344F3-71B7-41B8-915F-3883CC5DB414}" srcOrd="7" destOrd="0" presId="urn:microsoft.com/office/officeart/2005/8/layout/hProcess7"/>
    <dgm:cxn modelId="{7C67A33F-0D87-457A-9782-92D24E7F746C}" type="presParOf" srcId="{BEB9E42A-ED82-4DBD-AE09-2CC11C466063}" destId="{02FD8752-8A0F-4514-B683-2967A6F82C6A}" srcOrd="8" destOrd="0" presId="urn:microsoft.com/office/officeart/2005/8/layout/hProcess7"/>
    <dgm:cxn modelId="{39E960E2-C22E-452B-BA33-9D51181BA057}" type="presParOf" srcId="{02FD8752-8A0F-4514-B683-2967A6F82C6A}" destId="{AE6CCC9B-0CD1-4B09-9EB7-E5AD262301CD}" srcOrd="0" destOrd="0" presId="urn:microsoft.com/office/officeart/2005/8/layout/hProcess7"/>
    <dgm:cxn modelId="{3C2287E5-E443-49BC-8AEE-2523311C56F2}" type="presParOf" srcId="{02FD8752-8A0F-4514-B683-2967A6F82C6A}" destId="{2CA925A6-CE05-489F-AA38-63A32E8AB8B8}" srcOrd="1" destOrd="0" presId="urn:microsoft.com/office/officeart/2005/8/layout/hProcess7"/>
    <dgm:cxn modelId="{D54931F2-AE9A-410A-96E6-6C4E49C4975E}" type="presParOf" srcId="{02FD8752-8A0F-4514-B683-2967A6F82C6A}" destId="{028FE5A3-1D0B-4D3D-B2EB-FBE89595464B}" srcOrd="2" destOrd="0" presId="urn:microsoft.com/office/officeart/2005/8/layout/hProcess7"/>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8F71ED7-D18B-4FE8-8207-7D3435E3ECF5}">
      <dsp:nvSpPr>
        <dsp:cNvPr id="0" name=""/>
        <dsp:cNvSpPr/>
      </dsp:nvSpPr>
      <dsp:spPr>
        <a:xfrm>
          <a:off x="647" y="388350"/>
          <a:ext cx="2785718" cy="3342862"/>
        </a:xfrm>
        <a:prstGeom prst="roundRect">
          <a:avLst>
            <a:gd name="adj" fmla="val 5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0" tIns="106299" rIns="137795" bIns="0" numCol="1" spcCol="1270" anchor="t" anchorCtr="0">
          <a:noAutofit/>
        </a:bodyPr>
        <a:lstStyle/>
        <a:p>
          <a:pPr marL="0" lvl="0" indent="0" algn="r" defTabSz="1377950">
            <a:lnSpc>
              <a:spcPct val="90000"/>
            </a:lnSpc>
            <a:spcBef>
              <a:spcPct val="0"/>
            </a:spcBef>
            <a:spcAft>
              <a:spcPct val="35000"/>
            </a:spcAft>
            <a:buNone/>
          </a:pPr>
          <a:r>
            <a:rPr lang="de-DE" sz="3100" kern="1200"/>
            <a:t>Exposure</a:t>
          </a:r>
        </a:p>
      </dsp:txBody>
      <dsp:txXfrm rot="16200000">
        <a:off x="-1091354" y="1480352"/>
        <a:ext cx="2741146" cy="557143"/>
      </dsp:txXfrm>
    </dsp:sp>
    <dsp:sp modelId="{084B6F81-CC21-4078-8216-06A73497E43A}">
      <dsp:nvSpPr>
        <dsp:cNvPr id="0" name=""/>
        <dsp:cNvSpPr/>
      </dsp:nvSpPr>
      <dsp:spPr>
        <a:xfrm>
          <a:off x="557791" y="388350"/>
          <a:ext cx="2075360" cy="3342862"/>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0" tIns="109728" rIns="0" bIns="0" numCol="1" spcCol="1270" anchor="t" anchorCtr="0">
          <a:noAutofit/>
        </a:bodyPr>
        <a:lstStyle/>
        <a:p>
          <a:pPr marL="0" lvl="0" indent="0" algn="l" defTabSz="1422400">
            <a:lnSpc>
              <a:spcPct val="90000"/>
            </a:lnSpc>
            <a:spcBef>
              <a:spcPct val="0"/>
            </a:spcBef>
            <a:spcAft>
              <a:spcPct val="35000"/>
            </a:spcAft>
            <a:buNone/>
          </a:pPr>
          <a:r>
            <a:rPr lang="de-DE" sz="3200" b="1" kern="1200"/>
            <a:t>TER/RQ</a:t>
          </a:r>
          <a:br>
            <a:rPr lang="de-DE" sz="3200" b="1" kern="1200"/>
          </a:br>
          <a:endParaRPr lang="de-DE" sz="3200" b="1" kern="1200"/>
        </a:p>
        <a:p>
          <a:pPr marL="228600" lvl="1" indent="-228600" algn="l" defTabSz="889000">
            <a:lnSpc>
              <a:spcPct val="90000"/>
            </a:lnSpc>
            <a:spcBef>
              <a:spcPct val="0"/>
            </a:spcBef>
            <a:spcAft>
              <a:spcPct val="15000"/>
            </a:spcAft>
            <a:buChar char="•"/>
          </a:pPr>
          <a:r>
            <a:rPr lang="de-DE" sz="2000" kern="1200"/>
            <a:t>PECsw percentiles</a:t>
          </a:r>
        </a:p>
        <a:p>
          <a:pPr marL="228600" lvl="1" indent="-228600" algn="l" defTabSz="889000">
            <a:lnSpc>
              <a:spcPct val="90000"/>
            </a:lnSpc>
            <a:spcBef>
              <a:spcPct val="0"/>
            </a:spcBef>
            <a:spcAft>
              <a:spcPct val="15000"/>
            </a:spcAft>
            <a:buChar char="•"/>
          </a:pPr>
          <a:r>
            <a:rPr lang="de-DE" sz="2000" kern="1200"/>
            <a:t>RAC</a:t>
          </a:r>
        </a:p>
        <a:p>
          <a:pPr marL="228600" lvl="1" indent="-228600" algn="l" defTabSz="889000">
            <a:lnSpc>
              <a:spcPct val="90000"/>
            </a:lnSpc>
            <a:spcBef>
              <a:spcPct val="0"/>
            </a:spcBef>
            <a:spcAft>
              <a:spcPct val="15000"/>
            </a:spcAft>
            <a:buChar char="•"/>
          </a:pPr>
          <a:r>
            <a:rPr lang="de-DE" sz="2000" kern="1200"/>
            <a:t>TER/RQ</a:t>
          </a:r>
          <a:endParaRPr lang="de-DE" sz="2400" kern="1200"/>
        </a:p>
      </dsp:txBody>
      <dsp:txXfrm>
        <a:off x="557791" y="388350"/>
        <a:ext cx="2075360" cy="3342862"/>
      </dsp:txXfrm>
    </dsp:sp>
    <dsp:sp modelId="{CDE740B8-1460-47E2-85A8-B38F48961A43}">
      <dsp:nvSpPr>
        <dsp:cNvPr id="0" name=""/>
        <dsp:cNvSpPr/>
      </dsp:nvSpPr>
      <dsp:spPr>
        <a:xfrm>
          <a:off x="2883865" y="388350"/>
          <a:ext cx="2785718" cy="3342862"/>
        </a:xfrm>
        <a:prstGeom prst="roundRect">
          <a:avLst>
            <a:gd name="adj" fmla="val 5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0" tIns="106299" rIns="137795" bIns="0" numCol="1" spcCol="1270" anchor="t" anchorCtr="0">
          <a:noAutofit/>
        </a:bodyPr>
        <a:lstStyle/>
        <a:p>
          <a:pPr marL="0" lvl="0" indent="0" algn="r" defTabSz="1377950">
            <a:lnSpc>
              <a:spcPct val="90000"/>
            </a:lnSpc>
            <a:spcBef>
              <a:spcPct val="0"/>
            </a:spcBef>
            <a:spcAft>
              <a:spcPct val="35000"/>
            </a:spcAft>
            <a:buNone/>
          </a:pPr>
          <a:r>
            <a:rPr lang="de-DE" sz="3100" kern="1200"/>
            <a:t>Effect</a:t>
          </a:r>
        </a:p>
      </dsp:txBody>
      <dsp:txXfrm rot="16200000">
        <a:off x="1791864" y="1480352"/>
        <a:ext cx="2741146" cy="557143"/>
      </dsp:txXfrm>
    </dsp:sp>
    <dsp:sp modelId="{E9CF4CFA-38D2-4BB1-B8D2-8A934CEDD278}">
      <dsp:nvSpPr>
        <dsp:cNvPr id="0" name=""/>
        <dsp:cNvSpPr/>
      </dsp:nvSpPr>
      <dsp:spPr>
        <a:xfrm rot="5400000">
          <a:off x="2652279" y="3043758"/>
          <a:ext cx="491029" cy="417857"/>
        </a:xfrm>
        <a:prstGeom prst="flowChartExtract">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94E60645-6721-4A21-9012-AB0EA62B7F62}">
      <dsp:nvSpPr>
        <dsp:cNvPr id="0" name=""/>
        <dsp:cNvSpPr/>
      </dsp:nvSpPr>
      <dsp:spPr>
        <a:xfrm>
          <a:off x="3441009" y="388350"/>
          <a:ext cx="2075360" cy="3342862"/>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0" tIns="96012" rIns="0" bIns="0" numCol="1" spcCol="1270" anchor="t" anchorCtr="0">
          <a:noAutofit/>
        </a:bodyPr>
        <a:lstStyle/>
        <a:p>
          <a:pPr marL="0" lvl="0" indent="0" algn="l" defTabSz="1244600">
            <a:lnSpc>
              <a:spcPct val="90000"/>
            </a:lnSpc>
            <a:spcBef>
              <a:spcPct val="0"/>
            </a:spcBef>
            <a:spcAft>
              <a:spcPct val="35000"/>
            </a:spcAft>
            <a:buNone/>
          </a:pPr>
          <a:r>
            <a:rPr lang="de-DE" sz="2800" b="1" kern="1200"/>
            <a:t>Individual-level</a:t>
          </a:r>
        </a:p>
        <a:p>
          <a:pPr marL="228600" lvl="1" indent="-228600" algn="l" defTabSz="889000">
            <a:lnSpc>
              <a:spcPct val="90000"/>
            </a:lnSpc>
            <a:spcBef>
              <a:spcPct val="0"/>
            </a:spcBef>
            <a:spcAft>
              <a:spcPct val="15000"/>
            </a:spcAft>
            <a:buChar char="•"/>
          </a:pPr>
          <a:r>
            <a:rPr lang="de-DE" sz="2000" kern="1200"/>
            <a:t>Tier-2c </a:t>
          </a:r>
          <a:r>
            <a:rPr lang="de-DE" sz="1800" kern="1200"/>
            <a:t>at catchment-level</a:t>
          </a:r>
          <a:endParaRPr lang="de-DE" sz="2000" kern="1200"/>
        </a:p>
        <a:p>
          <a:pPr marL="228600" lvl="1" indent="-228600" algn="l" defTabSz="889000">
            <a:lnSpc>
              <a:spcPct val="90000"/>
            </a:lnSpc>
            <a:spcBef>
              <a:spcPct val="0"/>
            </a:spcBef>
            <a:spcAft>
              <a:spcPct val="15000"/>
            </a:spcAft>
            <a:buChar char="•"/>
          </a:pPr>
          <a:r>
            <a:rPr lang="de-DE" sz="2000" kern="1200"/>
            <a:t>LP50 percentiles</a:t>
          </a:r>
        </a:p>
        <a:p>
          <a:pPr marL="228600" lvl="1" indent="-228600" algn="l" defTabSz="889000">
            <a:lnSpc>
              <a:spcPct val="90000"/>
            </a:lnSpc>
            <a:spcBef>
              <a:spcPct val="0"/>
            </a:spcBef>
            <a:spcAft>
              <a:spcPct val="15000"/>
            </a:spcAft>
            <a:buChar char="•"/>
          </a:pPr>
          <a:r>
            <a:rPr lang="de-DE" sz="2000" kern="1200"/>
            <a:t>Discussion by stream types</a:t>
          </a:r>
        </a:p>
      </dsp:txBody>
      <dsp:txXfrm>
        <a:off x="3441009" y="388350"/>
        <a:ext cx="2075360" cy="3342862"/>
      </dsp:txXfrm>
    </dsp:sp>
    <dsp:sp modelId="{AE6CCC9B-0CD1-4B09-9EB7-E5AD262301CD}">
      <dsp:nvSpPr>
        <dsp:cNvPr id="0" name=""/>
        <dsp:cNvSpPr/>
      </dsp:nvSpPr>
      <dsp:spPr>
        <a:xfrm>
          <a:off x="5767084" y="388350"/>
          <a:ext cx="2785718" cy="3342862"/>
        </a:xfrm>
        <a:prstGeom prst="roundRect">
          <a:avLst>
            <a:gd name="adj" fmla="val 5000"/>
          </a:avLst>
        </a:prstGeom>
        <a:solidFill>
          <a:schemeClr val="accent1">
            <a:lumMod val="60000"/>
            <a:lumOff val="4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0" tIns="106299" rIns="137795" bIns="0" numCol="1" spcCol="1270" anchor="t" anchorCtr="0">
          <a:noAutofit/>
        </a:bodyPr>
        <a:lstStyle/>
        <a:p>
          <a:pPr marL="0" lvl="0" indent="0" algn="r" defTabSz="1377950">
            <a:lnSpc>
              <a:spcPct val="90000"/>
            </a:lnSpc>
            <a:spcBef>
              <a:spcPct val="0"/>
            </a:spcBef>
            <a:spcAft>
              <a:spcPct val="35000"/>
            </a:spcAft>
            <a:buNone/>
          </a:pPr>
          <a:r>
            <a:rPr lang="de-DE" sz="3100" kern="1200"/>
            <a:t>Effect</a:t>
          </a:r>
        </a:p>
      </dsp:txBody>
      <dsp:txXfrm rot="16200000">
        <a:off x="4675082" y="1480352"/>
        <a:ext cx="2741146" cy="557143"/>
      </dsp:txXfrm>
    </dsp:sp>
    <dsp:sp modelId="{8AC84703-50B0-4614-A8D5-7C86884E860E}">
      <dsp:nvSpPr>
        <dsp:cNvPr id="0" name=""/>
        <dsp:cNvSpPr/>
      </dsp:nvSpPr>
      <dsp:spPr>
        <a:xfrm rot="5400000">
          <a:off x="5535498" y="3043758"/>
          <a:ext cx="491029" cy="417857"/>
        </a:xfrm>
        <a:prstGeom prst="flowChartExtract">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028FE5A3-1D0B-4D3D-B2EB-FBE89595464B}">
      <dsp:nvSpPr>
        <dsp:cNvPr id="0" name=""/>
        <dsp:cNvSpPr/>
      </dsp:nvSpPr>
      <dsp:spPr>
        <a:xfrm>
          <a:off x="6324227" y="388350"/>
          <a:ext cx="2075360" cy="3342862"/>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0" tIns="68580" rIns="0" bIns="0" numCol="1" spcCol="1270" anchor="t" anchorCtr="0">
          <a:noAutofit/>
        </a:bodyPr>
        <a:lstStyle/>
        <a:p>
          <a:pPr marL="0" lvl="0" indent="0" algn="l" defTabSz="1333500">
            <a:lnSpc>
              <a:spcPct val="90000"/>
            </a:lnSpc>
            <a:spcBef>
              <a:spcPct val="0"/>
            </a:spcBef>
            <a:spcAft>
              <a:spcPct val="35000"/>
            </a:spcAft>
            <a:buNone/>
          </a:pPr>
          <a:r>
            <a:rPr lang="de-DE" sz="3000" b="1" kern="1200"/>
            <a:t>Population-level</a:t>
          </a:r>
        </a:p>
        <a:p>
          <a:pPr marL="228600" lvl="1" indent="-228600" algn="l" defTabSz="889000">
            <a:lnSpc>
              <a:spcPct val="90000"/>
            </a:lnSpc>
            <a:spcBef>
              <a:spcPct val="0"/>
            </a:spcBef>
            <a:spcAft>
              <a:spcPct val="15000"/>
            </a:spcAft>
            <a:buChar char="•"/>
          </a:pPr>
          <a:r>
            <a:rPr lang="de-DE" sz="2000" kern="1200"/>
            <a:t>Abundance</a:t>
          </a:r>
        </a:p>
        <a:p>
          <a:pPr marL="228600" lvl="1" indent="-228600" algn="l" defTabSz="889000">
            <a:lnSpc>
              <a:spcPct val="90000"/>
            </a:lnSpc>
            <a:spcBef>
              <a:spcPct val="0"/>
            </a:spcBef>
            <a:spcAft>
              <a:spcPct val="15000"/>
            </a:spcAft>
            <a:buChar char="•"/>
          </a:pPr>
          <a:r>
            <a:rPr lang="de-DE" sz="2000" kern="1200"/>
            <a:t>Safety margins </a:t>
          </a:r>
          <a:r>
            <a:rPr lang="de-DE" sz="1400" kern="1200"/>
            <a:t>(Multiplication factors)</a:t>
          </a:r>
          <a:endParaRPr lang="de-DE" sz="2000" kern="1200"/>
        </a:p>
        <a:p>
          <a:pPr marL="228600" lvl="1" indent="-228600" algn="l" defTabSz="889000">
            <a:lnSpc>
              <a:spcPct val="90000"/>
            </a:lnSpc>
            <a:spcBef>
              <a:spcPct val="0"/>
            </a:spcBef>
            <a:spcAft>
              <a:spcPct val="15000"/>
            </a:spcAft>
            <a:buChar char="•"/>
          </a:pPr>
          <a:r>
            <a:rPr lang="de-DE" sz="2000" kern="1200"/>
            <a:t>Recovery </a:t>
          </a:r>
          <a:br>
            <a:rPr lang="de-DE" sz="2000" kern="1200"/>
          </a:br>
          <a:r>
            <a:rPr lang="de-DE" sz="2000" kern="1200"/>
            <a:t>(in-/extrinsic)</a:t>
          </a:r>
        </a:p>
      </dsp:txBody>
      <dsp:txXfrm>
        <a:off x="6324227" y="388350"/>
        <a:ext cx="2075360" cy="3342862"/>
      </dsp:txXfrm>
    </dsp:sp>
  </dsp:spTree>
</dsp:drawing>
</file>

<file path=ppt/diagrams/layout1.xml><?xml version="1.0" encoding="utf-8"?>
<dgm:layoutDef xmlns:dgm="http://schemas.openxmlformats.org/drawingml/2006/diagram" xmlns:a="http://schemas.openxmlformats.org/drawingml/2006/main" uniqueId="urn:microsoft.com/office/officeart/2005/8/layout/hProcess7">
  <dgm:title val=""/>
  <dgm:desc val=""/>
  <dgm:catLst>
    <dgm:cat type="process" pri="21000"/>
    <dgm:cat type="list" pri="90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Lst>
      <dgm:cxnLst>
        <dgm:cxn modelId="4" srcId="0" destId="1" srcOrd="0" destOrd="0"/>
        <dgm:cxn modelId="5" srcId="0" destId="2" srcOrd="1" destOrd="0"/>
        <dgm:cxn modelId="6" srcId="0" destId="3" srcOrd="2" destOrd="0"/>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h" for="ch" forName="compositeNode" refType="h"/>
      <dgm:constr type="w" for="ch" forName="compositeNode" refType="w"/>
      <dgm:constr type="w" for="ch" forName="hSp" refType="w" refFor="ch" refForName="compositeNode" fact="-0.035"/>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08"/>
      <dgm:constr type="primFontSz" for="des" forName="parentNode" op="equ"/>
      <dgm:constr type="primFontSz" for="des" forName="childNode" op="equ"/>
    </dgm:constrLst>
    <dgm:ruleLst/>
    <dgm:forEach name="Name4" axis="ch" ptType="node">
      <dgm:layoutNode name="compositeNode">
        <dgm:varLst>
          <dgm:bulletEnabled val="1"/>
        </dgm:varLst>
        <dgm:alg type="composite"/>
        <dgm:choose name="Name5">
          <dgm:if name="Name6" func="var" arg="dir" op="equ" val="norm">
            <dgm:constrLst>
              <dgm:constr type="h" refType="w" op="lte" fact="1.2"/>
              <dgm:constr type="w" for="ch" forName="bgRect" refType="w"/>
              <dgm:constr type="h" for="ch" forName="bgRect" refType="h"/>
              <dgm:constr type="t" for="ch" forName="bgRect"/>
              <dgm:constr type="l" for="ch" forName="bgRect"/>
              <dgm:constr type="w" for="ch" forName="parentNode" refType="w" refFor="ch" refForName="bgRect" fact="0.2"/>
              <dgm:constr type="h" for="ch" forName="parentNode" refType="h" fact="0.82"/>
              <dgm:constr type="t" for="ch" forName="parentNode"/>
              <dgm:constr type="l" for="ch" forName="parentNode"/>
              <dgm:constr type="r" for="ch" forName="childNode" refType="r" refFor="ch" refForName="bgRect" fact="0.945"/>
              <dgm:constr type="h" for="ch" forName="childNode" refType="h" refFor="ch" refForName="bgRect" op="equ"/>
              <dgm:constr type="t" for="ch" forName="childNode"/>
              <dgm:constr type="l" for="ch" forName="childNode" refType="r" refFor="ch" refForName="parentNode"/>
            </dgm:constrLst>
          </dgm:if>
          <dgm:else name="Name7">
            <dgm:constrLst>
              <dgm:constr type="h" refType="w" op="lte" fact="1.2"/>
              <dgm:constr type="w" for="ch" forName="bgRect" refType="w"/>
              <dgm:constr type="h" for="ch" forName="bgRect" refType="h"/>
              <dgm:constr type="t" for="ch" forName="bgRect"/>
              <dgm:constr type="r" for="ch" forName="bgRect" refType="w"/>
              <dgm:constr type="w" for="ch" forName="parentNode" refType="w" refFor="ch" refForName="bgRect" fact="0.2"/>
              <dgm:constr type="h" for="ch" forName="parentNode" refType="h" fact="0.82"/>
              <dgm:constr type="t" for="ch" forName="parentNode"/>
              <dgm:constr type="r" for="ch" forName="parentNode" refType="w"/>
              <dgm:constr type="h" for="ch" forName="childNode" refType="h" refFor="ch" refForName="bgRect"/>
              <dgm:constr type="t" for="ch" forName="childNode"/>
              <dgm:constr type="r" for="ch" forName="childNode" refType="l" refFor="ch" refForName="parentNode"/>
              <dgm:constr type="l" for="ch" forName="childNode" refType="w" refFor="ch" refForName="bgRect" fact="0.055"/>
            </dgm:constrLst>
          </dgm:else>
        </dgm:choose>
        <dgm:ruleLst>
          <dgm:rule type="w" for="ch" forName="childNode" val="NaN" fact="NaN" max="30"/>
        </dgm:ruleLst>
        <dgm:layoutNode name="bgRect" styleLbl="node1">
          <dgm:alg type="sp"/>
          <dgm:shape xmlns:r="http://schemas.openxmlformats.org/officeDocument/2006/relationships" type="roundRect" r:blip="" zOrderOff="-1">
            <dgm:adjLst>
              <dgm:adj idx="1" val="0.05"/>
            </dgm:adjLst>
          </dgm:shape>
          <dgm:presOf axis="self"/>
          <dgm:constrLst/>
          <dgm:ruleLst/>
        </dgm:layoutNode>
        <dgm:layoutNode name="parentNode" styleLbl="node1">
          <dgm:varLst>
            <dgm:chMax val="0"/>
            <dgm:bulletEnabled val="1"/>
          </dgm:varLst>
          <dgm:presOf axis="self"/>
          <dgm:choose name="Name8">
            <dgm:if name="Name9" func="var" arg="dir" op="equ" val="norm">
              <dgm:alg type="tx">
                <dgm:param type="autoTxRot" val="grav"/>
                <dgm:param type="txAnchorVert" val="t"/>
                <dgm:param type="parTxLTRAlign" val="r"/>
                <dgm:param type="parTxRTLAlign" val="r"/>
              </dgm:alg>
              <dgm:shape xmlns:r="http://schemas.openxmlformats.org/officeDocument/2006/relationships" rot="270" type="rect" r:blip="" hideGeom="1">
                <dgm:adjLst/>
              </dgm:shape>
              <dgm:constrLst>
                <dgm:constr type="primFontSz" val="65"/>
                <dgm:constr type="lMarg"/>
                <dgm:constr type="rMarg" refType="primFontSz" fact="0.35"/>
                <dgm:constr type="tMarg" refType="primFontSz" fact="0.27"/>
                <dgm:constr type="bMarg"/>
              </dgm:constrLst>
            </dgm:if>
            <dgm:else name="Name10">
              <dgm:alg type="tx">
                <dgm:param type="autoTxRot" val="grav"/>
                <dgm:param type="txAnchorVert" val="t"/>
                <dgm:param type="parTxLTRAlign" val="l"/>
                <dgm:param type="parTxRTLAlign" val="l"/>
              </dgm:alg>
              <dgm:shape xmlns:r="http://schemas.openxmlformats.org/officeDocument/2006/relationships" rot="90" type="rect" r:blip="" hideGeom="1">
                <dgm:adjLst/>
              </dgm:shape>
              <dgm:constrLst>
                <dgm:constr type="primFontSz" val="65"/>
                <dgm:constr type="lMarg" refType="primFontSz" fact="0.35"/>
                <dgm:constr type="rMarg"/>
                <dgm:constr type="tMarg" refType="primFontSz" fact="0.27"/>
                <dgm:constr type="bMarg"/>
              </dgm:constrLst>
            </dgm:else>
          </dgm:choose>
          <dgm:ruleLst>
            <dgm:rule type="primFontSz" val="5" fact="NaN" max="NaN"/>
          </dgm:ruleLst>
        </dgm:layoutNode>
        <dgm:choose name="Name11">
          <dgm:if name="Name12" axis="ch" ptType="node" func="cnt" op="gte" val="1">
            <dgm:layoutNode name="childNode" styleLbl="node1" moveWith="bgRect">
              <dgm:varLst>
                <dgm:bulletEnabled val="1"/>
              </dgm:varLst>
              <dgm:alg type="tx">
                <dgm:param type="parTxLTRAlign" val="l"/>
                <dgm:param type="parTxRTLAlign" val="r"/>
                <dgm:param type="txAnchorVert" val="t"/>
              </dgm:alg>
              <dgm:shape xmlns:r="http://schemas.openxmlformats.org/officeDocument/2006/relationships" type="rect" r:blip="" hideGeom="1">
                <dgm:adjLst/>
              </dgm:shape>
              <dgm:presOf axis="des" ptType="node"/>
              <dgm:constrLst>
                <dgm:constr type="primFontSz" val="65"/>
                <dgm:constr type="lMarg"/>
                <dgm:constr type="bMarg"/>
                <dgm:constr type="tMarg" refType="primFontSz" fact="0.27"/>
                <dgm:constr type="rMarg"/>
              </dgm:constrLst>
              <dgm:ruleLst>
                <dgm:rule type="primFontSz" val="5" fact="NaN" max="NaN"/>
              </dgm:ruleLst>
            </dgm:layoutNode>
          </dgm:if>
          <dgm:else name="Name13"/>
        </dgm:choose>
      </dgm:layoutNode>
      <dgm:forEach name="Name14" axis="followSib" ptType="sibTrans" cnt="1">
        <dgm:layoutNode name="hSp">
          <dgm:alg type="sp"/>
          <dgm:shape xmlns:r="http://schemas.openxmlformats.org/officeDocument/2006/relationships" r:blip="">
            <dgm:adjLst/>
          </dgm:shape>
          <dgm:presOf/>
          <dgm:constrLst/>
          <dgm:ruleLst/>
        </dgm:layoutNode>
        <dgm:layoutNode name="vProcSp" moveWith="bgRect">
          <dgm:alg type="lin">
            <dgm:param type="linDir" val="fromT"/>
          </dgm:alg>
          <dgm:shape xmlns:r="http://schemas.openxmlformats.org/officeDocument/2006/relationships" r:blip="">
            <dgm:adjLst/>
          </dgm:shape>
          <dgm:presOf/>
          <dgm:constrLst>
            <dgm:constr type="w" for="ch" forName="vSp1" refType="w"/>
            <dgm:constr type="w" for="ch" forName="simulatedConn" refType="w"/>
            <dgm:constr type="w" for="ch" forName="vSp2" refType="w"/>
          </dgm:constrLst>
          <dgm:ruleLst/>
          <dgm:layoutNode name="vSp1">
            <dgm:alg type="sp"/>
            <dgm:shape xmlns:r="http://schemas.openxmlformats.org/officeDocument/2006/relationships" r:blip="">
              <dgm:adjLst/>
            </dgm:shape>
            <dgm:presOf/>
            <dgm:constrLst/>
            <dgm:ruleLst/>
          </dgm:layoutNode>
          <dgm:layoutNode name="simulatedConn" styleLbl="solidFgAcc1">
            <dgm:alg type="sp"/>
            <dgm:choose name="Name15">
              <dgm:if name="Name16" func="var" arg="dir" op="equ" val="norm">
                <dgm:shape xmlns:r="http://schemas.openxmlformats.org/officeDocument/2006/relationships" rot="90" type="flowChartExtract" r:blip="">
                  <dgm:adjLst/>
                </dgm:shape>
              </dgm:if>
              <dgm:else name="Name17">
                <dgm:shape xmlns:r="http://schemas.openxmlformats.org/officeDocument/2006/relationships" rot="-90" type="flowChartExtract" r:blip="">
                  <dgm:adjLst/>
                </dgm:shape>
              </dgm:else>
            </dgm:choose>
            <dgm:presOf/>
            <dgm:constrLst/>
            <dgm:ruleLst/>
          </dgm:layoutNode>
          <dgm:layoutNode name="vSp2">
            <dgm:alg type="sp"/>
            <dgm:shape xmlns:r="http://schemas.openxmlformats.org/officeDocument/2006/relationships" r:blip="">
              <dgm:adjLst/>
            </dgm:shape>
            <dgm:presOf/>
            <dgm:constrLst/>
            <dgm:ruleLst/>
          </dgm:layoutNode>
        </dgm:layoutNode>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4198972-73C8-9327-0850-18A64251345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2955A2EB-01C3-20E0-FF45-07CCC86724F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5D1EC30-5B0B-48D0-A1A8-66A96720DF24}" type="datetimeFigureOut">
              <a:rPr lang="en-US" smtClean="0"/>
              <a:t>3/9/2026</a:t>
            </a:fld>
            <a:endParaRPr lang="en-US" dirty="0"/>
          </a:p>
        </p:txBody>
      </p:sp>
      <p:sp>
        <p:nvSpPr>
          <p:cNvPr id="4" name="Footer Placeholder 3">
            <a:extLst>
              <a:ext uri="{FF2B5EF4-FFF2-40B4-BE49-F238E27FC236}">
                <a16:creationId xmlns:a16="http://schemas.microsoft.com/office/drawing/2014/main" id="{91C50A84-CDF8-9D1C-7599-D1B543581C0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1BAAFBD2-1F7B-DB18-5994-6D22C6743F9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B8FBFCE-2205-4B9C-81E5-532E0690D8C1}" type="slidenum">
              <a:rPr lang="en-US" smtClean="0"/>
              <a:t>‹#›</a:t>
            </a:fld>
            <a:endParaRPr lang="en-US" dirty="0"/>
          </a:p>
        </p:txBody>
      </p:sp>
    </p:spTree>
    <p:extLst>
      <p:ext uri="{BB962C8B-B14F-4D97-AF65-F5344CB8AC3E}">
        <p14:creationId xmlns:p14="http://schemas.microsoft.com/office/powerpoint/2010/main" val="117873119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9F68A4D-42A7-45F7-9930-00E8DCB48D7E}" type="datetimeFigureOut">
              <a:rPr lang="en-US" smtClean="0"/>
              <a:t>3/9/2026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FDD6F49-EBB7-4CCF-97A8-E526BB28BB69}" type="slidenum">
              <a:rPr lang="en-US" smtClean="0"/>
              <a:t>‹#›</a:t>
            </a:fld>
            <a:endParaRPr lang="en-US" dirty="0"/>
          </a:p>
        </p:txBody>
      </p:sp>
    </p:spTree>
    <p:extLst>
      <p:ext uri="{BB962C8B-B14F-4D97-AF65-F5344CB8AC3E}">
        <p14:creationId xmlns:p14="http://schemas.microsoft.com/office/powerpoint/2010/main" val="27871936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a:t>introduce and emphasise the use of xAquaticRisk in the classical RA context (EU, aquatic guidance document, SPGs.</a:t>
            </a:r>
          </a:p>
        </p:txBody>
      </p:sp>
      <p:sp>
        <p:nvSpPr>
          <p:cNvPr id="4" name="Foliennummernplatzhalter 3"/>
          <p:cNvSpPr>
            <a:spLocks noGrp="1"/>
          </p:cNvSpPr>
          <p:nvPr>
            <p:ph type="sldNum" sz="quarter" idx="5"/>
          </p:nvPr>
        </p:nvSpPr>
        <p:spPr/>
        <p:txBody>
          <a:bodyPr/>
          <a:lstStyle/>
          <a:p>
            <a:fld id="{BFDD6F49-EBB7-4CCF-97A8-E526BB28BB69}" type="slidenum">
              <a:rPr lang="en-US" smtClean="0"/>
              <a:t>3</a:t>
            </a:fld>
            <a:endParaRPr lang="en-US" dirty="0"/>
          </a:p>
        </p:txBody>
      </p:sp>
    </p:spTree>
    <p:extLst>
      <p:ext uri="{BB962C8B-B14F-4D97-AF65-F5344CB8AC3E}">
        <p14:creationId xmlns:p14="http://schemas.microsoft.com/office/powerpoint/2010/main" val="20643362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a:t>this case study represent THE classical use of landscape modelling in risk assessment of pesticides . emphasise and highlight the key terms that characterises a higher-tier RA. suggest to participant to get deeper into the topic. Innovation and responsibility</a:t>
            </a:r>
          </a:p>
        </p:txBody>
      </p:sp>
      <p:sp>
        <p:nvSpPr>
          <p:cNvPr id="4" name="Foliennummernplatzhalter 3"/>
          <p:cNvSpPr>
            <a:spLocks noGrp="1"/>
          </p:cNvSpPr>
          <p:nvPr>
            <p:ph type="sldNum" sz="quarter" idx="5"/>
          </p:nvPr>
        </p:nvSpPr>
        <p:spPr/>
        <p:txBody>
          <a:bodyPr/>
          <a:lstStyle/>
          <a:p>
            <a:fld id="{BFDD6F49-EBB7-4CCF-97A8-E526BB28BB69}" type="slidenum">
              <a:rPr lang="en-US" smtClean="0"/>
              <a:t>4</a:t>
            </a:fld>
            <a:endParaRPr lang="en-US" dirty="0"/>
          </a:p>
        </p:txBody>
      </p:sp>
    </p:spTree>
    <p:extLst>
      <p:ext uri="{BB962C8B-B14F-4D97-AF65-F5344CB8AC3E}">
        <p14:creationId xmlns:p14="http://schemas.microsoft.com/office/powerpoint/2010/main" val="322643315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5.svg"/></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5.sv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8.sv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9.png"/><Relationship Id="rId1" Type="http://schemas.openxmlformats.org/officeDocument/2006/relationships/slideMaster" Target="../slideMasters/slideMaster1.xml"/><Relationship Id="rId4" Type="http://schemas.openxmlformats.org/officeDocument/2006/relationships/image" Target="../media/image8.sv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0.png"/><Relationship Id="rId1" Type="http://schemas.openxmlformats.org/officeDocument/2006/relationships/slideMaster" Target="../slideMasters/slideMaster1.xml"/><Relationship Id="rId4" Type="http://schemas.openxmlformats.org/officeDocument/2006/relationships/image" Target="../media/image8.sv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1.png"/><Relationship Id="rId1" Type="http://schemas.openxmlformats.org/officeDocument/2006/relationships/slideMaster" Target="../slideMasters/slideMaster1.xml"/><Relationship Id="rId4" Type="http://schemas.openxmlformats.org/officeDocument/2006/relationships/image" Target="../media/image8.sv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0.png"/><Relationship Id="rId1" Type="http://schemas.openxmlformats.org/officeDocument/2006/relationships/slideMaster" Target="../slideMasters/slideMaster1.xml"/><Relationship Id="rId4" Type="http://schemas.openxmlformats.org/officeDocument/2006/relationships/image" Target="../media/image8.svg"/></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0.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09728" y="6053823"/>
            <a:ext cx="11460480" cy="786384"/>
          </a:xfrm>
        </p:spPr>
        <p:txBody>
          <a:bodyPr anchor="b">
            <a:noAutofit/>
          </a:bodyPr>
          <a:lstStyle>
            <a:lvl1pPr algn="l">
              <a:defRPr sz="5600"/>
            </a:lvl1pPr>
          </a:lstStyle>
          <a:p>
            <a:r>
              <a:rPr lang="de-DE"/>
              <a:t>Mastertitelformat bearbeiten</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37160" y="5196840"/>
            <a:ext cx="11460480" cy="480373"/>
          </a:xfrm>
        </p:spPr>
        <p:txBody>
          <a:bodyPr anchor="t" anchorCtr="0">
            <a:normAutofit/>
          </a:bodyPr>
          <a:lstStyle>
            <a:lvl1pPr marL="0" indent="0" algn="l">
              <a:buNone/>
              <a:defRPr sz="1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Master-Untertitelformat bearbeiten</a:t>
            </a:r>
            <a:endParaRPr lang="en-US" dirty="0"/>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p:nvPr>
        </p:nvSpPr>
        <p:spPr>
          <a:xfrm>
            <a:off x="0" y="0"/>
            <a:ext cx="12191999" cy="4986425"/>
          </a:xfrm>
          <a:blipFill dpi="0" rotWithShape="1">
            <a:blip r:embed="rId2">
              <a:alphaModFix amt="60000"/>
            </a:blip>
            <a:srcRect/>
            <a:stretch>
              <a:fillRect/>
            </a:stretch>
          </a:blipFill>
        </p:spPr>
        <p:txBody>
          <a:bodyPr/>
          <a:lstStyle/>
          <a:p>
            <a:r>
              <a:rPr lang="de-DE"/>
              <a:t>Bild durch Klicken auf Symbol hinzufügen</a:t>
            </a:r>
            <a:endParaRPr lang="en-US" dirty="0"/>
          </a:p>
        </p:txBody>
      </p:sp>
    </p:spTree>
    <p:extLst>
      <p:ext uri="{BB962C8B-B14F-4D97-AF65-F5344CB8AC3E}">
        <p14:creationId xmlns:p14="http://schemas.microsoft.com/office/powerpoint/2010/main" val="2914555408"/>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Inhal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9728" y="548640"/>
            <a:ext cx="10653578" cy="1132258"/>
          </a:xfrm>
        </p:spPr>
        <p:txBody>
          <a:bodyPr/>
          <a:lstStyle/>
          <a:p>
            <a:r>
              <a:rPr lang="de-DE"/>
              <a:t>Mastertitelformat bearbeiten</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B1718F38-94AC-4B28-B69B-662CDAB3677F}" type="datetime1">
              <a:rPr lang="en-US" smtClean="0"/>
              <a:t>3/9/2026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137160" y="1715532"/>
            <a:ext cx="10653579" cy="459382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Tree>
    <p:extLst>
      <p:ext uri="{BB962C8B-B14F-4D97-AF65-F5344CB8AC3E}">
        <p14:creationId xmlns:p14="http://schemas.microsoft.com/office/powerpoint/2010/main" val="22552989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686977" y="1129554"/>
            <a:ext cx="4361688" cy="3475236"/>
          </a:xfrm>
        </p:spPr>
        <p:txBody>
          <a:bodyPr anchor="b">
            <a:normAutofit/>
          </a:bodyPr>
          <a:lstStyle>
            <a:lvl1pPr algn="l">
              <a:defRPr sz="5600"/>
            </a:lvl1pPr>
          </a:lstStyle>
          <a:p>
            <a:r>
              <a:rPr lang="de-DE"/>
              <a:t>Mastertitelformat bearbeiten</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686978" y="4731335"/>
            <a:ext cx="4206240" cy="1184585"/>
          </a:xfrm>
        </p:spPr>
        <p:txBody>
          <a:bodyPr anchor="t">
            <a:normAutofit/>
          </a:bodyPr>
          <a:lstStyle>
            <a:lvl1pPr marL="0" indent="0" algn="l">
              <a:buNone/>
              <a:defRPr sz="1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Master-Untertitelformat bearbeiten</a:t>
            </a:r>
            <a:endParaRPr lang="en-US" dirty="0"/>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p:nvPr>
        </p:nvSpPr>
        <p:spPr>
          <a:xfrm>
            <a:off x="0" y="0"/>
            <a:ext cx="6584950" cy="6858000"/>
          </a:xfrm>
          <a:blipFill dpi="0" rotWithShape="1">
            <a:blip r:embed="rId2">
              <a:alphaModFix amt="60000"/>
            </a:blip>
            <a:srcRect/>
            <a:stretch>
              <a:fillRect/>
            </a:stretch>
          </a:blipFill>
        </p:spPr>
        <p:txBody>
          <a:bodyPr/>
          <a:lstStyle/>
          <a:p>
            <a:r>
              <a:rPr lang="de-DE"/>
              <a:t>Bild durch Klicken auf Symbol hinzufügen</a:t>
            </a:r>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6686976" y="109728"/>
            <a:ext cx="4846320" cy="365125"/>
          </a:xfrm>
        </p:spPr>
        <p:txBody>
          <a:bodyPr/>
          <a:lstStyle/>
          <a:p>
            <a:r>
              <a:rPr lang="en-US" dirty="0"/>
              <a:t>Shaping the future of our industry</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6686976" y="6413862"/>
            <a:ext cx="1707625" cy="365125"/>
          </a:xfrm>
        </p:spPr>
        <p:txBody>
          <a:bodyPr/>
          <a:lstStyle>
            <a:lvl1pPr>
              <a:defRPr>
                <a:solidFill>
                  <a:schemeClr val="tx1"/>
                </a:solidFill>
                <a:effectLst/>
              </a:defRPr>
            </a:lvl1pPr>
          </a:lstStyle>
          <a:p>
            <a:fld id="{1933312F-AC95-D44A-86BE-9B23199F2210}" type="datetime1">
              <a:rPr lang="en-US" smtClean="0"/>
              <a:t>3/9/2026</a:t>
            </a:fld>
            <a:endParaRPr lang="en-US" dirty="0"/>
          </a:p>
        </p:txBody>
      </p:sp>
    </p:spTree>
    <p:extLst>
      <p:ext uri="{BB962C8B-B14F-4D97-AF65-F5344CB8AC3E}">
        <p14:creationId xmlns:p14="http://schemas.microsoft.com/office/powerpoint/2010/main" val="339602803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09728" y="188460"/>
            <a:ext cx="4654296" cy="3739896"/>
          </a:xfrm>
        </p:spPr>
        <p:txBody>
          <a:bodyPr anchor="t">
            <a:normAutofit/>
          </a:bodyPr>
          <a:lstStyle>
            <a:lvl1pPr algn="l">
              <a:defRPr sz="5600"/>
            </a:lvl1pPr>
          </a:lstStyle>
          <a:p>
            <a:r>
              <a:rPr lang="de-DE"/>
              <a:t>Mastertitelformat bearbeiten</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37160" y="4873752"/>
            <a:ext cx="4206240" cy="1380744"/>
          </a:xfrm>
        </p:spPr>
        <p:txBody>
          <a:bodyPr anchor="b">
            <a:normAutofit/>
          </a:bodyPr>
          <a:lstStyle>
            <a:lvl1pPr marL="0" indent="0" algn="l">
              <a:buNone/>
              <a:defRPr sz="1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Master-Untertitelformat bearbeiten</a:t>
            </a:r>
            <a:endParaRPr lang="en-US" dirty="0"/>
          </a:p>
        </p:txBody>
      </p:sp>
      <p:sp>
        <p:nvSpPr>
          <p:cNvPr id="7" name="Date Placeholder 6">
            <a:extLst>
              <a:ext uri="{FF2B5EF4-FFF2-40B4-BE49-F238E27FC236}">
                <a16:creationId xmlns:a16="http://schemas.microsoft.com/office/drawing/2014/main" id="{F991F941-2D53-CC10-7947-62237A245FE0}"/>
              </a:ext>
            </a:extLst>
          </p:cNvPr>
          <p:cNvSpPr>
            <a:spLocks noGrp="1"/>
          </p:cNvSpPr>
          <p:nvPr>
            <p:ph type="dt" sz="half" idx="14"/>
          </p:nvPr>
        </p:nvSpPr>
        <p:spPr>
          <a:xfrm>
            <a:off x="138467" y="6400800"/>
            <a:ext cx="1645920" cy="365125"/>
          </a:xfrm>
        </p:spPr>
        <p:txBody>
          <a:bodyPr/>
          <a:lstStyle/>
          <a:p>
            <a:fld id="{9E7AF92B-C70E-0A4E-9DBE-C675E0E5CFF8}" type="datetime1">
              <a:rPr lang="en-US" smtClean="0"/>
              <a:t>3/9/2026</a:t>
            </a:fld>
            <a:endParaRPr lang="en-US" dirty="0"/>
          </a:p>
        </p:txBody>
      </p:sp>
      <p:sp>
        <p:nvSpPr>
          <p:cNvPr id="8" name="Footer Placeholder 7">
            <a:extLst>
              <a:ext uri="{FF2B5EF4-FFF2-40B4-BE49-F238E27FC236}">
                <a16:creationId xmlns:a16="http://schemas.microsoft.com/office/drawing/2014/main" id="{9A6E6A4C-6C55-068A-43AA-78DB4D1D643B}"/>
              </a:ext>
            </a:extLst>
          </p:cNvPr>
          <p:cNvSpPr>
            <a:spLocks noGrp="1"/>
          </p:cNvSpPr>
          <p:nvPr>
            <p:ph type="ftr" sz="quarter" idx="15"/>
          </p:nvPr>
        </p:nvSpPr>
        <p:spPr>
          <a:xfrm>
            <a:off x="2088937" y="6400800"/>
            <a:ext cx="2651760" cy="365125"/>
          </a:xfrm>
        </p:spPr>
        <p:txBody>
          <a:bodyPr/>
          <a:lstStyle/>
          <a:p>
            <a:r>
              <a:rPr lang="en-US" dirty="0"/>
              <a:t>Shaping the future of our industry</a:t>
            </a:r>
          </a:p>
        </p:txBody>
      </p:sp>
      <p:sp>
        <p:nvSpPr>
          <p:cNvPr id="9" name="Slide Number Placeholder 8">
            <a:extLst>
              <a:ext uri="{FF2B5EF4-FFF2-40B4-BE49-F238E27FC236}">
                <a16:creationId xmlns:a16="http://schemas.microsoft.com/office/drawing/2014/main" id="{C1A2CCFF-14A7-08A8-4465-732CD8928728}"/>
              </a:ext>
            </a:extLst>
          </p:cNvPr>
          <p:cNvSpPr>
            <a:spLocks noGrp="1"/>
          </p:cNvSpPr>
          <p:nvPr>
            <p:ph type="sldNum" sz="quarter" idx="16"/>
          </p:nvPr>
        </p:nvSpPr>
        <p:spPr>
          <a:xfrm>
            <a:off x="5017575" y="6400800"/>
            <a:ext cx="429207" cy="365125"/>
          </a:xfrm>
        </p:spPr>
        <p:txBody>
          <a:bodyPr/>
          <a:lstStyle/>
          <a:p>
            <a:fld id="{CC057153-B650-4DEB-B370-79DDCFDCE934}" type="slidenum">
              <a:rPr lang="en-US" smtClean="0"/>
              <a:t>‹#›</a:t>
            </a:fld>
            <a:endParaRPr lang="en-US" dirty="0"/>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p:nvPr>
        </p:nvSpPr>
        <p:spPr>
          <a:xfrm>
            <a:off x="5596128" y="0"/>
            <a:ext cx="6595872" cy="6858000"/>
          </a:xfrm>
          <a:blipFill dpi="0" rotWithShape="1">
            <a:blip r:embed="rId2">
              <a:alphaModFix amt="60000"/>
            </a:blip>
            <a:srcRect/>
            <a:stretch>
              <a:fillRect/>
            </a:stretch>
          </a:blipFill>
        </p:spPr>
        <p:txBody>
          <a:bodyPr/>
          <a:lstStyle/>
          <a:p>
            <a:r>
              <a:rPr lang="de-DE"/>
              <a:t>Bild durch Klicken auf Symbol hinzufügen</a:t>
            </a:r>
            <a:endParaRPr lang="en-US" dirty="0"/>
          </a:p>
        </p:txBody>
      </p:sp>
    </p:spTree>
    <p:extLst>
      <p:ext uri="{BB962C8B-B14F-4D97-AF65-F5344CB8AC3E}">
        <p14:creationId xmlns:p14="http://schemas.microsoft.com/office/powerpoint/2010/main" val="3828943710"/>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09728" y="5032197"/>
            <a:ext cx="10683240" cy="1814597"/>
          </a:xfrm>
        </p:spPr>
        <p:txBody>
          <a:bodyPr anchor="b">
            <a:normAutofit/>
          </a:bodyPr>
          <a:lstStyle>
            <a:lvl1pPr algn="l">
              <a:defRPr sz="5600"/>
            </a:lvl1pPr>
          </a:lstStyle>
          <a:p>
            <a:r>
              <a:rPr lang="de-DE"/>
              <a:t>Mastertitelformat bearbeiten</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33582" y="4184423"/>
            <a:ext cx="5086118" cy="480373"/>
          </a:xfrm>
        </p:spPr>
        <p:txBody>
          <a:bodyPr anchor="t" anchorCtr="0">
            <a:normAutofit/>
          </a:bodyPr>
          <a:lstStyle>
            <a:lvl1pPr marL="0" indent="0" algn="l">
              <a:buNone/>
              <a:defRPr sz="1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Master-Untertitelformat bearbeiten</a:t>
            </a:r>
            <a:endParaRPr lang="en-US" dirty="0"/>
          </a:p>
        </p:txBody>
      </p:sp>
      <p:sp>
        <p:nvSpPr>
          <p:cNvPr id="6" name="Picture Placeholder 10">
            <a:extLst>
              <a:ext uri="{FF2B5EF4-FFF2-40B4-BE49-F238E27FC236}">
                <a16:creationId xmlns:a16="http://schemas.microsoft.com/office/drawing/2014/main" id="{C58F7861-05FC-CC70-0C94-F3BAE39E54EB}"/>
              </a:ext>
            </a:extLst>
          </p:cNvPr>
          <p:cNvSpPr>
            <a:spLocks noGrp="1"/>
          </p:cNvSpPr>
          <p:nvPr>
            <p:ph type="pic" sz="quarter" idx="13"/>
          </p:nvPr>
        </p:nvSpPr>
        <p:spPr>
          <a:xfrm>
            <a:off x="-1" y="0"/>
            <a:ext cx="12192000" cy="4000500"/>
          </a:xfrm>
          <a:blipFill dpi="0" rotWithShape="1">
            <a:blip r:embed="rId2">
              <a:alphaModFix amt="60000"/>
            </a:blip>
            <a:srcRect/>
            <a:stretch>
              <a:fillRect t="-218" b="218"/>
            </a:stretch>
          </a:blipFill>
        </p:spPr>
        <p:txBody>
          <a:bodyPr/>
          <a:lstStyle/>
          <a:p>
            <a:r>
              <a:rPr lang="de-DE"/>
              <a:t>Bild durch Klicken auf Symbol hinzufügen</a:t>
            </a:r>
            <a:endParaRPr lang="en-US" dirty="0"/>
          </a:p>
        </p:txBody>
      </p:sp>
      <p:pic>
        <p:nvPicPr>
          <p:cNvPr id="4" name="Graphic 3">
            <a:extLst>
              <a:ext uri="{FF2B5EF4-FFF2-40B4-BE49-F238E27FC236}">
                <a16:creationId xmlns:a16="http://schemas.microsoft.com/office/drawing/2014/main" id="{94CFF3B0-895D-60C4-CB96-5BF3CBA34563}"/>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10956289" y="5753627"/>
            <a:ext cx="1005840" cy="1005840"/>
          </a:xfrm>
          <a:prstGeom prst="rect">
            <a:avLst/>
          </a:prstGeom>
        </p:spPr>
      </p:pic>
      <p:sp>
        <p:nvSpPr>
          <p:cNvPr id="7" name="Date Placeholder 6">
            <a:extLst>
              <a:ext uri="{FF2B5EF4-FFF2-40B4-BE49-F238E27FC236}">
                <a16:creationId xmlns:a16="http://schemas.microsoft.com/office/drawing/2014/main" id="{1AA6C9C7-A264-237A-7F3C-46E6A7A9646D}"/>
              </a:ext>
            </a:extLst>
          </p:cNvPr>
          <p:cNvSpPr>
            <a:spLocks noGrp="1"/>
          </p:cNvSpPr>
          <p:nvPr>
            <p:ph type="dt" sz="half" idx="14"/>
          </p:nvPr>
        </p:nvSpPr>
        <p:spPr>
          <a:xfrm>
            <a:off x="5382207" y="4184423"/>
            <a:ext cx="3494314" cy="480373"/>
          </a:xfrm>
        </p:spPr>
        <p:txBody>
          <a:bodyPr anchor="t" anchorCtr="0"/>
          <a:lstStyle>
            <a:lvl1pPr>
              <a:lnSpc>
                <a:spcPct val="80000"/>
              </a:lnSpc>
              <a:spcBef>
                <a:spcPts val="0"/>
              </a:spcBef>
              <a:defRPr sz="1400"/>
            </a:lvl1pPr>
          </a:lstStyle>
          <a:p>
            <a:fld id="{423BBD13-E5F0-B14F-99A7-57ED6A0268A1}" type="datetime1">
              <a:rPr lang="en-US" smtClean="0"/>
              <a:t>3/9/2026</a:t>
            </a:fld>
            <a:endParaRPr lang="en-US" dirty="0"/>
          </a:p>
        </p:txBody>
      </p:sp>
    </p:spTree>
    <p:extLst>
      <p:ext uri="{BB962C8B-B14F-4D97-AF65-F5344CB8AC3E}">
        <p14:creationId xmlns:p14="http://schemas.microsoft.com/office/powerpoint/2010/main" val="482244430"/>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with Picture 5">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09727" y="5660571"/>
            <a:ext cx="9144000" cy="1196890"/>
          </a:xfrm>
        </p:spPr>
        <p:txBody>
          <a:bodyPr anchor="b">
            <a:normAutofit/>
          </a:bodyPr>
          <a:lstStyle>
            <a:lvl1pPr algn="l">
              <a:defRPr sz="5600"/>
            </a:lvl1pPr>
          </a:lstStyle>
          <a:p>
            <a:r>
              <a:rPr lang="de-DE"/>
              <a:t>Mastertitelformat bearbeiten</a:t>
            </a:r>
            <a:endParaRPr lang="en-US" dirty="0"/>
          </a:p>
        </p:txBody>
      </p:sp>
      <p:sp>
        <p:nvSpPr>
          <p:cNvPr id="5" name="Subtitle 2">
            <a:extLst>
              <a:ext uri="{FF2B5EF4-FFF2-40B4-BE49-F238E27FC236}">
                <a16:creationId xmlns:a16="http://schemas.microsoft.com/office/drawing/2014/main" id="{28217C9D-487D-9CA3-0848-36BD988611BC}"/>
              </a:ext>
            </a:extLst>
          </p:cNvPr>
          <p:cNvSpPr>
            <a:spLocks noGrp="1"/>
          </p:cNvSpPr>
          <p:nvPr>
            <p:ph type="subTitle" idx="1"/>
          </p:nvPr>
        </p:nvSpPr>
        <p:spPr>
          <a:xfrm>
            <a:off x="9601200" y="5942862"/>
            <a:ext cx="2471058" cy="773624"/>
          </a:xfrm>
        </p:spPr>
        <p:txBody>
          <a:bodyPr anchor="b" anchorCtr="0">
            <a:normAutofit/>
          </a:bodyPr>
          <a:lstStyle>
            <a:lvl1pPr marL="0" indent="0" algn="r">
              <a:buNone/>
              <a:defRPr sz="1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Master-Untertitelformat bearbeiten</a:t>
            </a:r>
            <a:endParaRPr lang="en-US" dirty="0"/>
          </a:p>
        </p:txBody>
      </p:sp>
      <p:sp>
        <p:nvSpPr>
          <p:cNvPr id="6" name="Picture Placeholder 10">
            <a:extLst>
              <a:ext uri="{FF2B5EF4-FFF2-40B4-BE49-F238E27FC236}">
                <a16:creationId xmlns:a16="http://schemas.microsoft.com/office/drawing/2014/main" id="{9BEE065B-EAB0-79D1-48A3-D7807B360D31}"/>
              </a:ext>
            </a:extLst>
          </p:cNvPr>
          <p:cNvSpPr>
            <a:spLocks noGrp="1"/>
          </p:cNvSpPr>
          <p:nvPr>
            <p:ph type="pic" sz="quarter" idx="14"/>
          </p:nvPr>
        </p:nvSpPr>
        <p:spPr>
          <a:xfrm>
            <a:off x="0" y="0"/>
            <a:ext cx="12191999" cy="5425440"/>
          </a:xfrm>
          <a:blipFill dpi="0" rotWithShape="1">
            <a:blip r:embed="rId2">
              <a:alphaModFix amt="60000"/>
            </a:blip>
            <a:srcRect/>
            <a:stretch>
              <a:fillRect/>
            </a:stretch>
          </a:blipFill>
        </p:spPr>
        <p:txBody>
          <a:bodyPr/>
          <a:lstStyle/>
          <a:p>
            <a:r>
              <a:rPr lang="de-DE"/>
              <a:t>Bild durch Klicken auf Symbol hinzufügen</a:t>
            </a:r>
            <a:endParaRPr lang="en-US" dirty="0"/>
          </a:p>
        </p:txBody>
      </p:sp>
    </p:spTree>
    <p:extLst>
      <p:ext uri="{BB962C8B-B14F-4D97-AF65-F5344CB8AC3E}">
        <p14:creationId xmlns:p14="http://schemas.microsoft.com/office/powerpoint/2010/main" val="3590089743"/>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with Picture and Da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09728" y="5032197"/>
            <a:ext cx="10683240" cy="1814597"/>
          </a:xfrm>
        </p:spPr>
        <p:txBody>
          <a:bodyPr anchor="b">
            <a:normAutofit/>
          </a:bodyPr>
          <a:lstStyle>
            <a:lvl1pPr algn="l">
              <a:defRPr sz="5600"/>
            </a:lvl1pPr>
          </a:lstStyle>
          <a:p>
            <a:r>
              <a:rPr lang="de-DE"/>
              <a:t>Mastertitelformat bearbeiten</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33582" y="4184423"/>
            <a:ext cx="5086118" cy="480373"/>
          </a:xfrm>
        </p:spPr>
        <p:txBody>
          <a:bodyPr anchor="t" anchorCtr="0">
            <a:normAutofit/>
          </a:bodyPr>
          <a:lstStyle>
            <a:lvl1pPr marL="0" indent="0" algn="l">
              <a:buNone/>
              <a:defRPr sz="1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Master-Untertitelformat bearbeiten</a:t>
            </a:r>
            <a:endParaRPr lang="en-US" dirty="0"/>
          </a:p>
        </p:txBody>
      </p:sp>
      <p:sp>
        <p:nvSpPr>
          <p:cNvPr id="6" name="Picture Placeholder 10">
            <a:extLst>
              <a:ext uri="{FF2B5EF4-FFF2-40B4-BE49-F238E27FC236}">
                <a16:creationId xmlns:a16="http://schemas.microsoft.com/office/drawing/2014/main" id="{C58F7861-05FC-CC70-0C94-F3BAE39E54EB}"/>
              </a:ext>
            </a:extLst>
          </p:cNvPr>
          <p:cNvSpPr>
            <a:spLocks noGrp="1"/>
          </p:cNvSpPr>
          <p:nvPr>
            <p:ph type="pic" sz="quarter" idx="13"/>
          </p:nvPr>
        </p:nvSpPr>
        <p:spPr>
          <a:xfrm>
            <a:off x="-1" y="0"/>
            <a:ext cx="12192000" cy="4000500"/>
          </a:xfrm>
          <a:blipFill dpi="0" rotWithShape="1">
            <a:blip r:embed="rId2">
              <a:alphaModFix amt="60000"/>
            </a:blip>
            <a:srcRect/>
            <a:stretch>
              <a:fillRect t="-218" b="218"/>
            </a:stretch>
          </a:blipFill>
        </p:spPr>
        <p:txBody>
          <a:bodyPr/>
          <a:lstStyle/>
          <a:p>
            <a:r>
              <a:rPr lang="de-DE"/>
              <a:t>Bild durch Klicken auf Symbol hinzufügen</a:t>
            </a:r>
            <a:endParaRPr lang="en-US" dirty="0"/>
          </a:p>
        </p:txBody>
      </p:sp>
      <p:pic>
        <p:nvPicPr>
          <p:cNvPr id="4" name="Graphic 3">
            <a:extLst>
              <a:ext uri="{FF2B5EF4-FFF2-40B4-BE49-F238E27FC236}">
                <a16:creationId xmlns:a16="http://schemas.microsoft.com/office/drawing/2014/main" id="{94CFF3B0-895D-60C4-CB96-5BF3CBA34563}"/>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10956289" y="5753627"/>
            <a:ext cx="1005840" cy="1005840"/>
          </a:xfrm>
          <a:prstGeom prst="rect">
            <a:avLst/>
          </a:prstGeom>
        </p:spPr>
      </p:pic>
      <p:sp>
        <p:nvSpPr>
          <p:cNvPr id="8" name="Text Placeholder 7">
            <a:extLst>
              <a:ext uri="{FF2B5EF4-FFF2-40B4-BE49-F238E27FC236}">
                <a16:creationId xmlns:a16="http://schemas.microsoft.com/office/drawing/2014/main" id="{11837CCC-4341-C0BA-0887-EAECDEF9BF39}"/>
              </a:ext>
            </a:extLst>
          </p:cNvPr>
          <p:cNvSpPr>
            <a:spLocks noGrp="1"/>
          </p:cNvSpPr>
          <p:nvPr>
            <p:ph type="body" sz="quarter" idx="15"/>
          </p:nvPr>
        </p:nvSpPr>
        <p:spPr>
          <a:xfrm>
            <a:off x="5381981" y="4184423"/>
            <a:ext cx="3494314" cy="480373"/>
          </a:xfrm>
        </p:spPr>
        <p:txBody>
          <a:bodyPr/>
          <a:lstStyle/>
          <a:p>
            <a:pPr lvl="0"/>
            <a:r>
              <a:rPr lang="de-DE"/>
              <a:t>Mastertextformat bearbeiten</a:t>
            </a:r>
          </a:p>
        </p:txBody>
      </p:sp>
    </p:spTree>
    <p:extLst>
      <p:ext uri="{BB962C8B-B14F-4D97-AF65-F5344CB8AC3E}">
        <p14:creationId xmlns:p14="http://schemas.microsoft.com/office/powerpoint/2010/main" val="202887643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reserve="1">
  <p:cSld name="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09728" y="1098361"/>
            <a:ext cx="7478991" cy="3635797"/>
          </a:xfrm>
        </p:spPr>
        <p:txBody>
          <a:bodyPr anchor="t">
            <a:normAutofit/>
          </a:bodyPr>
          <a:lstStyle>
            <a:lvl1pPr algn="l">
              <a:defRPr sz="5600"/>
            </a:lvl1pPr>
          </a:lstStyle>
          <a:p>
            <a:r>
              <a:rPr lang="de-DE"/>
              <a:t>Mastertitelformat bearbeiten</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37160" y="5173140"/>
            <a:ext cx="6655522" cy="1545336"/>
          </a:xfrm>
        </p:spPr>
        <p:txBody>
          <a:bodyPr anchor="b">
            <a:normAutofit/>
          </a:bodyPr>
          <a:lstStyle>
            <a:lvl1pPr marL="0" indent="0" algn="l">
              <a:buNone/>
              <a:defRPr sz="1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Master-Untertitelformat bearbeiten</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AA151B69-C3BF-944C-A529-BF23B9B0354A}" type="datetime1">
              <a:rPr lang="en-US" smtClean="0"/>
              <a:t>3/9/2026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dirty="0"/>
              <a:t>Shaping the future of our industry</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403670895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reserve="1">
  <p:cSld name="Titl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91440" y="1091983"/>
            <a:ext cx="7876287" cy="3592629"/>
          </a:xfrm>
        </p:spPr>
        <p:txBody>
          <a:bodyPr anchor="b">
            <a:normAutofit/>
          </a:bodyPr>
          <a:lstStyle>
            <a:lvl1pPr algn="l">
              <a:defRPr sz="5600"/>
            </a:lvl1pPr>
          </a:lstStyle>
          <a:p>
            <a:r>
              <a:rPr lang="de-DE"/>
              <a:t>Mastertitelformat bearbeiten</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35854" y="4854882"/>
            <a:ext cx="7375466" cy="1014984"/>
          </a:xfrm>
        </p:spPr>
        <p:txBody>
          <a:bodyPr anchor="t">
            <a:normAutofit/>
          </a:bodyPr>
          <a:lstStyle>
            <a:lvl1pPr marL="0" indent="0" algn="l">
              <a:buNone/>
              <a:defRPr sz="1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Master-Untertitelformat bearbeiten</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4F620807-064A-8E4B-A41C-02C9BA5FCC44}" type="datetime1">
              <a:rPr lang="en-US" smtClean="0"/>
              <a:t>3/9/2026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dirty="0"/>
              <a:t>Shaping the future of our industry</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79097956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type="title" preserve="1">
  <p:cSld name="Titl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981200" y="1318302"/>
            <a:ext cx="8229600" cy="2621154"/>
          </a:xfrm>
        </p:spPr>
        <p:txBody>
          <a:bodyPr anchor="b">
            <a:normAutofit/>
          </a:bodyPr>
          <a:lstStyle>
            <a:lvl1pPr algn="ctr">
              <a:defRPr sz="5600"/>
            </a:lvl1pPr>
          </a:lstStyle>
          <a:p>
            <a:r>
              <a:rPr lang="de-DE"/>
              <a:t>Mastertitelformat bearbeiten</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301923" y="4039647"/>
            <a:ext cx="7588155" cy="1414091"/>
          </a:xfrm>
        </p:spPr>
        <p:txBody>
          <a:bodyPr>
            <a:normAutofit/>
          </a:bodyPr>
          <a:lstStyle>
            <a:lvl1pPr marL="0" indent="0" algn="ctr">
              <a:buNone/>
              <a:defRPr sz="1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Master-Untertitelformat bearbeiten</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E67DB571-2B24-BA4A-9049-EA4215FD67DE}" type="datetime1">
              <a:rPr lang="en-US" smtClean="0"/>
              <a:t>3/9/2026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dirty="0"/>
              <a:t>Shaping the future of our industry</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642622288"/>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Abschnitts-&#10;überschrif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09728" y="2269717"/>
            <a:ext cx="7772400" cy="4572000"/>
          </a:xfrm>
        </p:spPr>
        <p:txBody>
          <a:bodyPr anchor="b">
            <a:normAutofit/>
          </a:bodyPr>
          <a:lstStyle>
            <a:lvl1pPr algn="l">
              <a:defRPr sz="5600"/>
            </a:lvl1pPr>
          </a:lstStyle>
          <a:p>
            <a:r>
              <a:rPr lang="de-DE"/>
              <a:t>Mastertitelformat bearbeiten</a:t>
            </a:r>
            <a:endParaRPr lang="en-US" dirty="0"/>
          </a:p>
        </p:txBody>
      </p:sp>
      <p:sp>
        <p:nvSpPr>
          <p:cNvPr id="3" name="Subtitle 2">
            <a:extLst>
              <a:ext uri="{FF2B5EF4-FFF2-40B4-BE49-F238E27FC236}">
                <a16:creationId xmlns:a16="http://schemas.microsoft.com/office/drawing/2014/main" id="{F65490DB-50BD-D824-9EFB-809216160670}"/>
              </a:ext>
            </a:extLst>
          </p:cNvPr>
          <p:cNvSpPr>
            <a:spLocks noGrp="1"/>
          </p:cNvSpPr>
          <p:nvPr>
            <p:ph type="subTitle" idx="1"/>
          </p:nvPr>
        </p:nvSpPr>
        <p:spPr>
          <a:xfrm>
            <a:off x="137160" y="548640"/>
            <a:ext cx="7772400" cy="594360"/>
          </a:xfrm>
        </p:spPr>
        <p:txBody>
          <a:bodyPr anchor="t">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Master-Untertitelformat bearbeiten</a:t>
            </a:r>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C9671780-7FBB-3748-B88F-20A74E2E1CB6}" type="datetime1">
              <a:rPr lang="en-US" smtClean="0"/>
              <a:t>3/9/2026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dirty="0"/>
              <a:t>Shaping the future of our industry</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6123156"/>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ection Header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09728" y="114301"/>
            <a:ext cx="7315200" cy="2671562"/>
          </a:xfrm>
        </p:spPr>
        <p:txBody>
          <a:bodyPr anchor="b">
            <a:normAutofit/>
          </a:bodyPr>
          <a:lstStyle>
            <a:lvl1pPr algn="l">
              <a:defRPr sz="5600"/>
            </a:lvl1pPr>
          </a:lstStyle>
          <a:p>
            <a:r>
              <a:rPr lang="de-DE"/>
              <a:t>Mastertitelformat bearbeiten</a:t>
            </a:r>
            <a:endParaRPr lang="en-US" dirty="0"/>
          </a:p>
        </p:txBody>
      </p:sp>
      <p:sp>
        <p:nvSpPr>
          <p:cNvPr id="6" name="Picture Placeholder 10">
            <a:extLst>
              <a:ext uri="{FF2B5EF4-FFF2-40B4-BE49-F238E27FC236}">
                <a16:creationId xmlns:a16="http://schemas.microsoft.com/office/drawing/2014/main" id="{C58F7861-05FC-CC70-0C94-F3BAE39E54EB}"/>
              </a:ext>
            </a:extLst>
          </p:cNvPr>
          <p:cNvSpPr>
            <a:spLocks noGrp="1"/>
          </p:cNvSpPr>
          <p:nvPr>
            <p:ph type="pic" sz="quarter" idx="13"/>
          </p:nvPr>
        </p:nvSpPr>
        <p:spPr>
          <a:xfrm>
            <a:off x="0" y="2857500"/>
            <a:ext cx="12192000" cy="4000500"/>
          </a:xfrm>
          <a:blipFill dpi="0" rotWithShape="1">
            <a:blip r:embed="rId2">
              <a:alphaModFix amt="60000"/>
            </a:blip>
            <a:srcRect/>
            <a:stretch>
              <a:fillRect t="-218" r="-2" b="218"/>
            </a:stretch>
          </a:blipFill>
        </p:spPr>
        <p:txBody>
          <a:bodyPr/>
          <a:lstStyle/>
          <a:p>
            <a:r>
              <a:rPr lang="de-DE"/>
              <a:t>Bild durch Klicken auf Symbol hinzufügen</a:t>
            </a:r>
            <a:endParaRPr lang="en-US" dirty="0"/>
          </a:p>
        </p:txBody>
      </p:sp>
      <p:pic>
        <p:nvPicPr>
          <p:cNvPr id="3" name="Graphic 2">
            <a:extLst>
              <a:ext uri="{FF2B5EF4-FFF2-40B4-BE49-F238E27FC236}">
                <a16:creationId xmlns:a16="http://schemas.microsoft.com/office/drawing/2014/main" id="{6967DE8C-DF56-7404-15E7-77E150B1B4A4}"/>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11242466" y="224984"/>
            <a:ext cx="731520" cy="731520"/>
          </a:xfrm>
          <a:prstGeom prst="rect">
            <a:avLst/>
          </a:prstGeom>
        </p:spPr>
      </p:pic>
    </p:spTree>
    <p:extLst>
      <p:ext uri="{BB962C8B-B14F-4D97-AF65-F5344CB8AC3E}">
        <p14:creationId xmlns:p14="http://schemas.microsoft.com/office/powerpoint/2010/main" val="99838928"/>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Section Header 3">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5983445" y="1212574"/>
            <a:ext cx="5895374" cy="5644887"/>
          </a:xfrm>
        </p:spPr>
        <p:txBody>
          <a:bodyPr anchor="b">
            <a:normAutofit/>
          </a:bodyPr>
          <a:lstStyle>
            <a:lvl1pPr algn="l">
              <a:defRPr sz="5600"/>
            </a:lvl1pPr>
          </a:lstStyle>
          <a:p>
            <a:r>
              <a:rPr lang="de-DE"/>
              <a:t>Mastertitelformat bearbeiten</a:t>
            </a:r>
            <a:endParaRPr lang="en-US" dirty="0"/>
          </a:p>
        </p:txBody>
      </p:sp>
      <p:sp>
        <p:nvSpPr>
          <p:cNvPr id="5" name="Picture Placeholder 10">
            <a:extLst>
              <a:ext uri="{FF2B5EF4-FFF2-40B4-BE49-F238E27FC236}">
                <a16:creationId xmlns:a16="http://schemas.microsoft.com/office/drawing/2014/main" id="{5321358E-4EAF-C9BD-ABF7-5C2164D213A1}"/>
              </a:ext>
            </a:extLst>
          </p:cNvPr>
          <p:cNvSpPr>
            <a:spLocks noGrp="1"/>
          </p:cNvSpPr>
          <p:nvPr>
            <p:ph type="pic" sz="quarter" idx="13"/>
          </p:nvPr>
        </p:nvSpPr>
        <p:spPr>
          <a:xfrm>
            <a:off x="0" y="0"/>
            <a:ext cx="5895374" cy="6858000"/>
          </a:xfrm>
          <a:blipFill dpi="0" rotWithShape="1">
            <a:blip r:embed="rId2">
              <a:alphaModFix amt="60000"/>
            </a:blip>
            <a:srcRect/>
            <a:stretch>
              <a:fillRect/>
            </a:stretch>
          </a:blipFill>
        </p:spPr>
        <p:txBody>
          <a:bodyPr/>
          <a:lstStyle/>
          <a:p>
            <a:r>
              <a:rPr lang="de-DE"/>
              <a:t>Bild durch Klicken auf Symbol hinzufügen</a:t>
            </a:r>
            <a:endParaRPr lang="en-US" dirty="0"/>
          </a:p>
        </p:txBody>
      </p:sp>
      <p:pic>
        <p:nvPicPr>
          <p:cNvPr id="3" name="Graphic 2">
            <a:extLst>
              <a:ext uri="{FF2B5EF4-FFF2-40B4-BE49-F238E27FC236}">
                <a16:creationId xmlns:a16="http://schemas.microsoft.com/office/drawing/2014/main" id="{B0168F88-6A7F-7AA8-0B4A-2A06A58A6B75}"/>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11242466" y="224984"/>
            <a:ext cx="731520" cy="731520"/>
          </a:xfrm>
          <a:prstGeom prst="rect">
            <a:avLst/>
          </a:prstGeom>
        </p:spPr>
      </p:pic>
    </p:spTree>
    <p:extLst>
      <p:ext uri="{BB962C8B-B14F-4D97-AF65-F5344CB8AC3E}">
        <p14:creationId xmlns:p14="http://schemas.microsoft.com/office/powerpoint/2010/main" val="4249596335"/>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ection Header 4">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09728" y="1181489"/>
            <a:ext cx="5895374" cy="5675972"/>
          </a:xfrm>
        </p:spPr>
        <p:txBody>
          <a:bodyPr anchor="b">
            <a:normAutofit/>
          </a:bodyPr>
          <a:lstStyle>
            <a:lvl1pPr algn="l">
              <a:defRPr sz="5600"/>
            </a:lvl1pPr>
          </a:lstStyle>
          <a:p>
            <a:r>
              <a:rPr lang="de-DE"/>
              <a:t>Mastertitelformat bearbeiten</a:t>
            </a:r>
            <a:endParaRPr lang="en-US" dirty="0"/>
          </a:p>
        </p:txBody>
      </p:sp>
      <p:sp>
        <p:nvSpPr>
          <p:cNvPr id="4" name="Picture Placeholder 10">
            <a:extLst>
              <a:ext uri="{FF2B5EF4-FFF2-40B4-BE49-F238E27FC236}">
                <a16:creationId xmlns:a16="http://schemas.microsoft.com/office/drawing/2014/main" id="{D7213002-AAC9-0545-0DF3-75872C41FB91}"/>
              </a:ext>
            </a:extLst>
          </p:cNvPr>
          <p:cNvSpPr>
            <a:spLocks noGrp="1"/>
          </p:cNvSpPr>
          <p:nvPr>
            <p:ph type="pic" sz="quarter" idx="13"/>
          </p:nvPr>
        </p:nvSpPr>
        <p:spPr>
          <a:xfrm>
            <a:off x="6296626" y="0"/>
            <a:ext cx="5895374" cy="6858000"/>
          </a:xfrm>
          <a:blipFill dpi="0" rotWithShape="1">
            <a:blip r:embed="rId2">
              <a:alphaModFix amt="60000"/>
            </a:blip>
            <a:srcRect/>
            <a:stretch>
              <a:fillRect/>
            </a:stretch>
          </a:blipFill>
        </p:spPr>
        <p:txBody>
          <a:bodyPr/>
          <a:lstStyle/>
          <a:p>
            <a:r>
              <a:rPr lang="de-DE"/>
              <a:t>Bild durch Klicken auf Symbol hinzufügen</a:t>
            </a:r>
            <a:endParaRPr lang="en-US" dirty="0"/>
          </a:p>
        </p:txBody>
      </p:sp>
      <p:pic>
        <p:nvPicPr>
          <p:cNvPr id="3" name="Graphic 2">
            <a:extLst>
              <a:ext uri="{FF2B5EF4-FFF2-40B4-BE49-F238E27FC236}">
                <a16:creationId xmlns:a16="http://schemas.microsoft.com/office/drawing/2014/main" id="{6E9C5FDC-0407-40A7-D7F3-BE000CB61B45}"/>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5381512" y="224984"/>
            <a:ext cx="731520" cy="731520"/>
          </a:xfrm>
          <a:prstGeom prst="rect">
            <a:avLst/>
          </a:prstGeom>
        </p:spPr>
      </p:pic>
    </p:spTree>
    <p:extLst>
      <p:ext uri="{BB962C8B-B14F-4D97-AF65-F5344CB8AC3E}">
        <p14:creationId xmlns:p14="http://schemas.microsoft.com/office/powerpoint/2010/main" val="10274554"/>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109728" y="963908"/>
            <a:ext cx="8467558" cy="1554480"/>
          </a:xfrm>
        </p:spPr>
        <p:txBody>
          <a:bodyPr anchor="b">
            <a:normAutofit/>
          </a:bodyPr>
          <a:lstStyle>
            <a:lvl1pPr>
              <a:defRPr sz="5600"/>
            </a:lvl1pPr>
          </a:lstStyle>
          <a:p>
            <a:r>
              <a:rPr lang="de-DE"/>
              <a:t>Mastertitelformat bearbeiten</a:t>
            </a:r>
            <a:endParaRPr lang="en-US" dirty="0"/>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08A568C9-D9B3-454D-85A6-8B9AADDA32A1}" type="datetime1">
              <a:rPr lang="en-US" smtClean="0"/>
              <a:t>3/9/2026</a:t>
            </a:fld>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r>
              <a:rPr lang="en-US" dirty="0"/>
              <a:t>Shaping the future of our industry</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135854" y="2633660"/>
            <a:ext cx="8467558" cy="3689909"/>
          </a:xfrm>
        </p:spPr>
        <p:txBody>
          <a:bodyPr>
            <a:normAutofit/>
          </a:bodyPr>
          <a:lstStyle>
            <a:lvl1pPr marL="0" indent="0">
              <a:buFont typeface="+mj-lt"/>
              <a:buNone/>
              <a:defRPr sz="1400"/>
            </a:lvl1pPr>
            <a:lvl2pPr marL="228600" indent="0">
              <a:buFont typeface="+mj-lt"/>
              <a:buNone/>
              <a:defRPr sz="1400"/>
            </a:lvl2pPr>
            <a:lvl3pPr marL="457200" indent="0">
              <a:buFont typeface="+mj-lt"/>
              <a:buNone/>
              <a:defRPr sz="1400"/>
            </a:lvl3pPr>
            <a:lvl4pPr marL="685800" indent="0">
              <a:buFont typeface="+mj-lt"/>
              <a:buNone/>
              <a:defRPr sz="1400"/>
            </a:lvl4pPr>
            <a:lvl5pPr marL="914400" indent="0">
              <a:buFont typeface="+mj-lt"/>
              <a:buNone/>
              <a:defRPr sz="1400"/>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Tree>
    <p:extLst>
      <p:ext uri="{BB962C8B-B14F-4D97-AF65-F5344CB8AC3E}">
        <p14:creationId xmlns:p14="http://schemas.microsoft.com/office/powerpoint/2010/main" val="230543611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Agenda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109728" y="113474"/>
            <a:ext cx="5986272" cy="1554480"/>
          </a:xfrm>
        </p:spPr>
        <p:txBody>
          <a:bodyPr anchor="b">
            <a:normAutofit/>
          </a:bodyPr>
          <a:lstStyle>
            <a:lvl1pPr>
              <a:defRPr sz="5600"/>
            </a:lvl1pPr>
          </a:lstStyle>
          <a:p>
            <a:r>
              <a:rPr lang="de-DE"/>
              <a:t>Mastertitelformat bearbeiten</a:t>
            </a:r>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7644383" y="109728"/>
            <a:ext cx="3840480" cy="365125"/>
          </a:xfrm>
        </p:spPr>
        <p:txBody>
          <a:bodyPr/>
          <a:lstStyle/>
          <a:p>
            <a:r>
              <a:rPr lang="en-US" dirty="0"/>
              <a:t>Shaping the future of our industry</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7644384" y="2755579"/>
            <a:ext cx="4412042" cy="4023360"/>
          </a:xfrm>
        </p:spPr>
        <p:txBody>
          <a:bodyPr>
            <a:normAutofit/>
          </a:bodyPr>
          <a:lstStyle>
            <a:lvl1pPr marL="0" indent="0">
              <a:buFont typeface="+mj-lt"/>
              <a:buNone/>
              <a:defRPr sz="1400"/>
            </a:lvl1pPr>
            <a:lvl2pPr marL="228600" indent="0">
              <a:buFont typeface="+mj-lt"/>
              <a:buNone/>
              <a:defRPr sz="1400"/>
            </a:lvl2pPr>
            <a:lvl3pPr marL="457200" indent="0">
              <a:buFont typeface="+mj-lt"/>
              <a:buNone/>
              <a:defRPr sz="1400"/>
            </a:lvl3pPr>
            <a:lvl4pPr marL="685800" indent="0">
              <a:buFont typeface="+mj-lt"/>
              <a:buNone/>
              <a:defRPr sz="1400"/>
            </a:lvl4pPr>
            <a:lvl5pPr marL="914400" indent="0">
              <a:buFont typeface="+mj-lt"/>
              <a:buNone/>
              <a:defRPr sz="1400"/>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pic>
        <p:nvPicPr>
          <p:cNvPr id="3" name="Graphic 2">
            <a:extLst>
              <a:ext uri="{FF2B5EF4-FFF2-40B4-BE49-F238E27FC236}">
                <a16:creationId xmlns:a16="http://schemas.microsoft.com/office/drawing/2014/main" id="{3F6704D6-1542-E251-88DF-906BEE80B51A}"/>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30461" y="5902452"/>
            <a:ext cx="731520" cy="731520"/>
          </a:xfrm>
          <a:prstGeom prst="rect">
            <a:avLst/>
          </a:prstGeom>
        </p:spPr>
      </p:pic>
    </p:spTree>
    <p:extLst>
      <p:ext uri="{BB962C8B-B14F-4D97-AF65-F5344CB8AC3E}">
        <p14:creationId xmlns:p14="http://schemas.microsoft.com/office/powerpoint/2010/main" val="176843609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Agenda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6234711" y="1161288"/>
            <a:ext cx="4663440" cy="1554480"/>
          </a:xfrm>
        </p:spPr>
        <p:txBody>
          <a:bodyPr anchor="b">
            <a:noAutofit/>
          </a:bodyPr>
          <a:lstStyle>
            <a:lvl1pPr>
              <a:defRPr sz="5600"/>
            </a:lvl1pPr>
          </a:lstStyle>
          <a:p>
            <a:r>
              <a:rPr lang="de-DE"/>
              <a:t>Mastertitelformat bearbeiten</a:t>
            </a:r>
            <a:endParaRPr lang="en-US" dirty="0"/>
          </a:p>
        </p:txBody>
      </p:sp>
      <p:sp>
        <p:nvSpPr>
          <p:cNvPr id="8" name="Picture Placeholder 7">
            <a:extLst>
              <a:ext uri="{FF2B5EF4-FFF2-40B4-BE49-F238E27FC236}">
                <a16:creationId xmlns:a16="http://schemas.microsoft.com/office/drawing/2014/main" id="{9AC20259-235D-F9C3-3788-C1457976F5AC}"/>
              </a:ext>
            </a:extLst>
          </p:cNvPr>
          <p:cNvSpPr>
            <a:spLocks noGrp="1"/>
          </p:cNvSpPr>
          <p:nvPr>
            <p:ph type="pic" sz="quarter" idx="14"/>
          </p:nvPr>
        </p:nvSpPr>
        <p:spPr>
          <a:xfrm>
            <a:off x="0" y="0"/>
            <a:ext cx="6099048" cy="6858000"/>
          </a:xfrm>
          <a:blipFill dpi="0" rotWithShape="1">
            <a:blip r:embed="rId2">
              <a:alphaModFix amt="60000"/>
            </a:blip>
            <a:srcRect/>
            <a:stretch>
              <a:fillRect/>
            </a:stretch>
          </a:blipFill>
        </p:spPr>
        <p:txBody>
          <a:bodyPr/>
          <a:lstStyle/>
          <a:p>
            <a:r>
              <a:rPr lang="de-DE"/>
              <a:t>Bild durch Klicken auf Symbol hinzufügen</a:t>
            </a:r>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6234710" y="109728"/>
            <a:ext cx="5303520" cy="365125"/>
          </a:xfrm>
        </p:spPr>
        <p:txBody>
          <a:bodyPr/>
          <a:lstStyle/>
          <a:p>
            <a:r>
              <a:rPr lang="en-US" dirty="0"/>
              <a:t>Shaping the future of our industry</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234711" y="2825496"/>
            <a:ext cx="4663440" cy="3337560"/>
          </a:xfrm>
        </p:spPr>
        <p:txBody>
          <a:bodyPr>
            <a:normAutofit/>
          </a:bodyPr>
          <a:lstStyle>
            <a:lvl1pPr marL="0" indent="0">
              <a:buFont typeface="+mj-lt"/>
              <a:buNone/>
              <a:defRPr sz="1400"/>
            </a:lvl1pPr>
            <a:lvl2pPr marL="228600" indent="0">
              <a:buFont typeface="+mj-lt"/>
              <a:buNone/>
              <a:defRPr sz="1400"/>
            </a:lvl2pPr>
            <a:lvl3pPr marL="457200" indent="0">
              <a:buFont typeface="+mj-lt"/>
              <a:buNone/>
              <a:defRPr sz="1400"/>
            </a:lvl3pPr>
            <a:lvl4pPr marL="685800" indent="0">
              <a:buFont typeface="+mj-lt"/>
              <a:buNone/>
              <a:defRPr sz="1400"/>
            </a:lvl4pPr>
            <a:lvl5pPr>
              <a:buFont typeface="+mj-lt"/>
              <a:buNone/>
              <a:defRPr sz="1400"/>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6234710" y="6400800"/>
            <a:ext cx="1996689" cy="365125"/>
          </a:xfrm>
        </p:spPr>
        <p:txBody>
          <a:bodyPr/>
          <a:lstStyle/>
          <a:p>
            <a:fld id="{186EAB84-8B9F-BB45-859A-B8723199B1EA}" type="datetime1">
              <a:rPr lang="en-US" smtClean="0"/>
              <a:t>3/9/2026</a:t>
            </a:fld>
            <a:endParaRPr lang="en-US" dirty="0"/>
          </a:p>
        </p:txBody>
      </p:sp>
    </p:spTree>
    <p:extLst>
      <p:ext uri="{BB962C8B-B14F-4D97-AF65-F5344CB8AC3E}">
        <p14:creationId xmlns:p14="http://schemas.microsoft.com/office/powerpoint/2010/main" val="319288219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Agenda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109727" y="182881"/>
            <a:ext cx="7430044" cy="3246120"/>
          </a:xfrm>
        </p:spPr>
        <p:txBody>
          <a:bodyPr anchor="t" anchorCtr="0">
            <a:noAutofit/>
          </a:bodyPr>
          <a:lstStyle>
            <a:lvl1pPr>
              <a:defRPr sz="5600"/>
            </a:lvl1pPr>
          </a:lstStyle>
          <a:p>
            <a:r>
              <a:rPr lang="de-DE"/>
              <a:t>Mastertitelformat bearbeiten</a:t>
            </a:r>
            <a:endParaRPr lang="en-US" dirty="0"/>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3418788" y="3611882"/>
            <a:ext cx="4120983" cy="3063237"/>
          </a:xfrm>
        </p:spPr>
        <p:txBody>
          <a:bodyPr anchor="b" anchorCtr="0">
            <a:normAutofit/>
          </a:bodyPr>
          <a:lstStyle>
            <a:lvl1pPr marL="0" indent="0" algn="r">
              <a:buFont typeface="+mj-lt"/>
              <a:buNone/>
              <a:defRPr sz="1400"/>
            </a:lvl1pPr>
            <a:lvl2pPr marL="228600" indent="0" algn="r">
              <a:buFont typeface="+mj-lt"/>
              <a:buNone/>
              <a:defRPr sz="1400"/>
            </a:lvl2pPr>
            <a:lvl3pPr marL="457200" indent="0" algn="r">
              <a:buFont typeface="+mj-lt"/>
              <a:buNone/>
              <a:defRPr sz="1400"/>
            </a:lvl3pPr>
            <a:lvl4pPr marL="685800" indent="0" algn="r">
              <a:buFont typeface="+mj-lt"/>
              <a:buNone/>
              <a:defRPr sz="1400"/>
            </a:lvl4pPr>
            <a:lvl5pPr algn="r">
              <a:buFont typeface="+mj-lt"/>
              <a:buNone/>
              <a:defRPr sz="1400"/>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7683495" y="109728"/>
            <a:ext cx="3840480" cy="365125"/>
          </a:xfrm>
        </p:spPr>
        <p:txBody>
          <a:bodyPr/>
          <a:lstStyle/>
          <a:p>
            <a:r>
              <a:rPr lang="en-US" dirty="0"/>
              <a:t>Shaping the future of our industry</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11" name="Picture Placeholder 10">
            <a:extLst>
              <a:ext uri="{FF2B5EF4-FFF2-40B4-BE49-F238E27FC236}">
                <a16:creationId xmlns:a16="http://schemas.microsoft.com/office/drawing/2014/main" id="{C7452E47-6DDB-EA53-7FB9-2BA726EB77DA}"/>
              </a:ext>
            </a:extLst>
          </p:cNvPr>
          <p:cNvSpPr>
            <a:spLocks noGrp="1"/>
          </p:cNvSpPr>
          <p:nvPr>
            <p:ph type="pic" sz="quarter" idx="14"/>
          </p:nvPr>
        </p:nvSpPr>
        <p:spPr>
          <a:xfrm>
            <a:off x="7805394" y="886048"/>
            <a:ext cx="4120983" cy="5719034"/>
          </a:xfrm>
          <a:blipFill dpi="0" rotWithShape="1">
            <a:blip r:embed="rId2">
              <a:alphaModFix amt="60000"/>
            </a:blip>
            <a:srcRect/>
            <a:stretch>
              <a:fillRect t="-46"/>
            </a:stretch>
          </a:blipFill>
        </p:spPr>
        <p:txBody>
          <a:bodyPr/>
          <a:lstStyle/>
          <a:p>
            <a:r>
              <a:rPr lang="de-DE"/>
              <a:t>Bild durch Klicken auf Symbol hinzufügen</a:t>
            </a:r>
            <a:endParaRPr lang="en-US" dirty="0"/>
          </a:p>
        </p:txBody>
      </p:sp>
      <p:pic>
        <p:nvPicPr>
          <p:cNvPr id="3" name="Graphic 2">
            <a:extLst>
              <a:ext uri="{FF2B5EF4-FFF2-40B4-BE49-F238E27FC236}">
                <a16:creationId xmlns:a16="http://schemas.microsoft.com/office/drawing/2014/main" id="{ADD6C4CC-D005-CA0E-11C2-EC0EC7277C3A}"/>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230461" y="5902452"/>
            <a:ext cx="731520" cy="731520"/>
          </a:xfrm>
          <a:prstGeom prst="rect">
            <a:avLst/>
          </a:prstGeom>
        </p:spPr>
      </p:pic>
    </p:spTree>
    <p:extLst>
      <p:ext uri="{BB962C8B-B14F-4D97-AF65-F5344CB8AC3E}">
        <p14:creationId xmlns:p14="http://schemas.microsoft.com/office/powerpoint/2010/main" val="141763097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11325" y="2385975"/>
            <a:ext cx="4325112" cy="2454796"/>
          </a:xfrm>
        </p:spPr>
        <p:txBody>
          <a:bodyPr>
            <a:normAutofit/>
          </a:bodyPr>
          <a:lstStyle>
            <a:lvl1pPr>
              <a:defRPr sz="5600"/>
            </a:lvl1pPr>
          </a:lstStyle>
          <a:p>
            <a:r>
              <a:rPr lang="de-DE"/>
              <a:t>Mastertitelformat bearbeiten</a:t>
            </a:r>
            <a:endParaRPr lang="en-US" dirty="0"/>
          </a:p>
        </p:txBody>
      </p:sp>
      <p:sp>
        <p:nvSpPr>
          <p:cNvPr id="3" name="Date Placeholder 2">
            <a:extLst>
              <a:ext uri="{FF2B5EF4-FFF2-40B4-BE49-F238E27FC236}">
                <a16:creationId xmlns:a16="http://schemas.microsoft.com/office/drawing/2014/main" id="{7EB9051D-F4ED-4EE6-2F1F-2E67035938D8}"/>
              </a:ext>
            </a:extLst>
          </p:cNvPr>
          <p:cNvSpPr>
            <a:spLocks noGrp="1"/>
          </p:cNvSpPr>
          <p:nvPr>
            <p:ph type="dt" sz="half" idx="14"/>
          </p:nvPr>
        </p:nvSpPr>
        <p:spPr/>
        <p:txBody>
          <a:bodyPr/>
          <a:lstStyle/>
          <a:p>
            <a:fld id="{DB0A124A-E73E-874D-AA4C-7EC16078588E}" type="datetime1">
              <a:rPr lang="en-US" smtClean="0"/>
              <a:t>3/9/2026</a:t>
            </a:fld>
            <a:endParaRPr lang="en-US" dirty="0"/>
          </a:p>
        </p:txBody>
      </p:sp>
      <p:sp>
        <p:nvSpPr>
          <p:cNvPr id="7" name="Footer Placeholder 6">
            <a:extLst>
              <a:ext uri="{FF2B5EF4-FFF2-40B4-BE49-F238E27FC236}">
                <a16:creationId xmlns:a16="http://schemas.microsoft.com/office/drawing/2014/main" id="{EB560304-B220-9740-0823-17F13E1DFD7F}"/>
              </a:ext>
            </a:extLst>
          </p:cNvPr>
          <p:cNvSpPr>
            <a:spLocks noGrp="1"/>
          </p:cNvSpPr>
          <p:nvPr>
            <p:ph type="ftr" sz="quarter" idx="15"/>
          </p:nvPr>
        </p:nvSpPr>
        <p:spPr/>
        <p:txBody>
          <a:bodyPr/>
          <a:lstStyle/>
          <a:p>
            <a:r>
              <a:rPr lang="en-US" dirty="0"/>
              <a:t>Shaping the future of our industry</a:t>
            </a:r>
          </a:p>
        </p:txBody>
      </p:sp>
      <p:sp>
        <p:nvSpPr>
          <p:cNvPr id="9" name="Slide Number Placeholder 8">
            <a:extLst>
              <a:ext uri="{FF2B5EF4-FFF2-40B4-BE49-F238E27FC236}">
                <a16:creationId xmlns:a16="http://schemas.microsoft.com/office/drawing/2014/main" id="{A6D8939A-F7AC-2C38-E1F0-99EA290DC600}"/>
              </a:ext>
            </a:extLst>
          </p:cNvPr>
          <p:cNvSpPr>
            <a:spLocks noGrp="1"/>
          </p:cNvSpPr>
          <p:nvPr>
            <p:ph type="sldNum" sz="quarter" idx="16"/>
          </p:nvPr>
        </p:nvSpPr>
        <p:spPr/>
        <p:txBody>
          <a:bodyPr/>
          <a:lstStyle/>
          <a:p>
            <a:fld id="{CC057153-B650-4DEB-B370-79DDCFDCE934}" type="slidenum">
              <a:rPr lang="en-US" smtClean="0"/>
              <a:pPr/>
              <a:t>‹#›</a:t>
            </a:fld>
            <a:endParaRPr lang="en-US" dirty="0"/>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5967195" y="2386584"/>
            <a:ext cx="4325112" cy="2459736"/>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Tree>
    <p:extLst>
      <p:ext uri="{BB962C8B-B14F-4D97-AF65-F5344CB8AC3E}">
        <p14:creationId xmlns:p14="http://schemas.microsoft.com/office/powerpoint/2010/main" val="272904074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11325" y="2258568"/>
            <a:ext cx="3813048" cy="3557016"/>
          </a:xfrm>
        </p:spPr>
        <p:txBody>
          <a:bodyPr>
            <a:normAutofit/>
          </a:bodyPr>
          <a:lstStyle>
            <a:lvl1pPr>
              <a:defRPr sz="5600"/>
            </a:lvl1pPr>
          </a:lstStyle>
          <a:p>
            <a:r>
              <a:rPr lang="de-DE"/>
              <a:t>Mastertitelformat bearbeiten</a:t>
            </a:r>
            <a:endParaRPr lang="en-US" dirty="0"/>
          </a:p>
        </p:txBody>
      </p:sp>
      <p:sp>
        <p:nvSpPr>
          <p:cNvPr id="4" name="Date Placeholder 3">
            <a:extLst>
              <a:ext uri="{FF2B5EF4-FFF2-40B4-BE49-F238E27FC236}">
                <a16:creationId xmlns:a16="http://schemas.microsoft.com/office/drawing/2014/main" id="{E9A6E205-DD57-FBC4-5DED-E99550EF4165}"/>
              </a:ext>
            </a:extLst>
          </p:cNvPr>
          <p:cNvSpPr>
            <a:spLocks noGrp="1"/>
          </p:cNvSpPr>
          <p:nvPr>
            <p:ph type="dt" sz="half" idx="14"/>
          </p:nvPr>
        </p:nvSpPr>
        <p:spPr/>
        <p:txBody>
          <a:bodyPr/>
          <a:lstStyle/>
          <a:p>
            <a:fld id="{0A480AC4-DAB6-D74A-AC36-6669282A20D3}" type="datetime1">
              <a:rPr lang="en-US" smtClean="0"/>
              <a:t>3/9/2026</a:t>
            </a:fld>
            <a:endParaRPr lang="en-US" dirty="0"/>
          </a:p>
        </p:txBody>
      </p:sp>
      <p:sp>
        <p:nvSpPr>
          <p:cNvPr id="5" name="Footer Placeholder 4">
            <a:extLst>
              <a:ext uri="{FF2B5EF4-FFF2-40B4-BE49-F238E27FC236}">
                <a16:creationId xmlns:a16="http://schemas.microsoft.com/office/drawing/2014/main" id="{184B512B-D856-A4D7-B029-66A5D5390F56}"/>
              </a:ext>
            </a:extLst>
          </p:cNvPr>
          <p:cNvSpPr>
            <a:spLocks noGrp="1"/>
          </p:cNvSpPr>
          <p:nvPr>
            <p:ph type="ftr" sz="quarter" idx="15"/>
          </p:nvPr>
        </p:nvSpPr>
        <p:spPr>
          <a:xfrm>
            <a:off x="5519738" y="110364"/>
            <a:ext cx="5303520" cy="365125"/>
          </a:xfrm>
        </p:spPr>
        <p:txBody>
          <a:bodyPr/>
          <a:lstStyle/>
          <a:p>
            <a:r>
              <a:rPr lang="en-US" dirty="0"/>
              <a:t>Shaping the future of our industry</a:t>
            </a:r>
          </a:p>
        </p:txBody>
      </p:sp>
      <p:sp>
        <p:nvSpPr>
          <p:cNvPr id="6" name="Slide Number Placeholder 5">
            <a:extLst>
              <a:ext uri="{FF2B5EF4-FFF2-40B4-BE49-F238E27FC236}">
                <a16:creationId xmlns:a16="http://schemas.microsoft.com/office/drawing/2014/main" id="{E560A97A-5A12-4677-BCBD-51459685557D}"/>
              </a:ext>
            </a:extLst>
          </p:cNvPr>
          <p:cNvSpPr>
            <a:spLocks noGrp="1"/>
          </p:cNvSpPr>
          <p:nvPr>
            <p:ph type="sldNum" sz="quarter" idx="16"/>
          </p:nvPr>
        </p:nvSpPr>
        <p:spPr/>
        <p:txBody>
          <a:bodyPr/>
          <a:lstStyle/>
          <a:p>
            <a:fld id="{CC057153-B650-4DEB-B370-79DDCFDCE934}" type="slidenum">
              <a:rPr lang="en-US" smtClean="0"/>
              <a:pPr/>
              <a:t>‹#›</a:t>
            </a:fld>
            <a:endParaRPr lang="en-US" dirty="0"/>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519738" y="2254250"/>
            <a:ext cx="4956175" cy="355600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Tree>
    <p:extLst>
      <p:ext uri="{BB962C8B-B14F-4D97-AF65-F5344CB8AC3E}">
        <p14:creationId xmlns:p14="http://schemas.microsoft.com/office/powerpoint/2010/main" val="404958042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Conten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11325" y="1537853"/>
            <a:ext cx="4145582" cy="4638825"/>
          </a:xfrm>
        </p:spPr>
        <p:txBody>
          <a:bodyPr>
            <a:normAutofit/>
          </a:bodyPr>
          <a:lstStyle>
            <a:lvl1pPr>
              <a:defRPr sz="5600"/>
            </a:lvl1pPr>
          </a:lstStyle>
          <a:p>
            <a:r>
              <a:rPr lang="de-DE"/>
              <a:t>Mastertitelformat bearbeiten</a:t>
            </a:r>
            <a:endParaRPr lang="en-US" dirty="0"/>
          </a:p>
        </p:txBody>
      </p:sp>
      <p:sp>
        <p:nvSpPr>
          <p:cNvPr id="3" name="Date Placeholder 2">
            <a:extLst>
              <a:ext uri="{FF2B5EF4-FFF2-40B4-BE49-F238E27FC236}">
                <a16:creationId xmlns:a16="http://schemas.microsoft.com/office/drawing/2014/main" id="{1C01A47F-D821-7876-3381-2937FE3E547B}"/>
              </a:ext>
            </a:extLst>
          </p:cNvPr>
          <p:cNvSpPr>
            <a:spLocks noGrp="1"/>
          </p:cNvSpPr>
          <p:nvPr>
            <p:ph type="dt" sz="half" idx="14"/>
          </p:nvPr>
        </p:nvSpPr>
        <p:spPr/>
        <p:txBody>
          <a:bodyPr/>
          <a:lstStyle/>
          <a:p>
            <a:fld id="{FA3531C4-A97A-4D42-9B1F-1AD72B1B6772}" type="datetime1">
              <a:rPr lang="en-US" smtClean="0"/>
              <a:t>3/9/2026</a:t>
            </a:fld>
            <a:endParaRPr lang="en-US" dirty="0"/>
          </a:p>
        </p:txBody>
      </p:sp>
      <p:sp>
        <p:nvSpPr>
          <p:cNvPr id="7" name="Footer Placeholder 6">
            <a:extLst>
              <a:ext uri="{FF2B5EF4-FFF2-40B4-BE49-F238E27FC236}">
                <a16:creationId xmlns:a16="http://schemas.microsoft.com/office/drawing/2014/main" id="{3CC02357-BEAA-E8CA-E970-6C1EFE4BC11C}"/>
              </a:ext>
            </a:extLst>
          </p:cNvPr>
          <p:cNvSpPr>
            <a:spLocks noGrp="1"/>
          </p:cNvSpPr>
          <p:nvPr>
            <p:ph type="ftr" sz="quarter" idx="15"/>
          </p:nvPr>
        </p:nvSpPr>
        <p:spPr>
          <a:xfrm>
            <a:off x="5519737" y="109728"/>
            <a:ext cx="5303520" cy="365125"/>
          </a:xfrm>
        </p:spPr>
        <p:txBody>
          <a:bodyPr/>
          <a:lstStyle/>
          <a:p>
            <a:r>
              <a:rPr lang="en-US" dirty="0"/>
              <a:t>Shaping the future of our industry</a:t>
            </a:r>
          </a:p>
        </p:txBody>
      </p:sp>
      <p:sp>
        <p:nvSpPr>
          <p:cNvPr id="9" name="Slide Number Placeholder 8">
            <a:extLst>
              <a:ext uri="{FF2B5EF4-FFF2-40B4-BE49-F238E27FC236}">
                <a16:creationId xmlns:a16="http://schemas.microsoft.com/office/drawing/2014/main" id="{7F79E63C-8932-DE7E-9CD9-7BDEC967CCFC}"/>
              </a:ext>
            </a:extLst>
          </p:cNvPr>
          <p:cNvSpPr>
            <a:spLocks noGrp="1"/>
          </p:cNvSpPr>
          <p:nvPr>
            <p:ph type="sldNum" sz="quarter" idx="16"/>
          </p:nvPr>
        </p:nvSpPr>
        <p:spPr/>
        <p:txBody>
          <a:bodyPr/>
          <a:lstStyle/>
          <a:p>
            <a:fld id="{CC057153-B650-4DEB-B370-79DDCFDCE934}" type="slidenum">
              <a:rPr lang="en-US" smtClean="0"/>
              <a:pPr/>
              <a:t>‹#›</a:t>
            </a:fld>
            <a:endParaRPr lang="en-US" dirty="0"/>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519738" y="1538288"/>
            <a:ext cx="5681662" cy="4818062"/>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Tree>
    <p:extLst>
      <p:ext uri="{BB962C8B-B14F-4D97-AF65-F5344CB8AC3E}">
        <p14:creationId xmlns:p14="http://schemas.microsoft.com/office/powerpoint/2010/main" val="26833284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Conten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11325" y="877456"/>
            <a:ext cx="4142232" cy="4940661"/>
          </a:xfrm>
        </p:spPr>
        <p:txBody>
          <a:bodyPr>
            <a:normAutofit/>
          </a:bodyPr>
          <a:lstStyle>
            <a:lvl1pPr>
              <a:defRPr sz="5600"/>
            </a:lvl1pPr>
          </a:lstStyle>
          <a:p>
            <a:r>
              <a:rPr lang="de-DE"/>
              <a:t>Mastertitelformat bearbeiten</a:t>
            </a:r>
            <a:endParaRPr lang="en-US" dirty="0"/>
          </a:p>
        </p:txBody>
      </p:sp>
      <p:sp>
        <p:nvSpPr>
          <p:cNvPr id="3" name="Date Placeholder 2">
            <a:extLst>
              <a:ext uri="{FF2B5EF4-FFF2-40B4-BE49-F238E27FC236}">
                <a16:creationId xmlns:a16="http://schemas.microsoft.com/office/drawing/2014/main" id="{1B790955-8D95-9784-B4EA-C7C09D75A0B4}"/>
              </a:ext>
            </a:extLst>
          </p:cNvPr>
          <p:cNvSpPr>
            <a:spLocks noGrp="1"/>
          </p:cNvSpPr>
          <p:nvPr>
            <p:ph type="dt" sz="half" idx="14"/>
          </p:nvPr>
        </p:nvSpPr>
        <p:spPr/>
        <p:txBody>
          <a:bodyPr/>
          <a:lstStyle/>
          <a:p>
            <a:fld id="{AAE0B33F-6CFB-4143-B242-11B4795772AE}" type="datetime1">
              <a:rPr lang="en-US" smtClean="0"/>
              <a:t>3/9/2026</a:t>
            </a:fld>
            <a:endParaRPr lang="en-US" dirty="0"/>
          </a:p>
        </p:txBody>
      </p:sp>
      <p:sp>
        <p:nvSpPr>
          <p:cNvPr id="7" name="Footer Placeholder 6">
            <a:extLst>
              <a:ext uri="{FF2B5EF4-FFF2-40B4-BE49-F238E27FC236}">
                <a16:creationId xmlns:a16="http://schemas.microsoft.com/office/drawing/2014/main" id="{60F7A256-B5DD-AEAE-EEC2-A058A7A3A1C0}"/>
              </a:ext>
            </a:extLst>
          </p:cNvPr>
          <p:cNvSpPr>
            <a:spLocks noGrp="1"/>
          </p:cNvSpPr>
          <p:nvPr>
            <p:ph type="ftr" sz="quarter" idx="15"/>
          </p:nvPr>
        </p:nvSpPr>
        <p:spPr>
          <a:xfrm>
            <a:off x="5522912" y="109728"/>
            <a:ext cx="5303520" cy="365125"/>
          </a:xfrm>
        </p:spPr>
        <p:txBody>
          <a:bodyPr/>
          <a:lstStyle/>
          <a:p>
            <a:r>
              <a:rPr lang="en-US" dirty="0"/>
              <a:t>Shaping the future of our industry</a:t>
            </a:r>
          </a:p>
        </p:txBody>
      </p:sp>
      <p:sp>
        <p:nvSpPr>
          <p:cNvPr id="9" name="Slide Number Placeholder 8">
            <a:extLst>
              <a:ext uri="{FF2B5EF4-FFF2-40B4-BE49-F238E27FC236}">
                <a16:creationId xmlns:a16="http://schemas.microsoft.com/office/drawing/2014/main" id="{8F95F3F2-351A-F793-9D92-1C0F2F54D066}"/>
              </a:ext>
            </a:extLst>
          </p:cNvPr>
          <p:cNvSpPr>
            <a:spLocks noGrp="1"/>
          </p:cNvSpPr>
          <p:nvPr>
            <p:ph type="sldNum" sz="quarter" idx="16"/>
          </p:nvPr>
        </p:nvSpPr>
        <p:spPr/>
        <p:txBody>
          <a:bodyPr/>
          <a:lstStyle/>
          <a:p>
            <a:fld id="{CC057153-B650-4DEB-B370-79DDCFDCE934}" type="slidenum">
              <a:rPr lang="en-US" smtClean="0"/>
              <a:pPr/>
              <a:t>‹#›</a:t>
            </a:fld>
            <a:endParaRPr lang="en-US" dirty="0"/>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5522913" y="877456"/>
            <a:ext cx="6159500" cy="5390822"/>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Tree>
    <p:extLst>
      <p:ext uri="{BB962C8B-B14F-4D97-AF65-F5344CB8AC3E}">
        <p14:creationId xmlns:p14="http://schemas.microsoft.com/office/powerpoint/2010/main" val="209472785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ntent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9728" y="903249"/>
            <a:ext cx="3494314" cy="5719639"/>
          </a:xfrm>
        </p:spPr>
        <p:txBody>
          <a:bodyPr>
            <a:normAutofit/>
          </a:bodyPr>
          <a:lstStyle>
            <a:lvl1pPr>
              <a:defRPr sz="5600"/>
            </a:lvl1pPr>
          </a:lstStyle>
          <a:p>
            <a:r>
              <a:rPr lang="de-DE"/>
              <a:t>Mastertitelformat bearbeiten</a:t>
            </a:r>
            <a:endParaRPr lang="en-US" dirty="0"/>
          </a:p>
        </p:txBody>
      </p:sp>
      <p:sp>
        <p:nvSpPr>
          <p:cNvPr id="3" name="Date Placeholder 2">
            <a:extLst>
              <a:ext uri="{FF2B5EF4-FFF2-40B4-BE49-F238E27FC236}">
                <a16:creationId xmlns:a16="http://schemas.microsoft.com/office/drawing/2014/main" id="{E39A45F9-D752-7EB2-0FD4-546577BB91A5}"/>
              </a:ext>
            </a:extLst>
          </p:cNvPr>
          <p:cNvSpPr>
            <a:spLocks noGrp="1"/>
          </p:cNvSpPr>
          <p:nvPr>
            <p:ph type="dt" sz="half" idx="14"/>
          </p:nvPr>
        </p:nvSpPr>
        <p:spPr/>
        <p:txBody>
          <a:bodyPr/>
          <a:lstStyle/>
          <a:p>
            <a:fld id="{799F4F94-C660-894A-AD11-4D48451EE4A9}" type="datetime1">
              <a:rPr lang="en-US" smtClean="0"/>
              <a:t>3/9/2026</a:t>
            </a:fld>
            <a:endParaRPr lang="en-US" dirty="0"/>
          </a:p>
        </p:txBody>
      </p:sp>
      <p:sp>
        <p:nvSpPr>
          <p:cNvPr id="7" name="Footer Placeholder 6">
            <a:extLst>
              <a:ext uri="{FF2B5EF4-FFF2-40B4-BE49-F238E27FC236}">
                <a16:creationId xmlns:a16="http://schemas.microsoft.com/office/drawing/2014/main" id="{DAB751DE-CFA1-0605-E728-7DD2ABD975A0}"/>
              </a:ext>
            </a:extLst>
          </p:cNvPr>
          <p:cNvSpPr>
            <a:spLocks noGrp="1"/>
          </p:cNvSpPr>
          <p:nvPr>
            <p:ph type="ftr" sz="quarter" idx="15"/>
          </p:nvPr>
        </p:nvSpPr>
        <p:spPr>
          <a:xfrm>
            <a:off x="4504267" y="109728"/>
            <a:ext cx="5303520" cy="365125"/>
          </a:xfrm>
        </p:spPr>
        <p:txBody>
          <a:bodyPr/>
          <a:lstStyle/>
          <a:p>
            <a:r>
              <a:rPr lang="en-US" dirty="0"/>
              <a:t>Shaping the future of our industry</a:t>
            </a:r>
          </a:p>
        </p:txBody>
      </p:sp>
      <p:sp>
        <p:nvSpPr>
          <p:cNvPr id="9" name="Slide Number Placeholder 8">
            <a:extLst>
              <a:ext uri="{FF2B5EF4-FFF2-40B4-BE49-F238E27FC236}">
                <a16:creationId xmlns:a16="http://schemas.microsoft.com/office/drawing/2014/main" id="{2A40E780-F825-EA94-5452-0063FF735746}"/>
              </a:ext>
            </a:extLst>
          </p:cNvPr>
          <p:cNvSpPr>
            <a:spLocks noGrp="1"/>
          </p:cNvSpPr>
          <p:nvPr>
            <p:ph type="sldNum" sz="quarter" idx="16"/>
          </p:nvPr>
        </p:nvSpPr>
        <p:spPr/>
        <p:txBody>
          <a:bodyPr/>
          <a:lstStyle/>
          <a:p>
            <a:fld id="{CC057153-B650-4DEB-B370-79DDCFDCE934}" type="slidenum">
              <a:rPr lang="en-US" smtClean="0"/>
              <a:pPr/>
              <a:t>‹#›</a:t>
            </a:fld>
            <a:endParaRPr lang="en-US" dirty="0"/>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504268" y="903249"/>
            <a:ext cx="7315200" cy="580644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Tree>
    <p:extLst>
      <p:ext uri="{BB962C8B-B14F-4D97-AF65-F5344CB8AC3E}">
        <p14:creationId xmlns:p14="http://schemas.microsoft.com/office/powerpoint/2010/main" val="211227042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9728" y="191669"/>
            <a:ext cx="11946698" cy="1463040"/>
          </a:xfrm>
        </p:spPr>
        <p:txBody>
          <a:bodyPr>
            <a:normAutofit/>
          </a:bodyPr>
          <a:lstStyle>
            <a:lvl1pPr>
              <a:defRPr sz="5600"/>
            </a:lvl1pPr>
          </a:lstStyle>
          <a:p>
            <a:r>
              <a:rPr lang="de-DE"/>
              <a:t>Mastertitelformat bearbeiten</a:t>
            </a:r>
            <a:endParaRPr lang="en-US" dirty="0"/>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3017520" y="2103120"/>
            <a:ext cx="9038906" cy="4061197"/>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3" name="Date Placeholder 2">
            <a:extLst>
              <a:ext uri="{FF2B5EF4-FFF2-40B4-BE49-F238E27FC236}">
                <a16:creationId xmlns:a16="http://schemas.microsoft.com/office/drawing/2014/main" id="{E39A45F9-D752-7EB2-0FD4-546577BB91A5}"/>
              </a:ext>
            </a:extLst>
          </p:cNvPr>
          <p:cNvSpPr>
            <a:spLocks noGrp="1"/>
          </p:cNvSpPr>
          <p:nvPr>
            <p:ph type="dt" sz="half" idx="14"/>
          </p:nvPr>
        </p:nvSpPr>
        <p:spPr>
          <a:xfrm>
            <a:off x="139035" y="6400800"/>
            <a:ext cx="2103120" cy="365125"/>
          </a:xfrm>
        </p:spPr>
        <p:txBody>
          <a:bodyPr/>
          <a:lstStyle/>
          <a:p>
            <a:fld id="{B3357DF9-7077-594C-A5D7-CD1BEEE572C7}" type="datetime1">
              <a:rPr lang="en-US" smtClean="0"/>
              <a:t>3/9/2026</a:t>
            </a:fld>
            <a:endParaRPr lang="en-US" dirty="0"/>
          </a:p>
        </p:txBody>
      </p:sp>
      <p:sp>
        <p:nvSpPr>
          <p:cNvPr id="7" name="Footer Placeholder 6">
            <a:extLst>
              <a:ext uri="{FF2B5EF4-FFF2-40B4-BE49-F238E27FC236}">
                <a16:creationId xmlns:a16="http://schemas.microsoft.com/office/drawing/2014/main" id="{DAB751DE-CFA1-0605-E728-7DD2ABD975A0}"/>
              </a:ext>
            </a:extLst>
          </p:cNvPr>
          <p:cNvSpPr>
            <a:spLocks noGrp="1"/>
          </p:cNvSpPr>
          <p:nvPr>
            <p:ph type="ftr" sz="quarter" idx="15"/>
          </p:nvPr>
        </p:nvSpPr>
        <p:spPr>
          <a:xfrm>
            <a:off x="3017519" y="6400800"/>
            <a:ext cx="5303520" cy="365125"/>
          </a:xfrm>
        </p:spPr>
        <p:txBody>
          <a:bodyPr/>
          <a:lstStyle/>
          <a:p>
            <a:r>
              <a:rPr lang="en-US" dirty="0"/>
              <a:t>Shaping the future of our industry</a:t>
            </a:r>
          </a:p>
        </p:txBody>
      </p:sp>
      <p:sp>
        <p:nvSpPr>
          <p:cNvPr id="9" name="Slide Number Placeholder 8">
            <a:extLst>
              <a:ext uri="{FF2B5EF4-FFF2-40B4-BE49-F238E27FC236}">
                <a16:creationId xmlns:a16="http://schemas.microsoft.com/office/drawing/2014/main" id="{2A40E780-F825-EA94-5452-0063FF735746}"/>
              </a:ext>
            </a:extLst>
          </p:cNvPr>
          <p:cNvSpPr>
            <a:spLocks noGrp="1"/>
          </p:cNvSpPr>
          <p:nvPr>
            <p:ph type="sldNum" sz="quarter" idx="16"/>
          </p:nvPr>
        </p:nvSpPr>
        <p:spPr>
          <a:xfrm>
            <a:off x="11627219" y="6400800"/>
            <a:ext cx="429207" cy="365125"/>
          </a:xfrm>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241886320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Content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9728" y="177728"/>
            <a:ext cx="7424413" cy="1925391"/>
          </a:xfrm>
        </p:spPr>
        <p:txBody>
          <a:bodyPr anchor="t" anchorCtr="0"/>
          <a:lstStyle/>
          <a:p>
            <a:r>
              <a:rPr lang="de-DE"/>
              <a:t>Mastertitelformat bearbeiten</a:t>
            </a:r>
            <a:endParaRPr lang="en-US" dirty="0"/>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109728" y="2103120"/>
            <a:ext cx="10653579" cy="459382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7" name="Date Placeholder 6">
            <a:extLst>
              <a:ext uri="{FF2B5EF4-FFF2-40B4-BE49-F238E27FC236}">
                <a16:creationId xmlns:a16="http://schemas.microsoft.com/office/drawing/2014/main" id="{F58287D3-A6CF-2D6B-CFA8-43427B98AF81}"/>
              </a:ext>
            </a:extLst>
          </p:cNvPr>
          <p:cNvSpPr>
            <a:spLocks noGrp="1"/>
          </p:cNvSpPr>
          <p:nvPr>
            <p:ph type="dt" sz="half" idx="10"/>
          </p:nvPr>
        </p:nvSpPr>
        <p:spPr>
          <a:xfrm>
            <a:off x="139035" y="6400800"/>
            <a:ext cx="3494314" cy="365125"/>
          </a:xfrm>
        </p:spPr>
        <p:txBody>
          <a:bodyPr/>
          <a:lstStyle/>
          <a:p>
            <a:fld id="{04ED7D00-7861-864B-9EA9-73B29DD38D39}" type="datetime1">
              <a:rPr lang="en-US" smtClean="0"/>
              <a:t>3/9/2026</a:t>
            </a:fld>
            <a:endParaRPr lang="en-US" dirty="0"/>
          </a:p>
        </p:txBody>
      </p:sp>
      <p:sp>
        <p:nvSpPr>
          <p:cNvPr id="8" name="Footer Placeholder 7">
            <a:extLst>
              <a:ext uri="{FF2B5EF4-FFF2-40B4-BE49-F238E27FC236}">
                <a16:creationId xmlns:a16="http://schemas.microsoft.com/office/drawing/2014/main" id="{AC33E464-5FDA-8579-C0D4-F4D835A4C38E}"/>
              </a:ext>
            </a:extLst>
          </p:cNvPr>
          <p:cNvSpPr>
            <a:spLocks noGrp="1"/>
          </p:cNvSpPr>
          <p:nvPr>
            <p:ph type="ftr" sz="quarter" idx="11"/>
          </p:nvPr>
        </p:nvSpPr>
        <p:spPr>
          <a:xfrm>
            <a:off x="5967194" y="6400800"/>
            <a:ext cx="5303520" cy="365125"/>
          </a:xfrm>
        </p:spPr>
        <p:txBody>
          <a:bodyPr/>
          <a:lstStyle/>
          <a:p>
            <a:r>
              <a:rPr lang="en-US" dirty="0"/>
              <a:t>Shaping the future of our industry</a:t>
            </a:r>
          </a:p>
        </p:txBody>
      </p:sp>
      <p:sp>
        <p:nvSpPr>
          <p:cNvPr id="9" name="Slide Number Placeholder 8">
            <a:extLst>
              <a:ext uri="{FF2B5EF4-FFF2-40B4-BE49-F238E27FC236}">
                <a16:creationId xmlns:a16="http://schemas.microsoft.com/office/drawing/2014/main" id="{79BCD62E-41B6-3326-68D7-BB473795F307}"/>
              </a:ext>
            </a:extLst>
          </p:cNvPr>
          <p:cNvSpPr>
            <a:spLocks noGrp="1"/>
          </p:cNvSpPr>
          <p:nvPr>
            <p:ph type="sldNum" sz="quarter" idx="12"/>
          </p:nvPr>
        </p:nvSpPr>
        <p:spPr>
          <a:xfrm>
            <a:off x="11627219" y="6400800"/>
            <a:ext cx="429207" cy="365125"/>
          </a:xfrm>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415323487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Content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9728" y="914400"/>
            <a:ext cx="10653578" cy="1132258"/>
          </a:xfrm>
        </p:spPr>
        <p:txBody>
          <a:bodyPr anchor="t" anchorCtr="0"/>
          <a:lstStyle/>
          <a:p>
            <a:r>
              <a:rPr lang="de-DE"/>
              <a:t>Mastertitelformat bearbeiten</a:t>
            </a:r>
            <a:endParaRPr lang="en-US" dirty="0"/>
          </a:p>
        </p:txBody>
      </p:sp>
      <p:sp>
        <p:nvSpPr>
          <p:cNvPr id="7" name="Date Placeholder 6">
            <a:extLst>
              <a:ext uri="{FF2B5EF4-FFF2-40B4-BE49-F238E27FC236}">
                <a16:creationId xmlns:a16="http://schemas.microsoft.com/office/drawing/2014/main" id="{75036904-F662-81D4-EC3E-98A339AB5B03}"/>
              </a:ext>
            </a:extLst>
          </p:cNvPr>
          <p:cNvSpPr>
            <a:spLocks noGrp="1"/>
          </p:cNvSpPr>
          <p:nvPr>
            <p:ph type="dt" sz="half" idx="10"/>
          </p:nvPr>
        </p:nvSpPr>
        <p:spPr/>
        <p:txBody>
          <a:bodyPr/>
          <a:lstStyle/>
          <a:p>
            <a:fld id="{A8CEDB8F-F201-0541-B839-CC57CEE946B0}" type="datetime1">
              <a:rPr lang="en-US" smtClean="0"/>
              <a:t>3/9/2026</a:t>
            </a:fld>
            <a:endParaRPr lang="en-US" dirty="0"/>
          </a:p>
        </p:txBody>
      </p:sp>
      <p:sp>
        <p:nvSpPr>
          <p:cNvPr id="8" name="Footer Placeholder 7">
            <a:extLst>
              <a:ext uri="{FF2B5EF4-FFF2-40B4-BE49-F238E27FC236}">
                <a16:creationId xmlns:a16="http://schemas.microsoft.com/office/drawing/2014/main" id="{739F62FF-05FD-17D2-94BE-8377FF9814BF}"/>
              </a:ext>
            </a:extLst>
          </p:cNvPr>
          <p:cNvSpPr>
            <a:spLocks noGrp="1"/>
          </p:cNvSpPr>
          <p:nvPr>
            <p:ph type="ftr" sz="quarter" idx="11"/>
          </p:nvPr>
        </p:nvSpPr>
        <p:spPr/>
        <p:txBody>
          <a:bodyPr/>
          <a:lstStyle/>
          <a:p>
            <a:r>
              <a:rPr lang="en-US" dirty="0"/>
              <a:t>Shaping the future of our industry</a:t>
            </a:r>
          </a:p>
        </p:txBody>
      </p:sp>
      <p:sp>
        <p:nvSpPr>
          <p:cNvPr id="9" name="Slide Number Placeholder 8">
            <a:extLst>
              <a:ext uri="{FF2B5EF4-FFF2-40B4-BE49-F238E27FC236}">
                <a16:creationId xmlns:a16="http://schemas.microsoft.com/office/drawing/2014/main" id="{1B1AA94D-AED3-3863-7A5D-E3F60EBB6CA7}"/>
              </a:ext>
            </a:extLst>
          </p:cNvPr>
          <p:cNvSpPr>
            <a:spLocks noGrp="1"/>
          </p:cNvSpPr>
          <p:nvPr>
            <p:ph type="sldNum" sz="quarter" idx="12"/>
          </p:nvPr>
        </p:nvSpPr>
        <p:spPr/>
        <p:txBody>
          <a:bodyPr/>
          <a:lstStyle/>
          <a:p>
            <a:fld id="{CC057153-B650-4DEB-B370-79DDCFDCE934}" type="slidenum">
              <a:rPr lang="en-US" smtClean="0"/>
              <a:pPr/>
              <a:t>‹#›</a:t>
            </a:fld>
            <a:endParaRPr lang="en-US" dirty="0"/>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109728" y="2103120"/>
            <a:ext cx="10653579" cy="459382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Tree>
    <p:extLst>
      <p:ext uri="{BB962C8B-B14F-4D97-AF65-F5344CB8AC3E}">
        <p14:creationId xmlns:p14="http://schemas.microsoft.com/office/powerpoint/2010/main" val="119613333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945810" y="947244"/>
            <a:ext cx="6093225" cy="1143000"/>
          </a:xfrm>
        </p:spPr>
        <p:txBody>
          <a:bodyPr anchor="b"/>
          <a:lstStyle/>
          <a:p>
            <a:r>
              <a:rPr lang="de-DE"/>
              <a:t>Mastertitelformat bearbeiten</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0" y="1"/>
            <a:ext cx="4793885" cy="6858000"/>
          </a:xfrm>
          <a:blipFill dpi="0" rotWithShape="1">
            <a:blip r:embed="rId2">
              <a:alphaModFix amt="60000"/>
            </a:blip>
            <a:srcRect/>
            <a:stretch>
              <a:fillRect/>
            </a:stretch>
          </a:blipFill>
        </p:spPr>
        <p:txBody>
          <a:bodyPr/>
          <a:lstStyle/>
          <a:p>
            <a:r>
              <a:rPr lang="de-DE"/>
              <a:t>Bild durch Klicken auf Symbol hinzufügen</a:t>
            </a:r>
            <a:endParaRPr lang="en-US" dirty="0"/>
          </a:p>
        </p:txBody>
      </p:sp>
      <p:sp>
        <p:nvSpPr>
          <p:cNvPr id="9" name="Footer Placeholder 8">
            <a:extLst>
              <a:ext uri="{FF2B5EF4-FFF2-40B4-BE49-F238E27FC236}">
                <a16:creationId xmlns:a16="http://schemas.microsoft.com/office/drawing/2014/main" id="{C65BFCB1-FAA8-D03A-3B62-DCB2CF1CA112}"/>
              </a:ext>
            </a:extLst>
          </p:cNvPr>
          <p:cNvSpPr>
            <a:spLocks noGrp="1"/>
          </p:cNvSpPr>
          <p:nvPr>
            <p:ph type="ftr" sz="quarter" idx="16"/>
          </p:nvPr>
        </p:nvSpPr>
        <p:spPr>
          <a:xfrm>
            <a:off x="4948136" y="109728"/>
            <a:ext cx="5303520" cy="365125"/>
          </a:xfrm>
        </p:spPr>
        <p:txBody>
          <a:bodyPr/>
          <a:lstStyle/>
          <a:p>
            <a:r>
              <a:rPr lang="en-US" dirty="0"/>
              <a:t>Shaping the future of our industry</a:t>
            </a:r>
          </a:p>
        </p:txBody>
      </p:sp>
      <p:sp>
        <p:nvSpPr>
          <p:cNvPr id="10" name="Slide Number Placeholder 9">
            <a:extLst>
              <a:ext uri="{FF2B5EF4-FFF2-40B4-BE49-F238E27FC236}">
                <a16:creationId xmlns:a16="http://schemas.microsoft.com/office/drawing/2014/main" id="{0A608994-46CD-AAE0-DCC4-A59D26254D84}"/>
              </a:ext>
            </a:extLst>
          </p:cNvPr>
          <p:cNvSpPr>
            <a:spLocks noGrp="1"/>
          </p:cNvSpPr>
          <p:nvPr>
            <p:ph type="sldNum" sz="quarter" idx="17"/>
          </p:nvPr>
        </p:nvSpPr>
        <p:spPr/>
        <p:txBody>
          <a:bodyPr/>
          <a:lstStyle/>
          <a:p>
            <a:fld id="{CC057153-B650-4DEB-B370-79DDCFDCE934}" type="slidenum">
              <a:rPr lang="en-US" smtClean="0"/>
              <a:t>‹#›</a:t>
            </a:fld>
            <a:endParaRPr lang="en-US" dirty="0"/>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945810" y="2137464"/>
            <a:ext cx="6071616" cy="4489704"/>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Tree>
    <p:extLst>
      <p:ext uri="{BB962C8B-B14F-4D97-AF65-F5344CB8AC3E}">
        <p14:creationId xmlns:p14="http://schemas.microsoft.com/office/powerpoint/2010/main" val="397651785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09728" y="908400"/>
            <a:ext cx="6135624" cy="1143000"/>
          </a:xfrm>
        </p:spPr>
        <p:txBody>
          <a:bodyPr anchor="b"/>
          <a:lstStyle/>
          <a:p>
            <a:r>
              <a:rPr lang="de-DE"/>
              <a:t>Mastertitelformat bearbeiten</a:t>
            </a:r>
            <a:endParaRPr lang="en-US" dirty="0"/>
          </a:p>
        </p:txBody>
      </p:sp>
      <p:sp>
        <p:nvSpPr>
          <p:cNvPr id="9" name="Date Placeholder 8">
            <a:extLst>
              <a:ext uri="{FF2B5EF4-FFF2-40B4-BE49-F238E27FC236}">
                <a16:creationId xmlns:a16="http://schemas.microsoft.com/office/drawing/2014/main" id="{81177663-FC76-DF36-EEB7-5BE4C6C82F3A}"/>
              </a:ext>
            </a:extLst>
          </p:cNvPr>
          <p:cNvSpPr>
            <a:spLocks noGrp="1"/>
          </p:cNvSpPr>
          <p:nvPr>
            <p:ph type="dt" sz="half" idx="15"/>
          </p:nvPr>
        </p:nvSpPr>
        <p:spPr>
          <a:xfrm>
            <a:off x="137160" y="109728"/>
            <a:ext cx="3494314" cy="365125"/>
          </a:xfrm>
        </p:spPr>
        <p:txBody>
          <a:bodyPr/>
          <a:lstStyle/>
          <a:p>
            <a:fld id="{8609EDE3-16BB-DE4B-870B-675176E3007C}" type="datetime1">
              <a:rPr lang="en-US" smtClean="0"/>
              <a:t>3/9/2026</a:t>
            </a:fld>
            <a:endParaRPr lang="en-US" dirty="0"/>
          </a:p>
        </p:txBody>
      </p:sp>
      <p:sp>
        <p:nvSpPr>
          <p:cNvPr id="10" name="Footer Placeholder 9">
            <a:extLst>
              <a:ext uri="{FF2B5EF4-FFF2-40B4-BE49-F238E27FC236}">
                <a16:creationId xmlns:a16="http://schemas.microsoft.com/office/drawing/2014/main" id="{4515DEC4-C967-ABFB-73CF-0A90335332A4}"/>
              </a:ext>
            </a:extLst>
          </p:cNvPr>
          <p:cNvSpPr>
            <a:spLocks noGrp="1"/>
          </p:cNvSpPr>
          <p:nvPr>
            <p:ph type="ftr" sz="quarter" idx="16"/>
          </p:nvPr>
        </p:nvSpPr>
        <p:spPr>
          <a:xfrm>
            <a:off x="3950591" y="109728"/>
            <a:ext cx="2805405" cy="365125"/>
          </a:xfrm>
        </p:spPr>
        <p:txBody>
          <a:bodyPr/>
          <a:lstStyle/>
          <a:p>
            <a:r>
              <a:rPr lang="en-US" dirty="0"/>
              <a:t>Shaping the future of our industry</a:t>
            </a:r>
          </a:p>
        </p:txBody>
      </p:sp>
      <p:sp>
        <p:nvSpPr>
          <p:cNvPr id="12" name="Slide Number Placeholder 11">
            <a:extLst>
              <a:ext uri="{FF2B5EF4-FFF2-40B4-BE49-F238E27FC236}">
                <a16:creationId xmlns:a16="http://schemas.microsoft.com/office/drawing/2014/main" id="{A5A5085F-BE80-B110-AA1F-9DD0919E27D7}"/>
              </a:ext>
            </a:extLst>
          </p:cNvPr>
          <p:cNvSpPr>
            <a:spLocks noGrp="1"/>
          </p:cNvSpPr>
          <p:nvPr>
            <p:ph type="sldNum" sz="quarter" idx="17"/>
          </p:nvPr>
        </p:nvSpPr>
        <p:spPr>
          <a:xfrm>
            <a:off x="6842159" y="109728"/>
            <a:ext cx="429207" cy="365125"/>
          </a:xfrm>
        </p:spPr>
        <p:txBody>
          <a:bodyPr/>
          <a:lstStyle/>
          <a:p>
            <a:fld id="{CC057153-B650-4DEB-B370-79DDCFDCE934}" type="slidenum">
              <a:rPr lang="en-US" smtClean="0"/>
              <a:t>‹#›</a:t>
            </a:fld>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109728" y="2188560"/>
            <a:ext cx="6135624" cy="4489704"/>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7400544" y="0"/>
            <a:ext cx="4791456" cy="6858000"/>
          </a:xfrm>
          <a:blipFill dpi="0" rotWithShape="1">
            <a:blip r:embed="rId2">
              <a:alphaModFix amt="60000"/>
            </a:blip>
            <a:srcRect/>
            <a:stretch>
              <a:fillRect/>
            </a:stretch>
          </a:blipFill>
        </p:spPr>
        <p:txBody>
          <a:bodyPr/>
          <a:lstStyle/>
          <a:p>
            <a:r>
              <a:rPr lang="de-DE"/>
              <a:t>Bild durch Klicken auf Symbol hinzufügen</a:t>
            </a:r>
            <a:endParaRPr lang="en-US" dirty="0"/>
          </a:p>
        </p:txBody>
      </p:sp>
    </p:spTree>
    <p:extLst>
      <p:ext uri="{BB962C8B-B14F-4D97-AF65-F5344CB8AC3E}">
        <p14:creationId xmlns:p14="http://schemas.microsoft.com/office/powerpoint/2010/main" val="118245852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163551" y="829703"/>
            <a:ext cx="6858000" cy="932688"/>
          </a:xfrm>
        </p:spPr>
        <p:txBody>
          <a:bodyPr anchor="b"/>
          <a:lstStyle/>
          <a:p>
            <a:r>
              <a:rPr lang="de-DE"/>
              <a:t>Mastertitelformat bearbeiten</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0" y="1"/>
            <a:ext cx="4023360" cy="6858000"/>
          </a:xfrm>
          <a:blipFill dpi="0" rotWithShape="1">
            <a:blip r:embed="rId2">
              <a:alphaModFix amt="60000"/>
            </a:blip>
            <a:srcRect/>
            <a:stretch>
              <a:fillRect/>
            </a:stretch>
          </a:blipFill>
        </p:spPr>
        <p:txBody>
          <a:bodyPr/>
          <a:lstStyle/>
          <a:p>
            <a:r>
              <a:rPr lang="de-DE"/>
              <a:t>Bild durch Klicken auf Symbol hinzufügen</a:t>
            </a:r>
            <a:endParaRPr lang="en-US" dirty="0"/>
          </a:p>
        </p:txBody>
      </p:sp>
      <p:sp>
        <p:nvSpPr>
          <p:cNvPr id="4" name="Footer Placeholder 3">
            <a:extLst>
              <a:ext uri="{FF2B5EF4-FFF2-40B4-BE49-F238E27FC236}">
                <a16:creationId xmlns:a16="http://schemas.microsoft.com/office/drawing/2014/main" id="{5446E4B5-B423-4137-0255-D68BAC85BE95}"/>
              </a:ext>
            </a:extLst>
          </p:cNvPr>
          <p:cNvSpPr>
            <a:spLocks noGrp="1"/>
          </p:cNvSpPr>
          <p:nvPr>
            <p:ph type="ftr" sz="quarter" idx="16"/>
          </p:nvPr>
        </p:nvSpPr>
        <p:spPr>
          <a:xfrm>
            <a:off x="4163550" y="109728"/>
            <a:ext cx="5303520" cy="365125"/>
          </a:xfrm>
        </p:spPr>
        <p:txBody>
          <a:bodyPr/>
          <a:lstStyle/>
          <a:p>
            <a:r>
              <a:rPr lang="en-US" dirty="0"/>
              <a:t>Shaping the future of our industry</a:t>
            </a:r>
          </a:p>
        </p:txBody>
      </p:sp>
      <p:sp>
        <p:nvSpPr>
          <p:cNvPr id="9" name="Slide Number Placeholder 8">
            <a:extLst>
              <a:ext uri="{FF2B5EF4-FFF2-40B4-BE49-F238E27FC236}">
                <a16:creationId xmlns:a16="http://schemas.microsoft.com/office/drawing/2014/main" id="{79FEC5A8-0DCB-9EEB-83E2-0411804C543D}"/>
              </a:ext>
            </a:extLst>
          </p:cNvPr>
          <p:cNvSpPr>
            <a:spLocks noGrp="1"/>
          </p:cNvSpPr>
          <p:nvPr>
            <p:ph type="sldNum" sz="quarter" idx="17"/>
          </p:nvPr>
        </p:nvSpPr>
        <p:spPr/>
        <p:txBody>
          <a:bodyPr/>
          <a:lstStyle/>
          <a:p>
            <a:fld id="{CC057153-B650-4DEB-B370-79DDCFDCE934}" type="slidenum">
              <a:rPr lang="en-US" smtClean="0"/>
              <a:t>‹#›</a:t>
            </a:fld>
            <a:endParaRPr lang="en-US" dirty="0"/>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163551" y="1890407"/>
            <a:ext cx="6858000" cy="498348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Tree>
    <p:extLst>
      <p:ext uri="{BB962C8B-B14F-4D97-AF65-F5344CB8AC3E}">
        <p14:creationId xmlns:p14="http://schemas.microsoft.com/office/powerpoint/2010/main" val="326837498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09728" y="799723"/>
            <a:ext cx="6858000" cy="932688"/>
          </a:xfrm>
        </p:spPr>
        <p:txBody>
          <a:bodyPr anchor="b"/>
          <a:lstStyle/>
          <a:p>
            <a:r>
              <a:rPr lang="de-DE"/>
              <a:t>Mastertitelformat bearbeiten</a:t>
            </a:r>
            <a:endParaRPr lang="en-US" dirty="0"/>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137160" y="109728"/>
            <a:ext cx="3494314" cy="365125"/>
          </a:xfrm>
        </p:spPr>
        <p:txBody>
          <a:bodyPr/>
          <a:lstStyle/>
          <a:p>
            <a:fld id="{6C612A5F-8D0C-3143-A058-03C06BC96C02}" type="datetime1">
              <a:rPr lang="en-US" smtClean="0"/>
              <a:t>3/9/2026</a:t>
            </a:fld>
            <a:endParaRPr lang="en-US" dirty="0"/>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4285799" y="109728"/>
            <a:ext cx="2805405" cy="365125"/>
          </a:xfrm>
        </p:spPr>
        <p:txBody>
          <a:bodyPr/>
          <a:lstStyle/>
          <a:p>
            <a:r>
              <a:rPr lang="en-US" dirty="0"/>
              <a:t>Shaping the future of our industry</a:t>
            </a:r>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7510999" y="109728"/>
            <a:ext cx="429207" cy="365125"/>
          </a:xfrm>
        </p:spPr>
        <p:txBody>
          <a:bodyPr/>
          <a:lstStyle/>
          <a:p>
            <a:fld id="{CC057153-B650-4DEB-B370-79DDCFDCE934}" type="slidenum">
              <a:rPr lang="en-US" smtClean="0"/>
              <a:t>‹#›</a:t>
            </a:fld>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109728" y="1860427"/>
            <a:ext cx="6858000" cy="498348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8091732" y="0"/>
            <a:ext cx="4100267" cy="6858000"/>
          </a:xfrm>
          <a:blipFill dpi="0" rotWithShape="1">
            <a:blip r:embed="rId2">
              <a:alphaModFix amt="60000"/>
            </a:blip>
            <a:srcRect/>
            <a:stretch>
              <a:fillRect/>
            </a:stretch>
          </a:blipFill>
        </p:spPr>
        <p:txBody>
          <a:bodyPr/>
          <a:lstStyle/>
          <a:p>
            <a:r>
              <a:rPr lang="de-DE"/>
              <a:t>Bild durch Klicken auf Symbol hinzufügen</a:t>
            </a:r>
            <a:endParaRPr lang="en-US" dirty="0"/>
          </a:p>
        </p:txBody>
      </p:sp>
    </p:spTree>
    <p:extLst>
      <p:ext uri="{BB962C8B-B14F-4D97-AF65-F5344CB8AC3E}">
        <p14:creationId xmlns:p14="http://schemas.microsoft.com/office/powerpoint/2010/main" val="406326441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738674" y="839169"/>
            <a:ext cx="4361688" cy="1527048"/>
          </a:xfrm>
        </p:spPr>
        <p:txBody>
          <a:bodyPr anchor="b"/>
          <a:lstStyle/>
          <a:p>
            <a:r>
              <a:rPr lang="de-DE"/>
              <a:t>Mastertitelformat bearbeiten</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0" y="0"/>
            <a:ext cx="6611509" cy="6858000"/>
          </a:xfrm>
          <a:blipFill dpi="0" rotWithShape="1">
            <a:blip r:embed="rId2">
              <a:alphaModFix amt="60000"/>
            </a:blip>
            <a:srcRect/>
            <a:stretch>
              <a:fillRect/>
            </a:stretch>
          </a:blipFill>
        </p:spPr>
        <p:txBody>
          <a:bodyPr/>
          <a:lstStyle/>
          <a:p>
            <a:r>
              <a:rPr lang="de-DE"/>
              <a:t>Bild durch Klicken auf Symbol hinzufügen</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6764085" y="109728"/>
            <a:ext cx="4754880" cy="365125"/>
          </a:xfrm>
        </p:spPr>
        <p:txBody>
          <a:bodyPr/>
          <a:lstStyle/>
          <a:p>
            <a:r>
              <a:rPr lang="en-US" dirty="0"/>
              <a:t>Shaping the future of our industry</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6738611" y="2467805"/>
            <a:ext cx="4362450" cy="409575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Tree>
    <p:extLst>
      <p:ext uri="{BB962C8B-B14F-4D97-AF65-F5344CB8AC3E}">
        <p14:creationId xmlns:p14="http://schemas.microsoft.com/office/powerpoint/2010/main" val="18248670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09728" y="863127"/>
            <a:ext cx="4361688" cy="1527048"/>
          </a:xfrm>
        </p:spPr>
        <p:txBody>
          <a:bodyPr anchor="b"/>
          <a:lstStyle/>
          <a:p>
            <a:r>
              <a:rPr lang="de-DE"/>
              <a:t>Mastertitelformat bearbeiten</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137159" y="109728"/>
            <a:ext cx="4663440" cy="365125"/>
          </a:xfrm>
        </p:spPr>
        <p:txBody>
          <a:bodyPr/>
          <a:lstStyle>
            <a:lvl1pPr>
              <a:defRPr>
                <a:solidFill>
                  <a:schemeClr val="tx1"/>
                </a:solidFill>
                <a:effectLst/>
              </a:defRPr>
            </a:lvl1pPr>
          </a:lstStyle>
          <a:p>
            <a:r>
              <a:rPr lang="en-US" dirty="0"/>
              <a:t>Shaping the future of our industry</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4923874" y="109728"/>
            <a:ext cx="429207" cy="365125"/>
          </a:xfrm>
        </p:spPr>
        <p:txBody>
          <a:bodyPr/>
          <a:lstStyle>
            <a:lvl1pPr>
              <a:defRPr>
                <a:solidFill>
                  <a:schemeClr val="tx1"/>
                </a:solidFill>
                <a:effectLst/>
              </a:defRPr>
            </a:lvl1pPr>
          </a:lstStyle>
          <a:p>
            <a:fld id="{CC057153-B650-4DEB-B370-79DDCFDCE934}" type="slidenum">
              <a:rPr lang="en-US" smtClean="0"/>
              <a:pPr/>
              <a:t>‹#›</a:t>
            </a:fld>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109728" y="2492689"/>
            <a:ext cx="4360863" cy="409575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5745480" y="0"/>
            <a:ext cx="6446520" cy="6858000"/>
          </a:xfrm>
          <a:blipFill dpi="0" rotWithShape="1">
            <a:blip r:embed="rId2">
              <a:alphaModFix amt="60000"/>
            </a:blip>
            <a:srcRect/>
            <a:stretch>
              <a:fillRect/>
            </a:stretch>
          </a:blipFill>
        </p:spPr>
        <p:txBody>
          <a:bodyPr/>
          <a:lstStyle/>
          <a:p>
            <a:r>
              <a:rPr lang="de-DE"/>
              <a:t>Bild durch Klicken auf Symbol hinzufügen</a:t>
            </a:r>
            <a:endParaRPr lang="en-US" dirty="0"/>
          </a:p>
        </p:txBody>
      </p:sp>
    </p:spTree>
    <p:extLst>
      <p:ext uri="{BB962C8B-B14F-4D97-AF65-F5344CB8AC3E}">
        <p14:creationId xmlns:p14="http://schemas.microsoft.com/office/powerpoint/2010/main" val="293057987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647932" y="814714"/>
            <a:ext cx="4522936" cy="932688"/>
          </a:xfrm>
        </p:spPr>
        <p:txBody>
          <a:bodyPr anchor="b"/>
          <a:lstStyle>
            <a:lvl1pPr>
              <a:defRPr sz="3200"/>
            </a:lvl1pPr>
          </a:lstStyle>
          <a:p>
            <a:r>
              <a:rPr lang="de-DE"/>
              <a:t>Mastertitelformat bearbeiten</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1" y="0"/>
            <a:ext cx="6492240" cy="6858000"/>
          </a:xfrm>
          <a:blipFill dpi="0" rotWithShape="1">
            <a:blip r:embed="rId2">
              <a:alphaModFix amt="60000"/>
            </a:blip>
            <a:srcRect/>
            <a:stretch>
              <a:fillRect/>
            </a:stretch>
          </a:blipFill>
        </p:spPr>
        <p:txBody>
          <a:bodyPr/>
          <a:lstStyle/>
          <a:p>
            <a:r>
              <a:rPr lang="de-DE"/>
              <a:t>Bild durch Klicken auf Symbol hinzufügen</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6647931" y="109728"/>
            <a:ext cx="4846320" cy="365125"/>
          </a:xfrm>
        </p:spPr>
        <p:txBody>
          <a:bodyPr/>
          <a:lstStyle/>
          <a:p>
            <a:r>
              <a:rPr lang="en-US" dirty="0"/>
              <a:t>Shaping the future of our industry</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655212" y="109728"/>
            <a:ext cx="429207" cy="365125"/>
          </a:xfrm>
        </p:spPr>
        <p:txBody>
          <a:bodyPr/>
          <a:lstStyle/>
          <a:p>
            <a:fld id="{CC057153-B650-4DEB-B370-79DDCFDCE934}" type="slidenum">
              <a:rPr lang="en-US" smtClean="0"/>
              <a:t>‹#›</a:t>
            </a:fld>
            <a:endParaRPr lang="en-US" dirty="0"/>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6647932" y="1875418"/>
            <a:ext cx="4512601" cy="498348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Tree>
    <p:extLst>
      <p:ext uri="{BB962C8B-B14F-4D97-AF65-F5344CB8AC3E}">
        <p14:creationId xmlns:p14="http://schemas.microsoft.com/office/powerpoint/2010/main" val="226653168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09728" y="799723"/>
            <a:ext cx="4572000" cy="932688"/>
          </a:xfrm>
        </p:spPr>
        <p:txBody>
          <a:bodyPr anchor="b"/>
          <a:lstStyle>
            <a:lvl1pPr>
              <a:defRPr sz="3200"/>
            </a:lvl1pPr>
          </a:lstStyle>
          <a:p>
            <a:r>
              <a:rPr lang="de-DE"/>
              <a:t>Mastertitelformat bearbeiten</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137159" y="109728"/>
            <a:ext cx="5029200" cy="365125"/>
          </a:xfrm>
        </p:spPr>
        <p:txBody>
          <a:bodyPr/>
          <a:lstStyle>
            <a:lvl1pPr>
              <a:defRPr>
                <a:solidFill>
                  <a:schemeClr val="tx1"/>
                </a:solidFill>
                <a:effectLst/>
              </a:defRPr>
            </a:lvl1pPr>
          </a:lstStyle>
          <a:p>
            <a:r>
              <a:rPr lang="en-US" dirty="0"/>
              <a:t>Shaping the future of our industry</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5351089" y="109728"/>
            <a:ext cx="429207" cy="365125"/>
          </a:xfrm>
        </p:spPr>
        <p:txBody>
          <a:bodyPr/>
          <a:lstStyle>
            <a:lvl1pPr>
              <a:defRPr>
                <a:solidFill>
                  <a:schemeClr val="tx1"/>
                </a:solidFill>
                <a:effectLst/>
              </a:defRPr>
            </a:lvl1pPr>
          </a:lstStyle>
          <a:p>
            <a:fld id="{CC057153-B650-4DEB-B370-79DDCFDCE934}" type="slidenum">
              <a:rPr lang="en-US" smtClean="0"/>
              <a:pPr/>
              <a:t>‹#›</a:t>
            </a:fld>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109728" y="1860427"/>
            <a:ext cx="4572000" cy="498348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5917720" y="0"/>
            <a:ext cx="6274279" cy="6858000"/>
          </a:xfrm>
          <a:blipFill dpi="0" rotWithShape="1">
            <a:blip r:embed="rId2">
              <a:alphaModFix amt="60000"/>
            </a:blip>
            <a:srcRect/>
            <a:stretch>
              <a:fillRect/>
            </a:stretch>
          </a:blipFill>
        </p:spPr>
        <p:txBody>
          <a:bodyPr/>
          <a:lstStyle/>
          <a:p>
            <a:r>
              <a:rPr lang="de-DE"/>
              <a:t>Bild durch Klicken auf Symbol hinzufügen</a:t>
            </a:r>
            <a:endParaRPr lang="en-US" dirty="0"/>
          </a:p>
        </p:txBody>
      </p:sp>
    </p:spTree>
    <p:extLst>
      <p:ext uri="{BB962C8B-B14F-4D97-AF65-F5344CB8AC3E}">
        <p14:creationId xmlns:p14="http://schemas.microsoft.com/office/powerpoint/2010/main" val="372432420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728483" y="844839"/>
            <a:ext cx="3401568" cy="1527048"/>
          </a:xfrm>
        </p:spPr>
        <p:txBody>
          <a:bodyPr anchor="b">
            <a:normAutofit/>
          </a:bodyPr>
          <a:lstStyle>
            <a:lvl1pPr>
              <a:defRPr sz="3200"/>
            </a:lvl1pPr>
          </a:lstStyle>
          <a:p>
            <a:r>
              <a:rPr lang="de-DE"/>
              <a:t>Mastertitelformat bearbeiten</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0" y="0"/>
            <a:ext cx="7584144" cy="6858000"/>
          </a:xfrm>
          <a:blipFill dpi="0" rotWithShape="1">
            <a:blip r:embed="rId2">
              <a:alphaModFix amt="60000"/>
            </a:blip>
            <a:srcRect/>
            <a:stretch>
              <a:fillRect/>
            </a:stretch>
          </a:blipFill>
        </p:spPr>
        <p:txBody>
          <a:bodyPr/>
          <a:lstStyle/>
          <a:p>
            <a:r>
              <a:rPr lang="de-DE"/>
              <a:t>Bild durch Klicken auf Symbol hinzufügen</a:t>
            </a:r>
            <a:endParaRPr lang="en-US" dirty="0"/>
          </a:p>
        </p:txBody>
      </p:sp>
      <p:sp>
        <p:nvSpPr>
          <p:cNvPr id="9" name="Footer Placeholder 8">
            <a:extLst>
              <a:ext uri="{FF2B5EF4-FFF2-40B4-BE49-F238E27FC236}">
                <a16:creationId xmlns:a16="http://schemas.microsoft.com/office/drawing/2014/main" id="{B09198F5-FF38-389C-E060-120AC6301809}"/>
              </a:ext>
            </a:extLst>
          </p:cNvPr>
          <p:cNvSpPr>
            <a:spLocks noGrp="1"/>
          </p:cNvSpPr>
          <p:nvPr>
            <p:ph type="ftr" sz="quarter" idx="16"/>
          </p:nvPr>
        </p:nvSpPr>
        <p:spPr>
          <a:xfrm>
            <a:off x="7728482" y="109728"/>
            <a:ext cx="3840480" cy="365125"/>
          </a:xfrm>
        </p:spPr>
        <p:txBody>
          <a:bodyPr/>
          <a:lstStyle/>
          <a:p>
            <a:r>
              <a:rPr lang="en-US" dirty="0"/>
              <a:t>Shaping the future of our industry</a:t>
            </a:r>
          </a:p>
        </p:txBody>
      </p:sp>
      <p:sp>
        <p:nvSpPr>
          <p:cNvPr id="10" name="Slide Number Placeholder 9">
            <a:extLst>
              <a:ext uri="{FF2B5EF4-FFF2-40B4-BE49-F238E27FC236}">
                <a16:creationId xmlns:a16="http://schemas.microsoft.com/office/drawing/2014/main" id="{4963CA08-6B63-DC1E-8CB3-C323C9040122}"/>
              </a:ext>
            </a:extLst>
          </p:cNvPr>
          <p:cNvSpPr>
            <a:spLocks noGrp="1"/>
          </p:cNvSpPr>
          <p:nvPr>
            <p:ph type="sldNum" sz="quarter" idx="17"/>
          </p:nvPr>
        </p:nvSpPr>
        <p:spPr>
          <a:xfrm>
            <a:off x="11655212" y="109728"/>
            <a:ext cx="429207" cy="365125"/>
          </a:xfrm>
        </p:spPr>
        <p:txBody>
          <a:bodyPr/>
          <a:lstStyle/>
          <a:p>
            <a:fld id="{CC057153-B650-4DEB-B370-79DDCFDCE934}" type="slidenum">
              <a:rPr lang="en-US" smtClean="0"/>
              <a:t>‹#›</a:t>
            </a:fld>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7728610" y="2474401"/>
            <a:ext cx="3401568" cy="409575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Tree>
    <p:extLst>
      <p:ext uri="{BB962C8B-B14F-4D97-AF65-F5344CB8AC3E}">
        <p14:creationId xmlns:p14="http://schemas.microsoft.com/office/powerpoint/2010/main" val="462670008"/>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Content with Picture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09728" y="844839"/>
            <a:ext cx="3401568" cy="1527048"/>
          </a:xfrm>
        </p:spPr>
        <p:txBody>
          <a:bodyPr anchor="b">
            <a:normAutofit/>
          </a:bodyPr>
          <a:lstStyle>
            <a:lvl1pPr>
              <a:defRPr sz="3200"/>
            </a:lvl1pPr>
          </a:lstStyle>
          <a:p>
            <a:r>
              <a:rPr lang="de-DE"/>
              <a:t>Mastertitelformat bearbeiten</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109727" y="109728"/>
            <a:ext cx="3931920" cy="365125"/>
          </a:xfrm>
        </p:spPr>
        <p:txBody>
          <a:bodyPr/>
          <a:lstStyle>
            <a:lvl1pPr>
              <a:defRPr>
                <a:solidFill>
                  <a:schemeClr val="tx1"/>
                </a:solidFill>
                <a:effectLst/>
              </a:defRPr>
            </a:lvl1pPr>
          </a:lstStyle>
          <a:p>
            <a:r>
              <a:rPr lang="en-US" dirty="0"/>
              <a:t>Shaping the future of our industry</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4183946" y="109728"/>
            <a:ext cx="429207" cy="365125"/>
          </a:xfrm>
        </p:spPr>
        <p:txBody>
          <a:bodyPr/>
          <a:lstStyle>
            <a:lvl1pPr>
              <a:defRPr>
                <a:solidFill>
                  <a:schemeClr val="tx1"/>
                </a:solidFill>
                <a:effectLst/>
              </a:defRPr>
            </a:lvl1pPr>
          </a:lstStyle>
          <a:p>
            <a:fld id="{CC057153-B650-4DEB-B370-79DDCFDCE934}" type="slidenum">
              <a:rPr lang="en-US" smtClean="0"/>
              <a:pPr/>
              <a:t>‹#›</a:t>
            </a:fld>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109728" y="2474401"/>
            <a:ext cx="3401568" cy="409575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4761780" y="0"/>
            <a:ext cx="7430219" cy="6858000"/>
          </a:xfrm>
          <a:blipFill dpi="0" rotWithShape="1">
            <a:blip r:embed="rId2">
              <a:alphaModFix amt="60000"/>
            </a:blip>
            <a:srcRect/>
            <a:stretch>
              <a:fillRect/>
            </a:stretch>
          </a:blipFill>
        </p:spPr>
        <p:txBody>
          <a:bodyPr/>
          <a:lstStyle/>
          <a:p>
            <a:r>
              <a:rPr lang="de-DE"/>
              <a:t>Bild durch Klicken auf Symbol hinzufügen</a:t>
            </a:r>
            <a:endParaRPr lang="en-US" dirty="0"/>
          </a:p>
        </p:txBody>
      </p:sp>
    </p:spTree>
    <p:extLst>
      <p:ext uri="{BB962C8B-B14F-4D97-AF65-F5344CB8AC3E}">
        <p14:creationId xmlns:p14="http://schemas.microsoft.com/office/powerpoint/2010/main" val="1189132439"/>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Content with Picture 1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885914" y="1078992"/>
            <a:ext cx="3273552" cy="1942773"/>
          </a:xfrm>
        </p:spPr>
        <p:txBody>
          <a:bodyPr anchor="b"/>
          <a:lstStyle/>
          <a:p>
            <a:r>
              <a:rPr lang="de-DE"/>
              <a:t>Mastertitelformat bearbeiten</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0" y="0"/>
            <a:ext cx="7781365" cy="6858000"/>
          </a:xfrm>
          <a:blipFill dpi="0" rotWithShape="1">
            <a:blip r:embed="rId2">
              <a:alphaModFix amt="60000"/>
            </a:blip>
            <a:srcRect/>
            <a:stretch>
              <a:fillRect/>
            </a:stretch>
          </a:blipFill>
        </p:spPr>
        <p:txBody>
          <a:bodyPr/>
          <a:lstStyle/>
          <a:p>
            <a:r>
              <a:rPr lang="de-DE"/>
              <a:t>Bild durch Klicken auf Symbol hinzufügen</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7885913" y="109728"/>
            <a:ext cx="3657600" cy="365125"/>
          </a:xfrm>
        </p:spPr>
        <p:txBody>
          <a:bodyPr/>
          <a:lstStyle/>
          <a:p>
            <a:r>
              <a:rPr lang="en-US" dirty="0"/>
              <a:t>Shaping the future of our industry</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7885914" y="3099816"/>
            <a:ext cx="3273552" cy="2953512"/>
          </a:xfrm>
        </p:spPr>
        <p:txBody>
          <a:bodyPr>
            <a:normAutofit/>
          </a:bodyPr>
          <a:lstStyle>
            <a:lvl1pPr marL="0" indent="0">
              <a:buNone/>
              <a:defRPr sz="14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Tree>
    <p:extLst>
      <p:ext uri="{BB962C8B-B14F-4D97-AF65-F5344CB8AC3E}">
        <p14:creationId xmlns:p14="http://schemas.microsoft.com/office/powerpoint/2010/main" val="2369919748"/>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Content with Picture 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91440" y="4840818"/>
            <a:ext cx="3739896" cy="1390330"/>
          </a:xfrm>
        </p:spPr>
        <p:txBody>
          <a:bodyPr anchor="t">
            <a:normAutofit/>
          </a:bodyPr>
          <a:lstStyle>
            <a:lvl1pPr>
              <a:defRPr sz="3200"/>
            </a:lvl1pPr>
          </a:lstStyle>
          <a:p>
            <a:r>
              <a:rPr lang="de-DE"/>
              <a:t>Mastertitelformat bearbeiten</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1" y="0"/>
            <a:ext cx="12192000" cy="4635132"/>
          </a:xfrm>
          <a:blipFill dpi="0" rotWithShape="1">
            <a:blip r:embed="rId2">
              <a:alphaModFix amt="60000"/>
            </a:blip>
            <a:srcRect/>
            <a:stretch>
              <a:fillRect/>
            </a:stretch>
          </a:blipFill>
        </p:spPr>
        <p:txBody>
          <a:bodyPr/>
          <a:lstStyle/>
          <a:p>
            <a:r>
              <a:rPr lang="de-DE"/>
              <a:t>Bild durch Klicken auf Symbol hinzufügen</a:t>
            </a:r>
            <a:endParaRPr lang="en-US" dirty="0"/>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5349240" y="4840817"/>
            <a:ext cx="6400800" cy="1390330"/>
          </a:xfrm>
        </p:spPr>
        <p:txBody>
          <a:bodyPr>
            <a:noAutofit/>
          </a:bodyPr>
          <a:lstStyle>
            <a:lvl1pPr marL="0" indent="0">
              <a:buFont typeface="Arial" panose="020B0604020202020204" pitchFamily="34" charset="0"/>
              <a:buNone/>
              <a:defRPr sz="1400"/>
            </a:lvl1pPr>
            <a:lvl2pPr marL="228600" indent="0">
              <a:buFont typeface="Arial" panose="020B0604020202020204" pitchFamily="34" charset="0"/>
              <a:buNone/>
              <a:defRPr sz="1400"/>
            </a:lvl2pPr>
            <a:lvl3pPr marL="457200" indent="0">
              <a:buFont typeface="Arial" panose="020B0604020202020204" pitchFamily="34" charset="0"/>
              <a:buNone/>
              <a:defRPr sz="1400"/>
            </a:lvl3pPr>
            <a:lvl4pPr marL="685800" indent="0">
              <a:buFont typeface="Arial" panose="020B0604020202020204" pitchFamily="34" charset="0"/>
              <a:buNone/>
              <a:defRPr sz="1400"/>
            </a:lvl4pPr>
            <a:lvl5pPr marL="914400" indent="0">
              <a:buFont typeface="Arial" panose="020B0604020202020204" pitchFamily="34" charset="0"/>
              <a:buNone/>
              <a:defRPr sz="1400"/>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Date Placeholder 3">
            <a:extLst>
              <a:ext uri="{FF2B5EF4-FFF2-40B4-BE49-F238E27FC236}">
                <a16:creationId xmlns:a16="http://schemas.microsoft.com/office/drawing/2014/main" id="{F2A15407-9413-1DA9-E036-72552D7812A1}"/>
              </a:ext>
            </a:extLst>
          </p:cNvPr>
          <p:cNvSpPr>
            <a:spLocks noGrp="1"/>
          </p:cNvSpPr>
          <p:nvPr>
            <p:ph type="dt" sz="half" idx="15"/>
          </p:nvPr>
        </p:nvSpPr>
        <p:spPr>
          <a:xfrm>
            <a:off x="139035" y="6400800"/>
            <a:ext cx="3494314" cy="365125"/>
          </a:xfrm>
        </p:spPr>
        <p:txBody>
          <a:bodyPr/>
          <a:lstStyle/>
          <a:p>
            <a:fld id="{07B60899-4452-5448-8F49-02B73F474991}" type="datetime1">
              <a:rPr lang="en-US" smtClean="0"/>
              <a:t>3/9/2026</a:t>
            </a:fld>
            <a:endParaRPr lang="en-US" dirty="0"/>
          </a:p>
        </p:txBody>
      </p:sp>
      <p:sp>
        <p:nvSpPr>
          <p:cNvPr id="9" name="Footer Placeholder 8">
            <a:extLst>
              <a:ext uri="{FF2B5EF4-FFF2-40B4-BE49-F238E27FC236}">
                <a16:creationId xmlns:a16="http://schemas.microsoft.com/office/drawing/2014/main" id="{08869B91-F1A8-E5E1-0E1C-4AA458DBB267}"/>
              </a:ext>
            </a:extLst>
          </p:cNvPr>
          <p:cNvSpPr>
            <a:spLocks noGrp="1"/>
          </p:cNvSpPr>
          <p:nvPr>
            <p:ph type="ftr" sz="quarter" idx="16"/>
          </p:nvPr>
        </p:nvSpPr>
        <p:spPr>
          <a:xfrm>
            <a:off x="5349239" y="6400800"/>
            <a:ext cx="5303520" cy="365125"/>
          </a:xfrm>
        </p:spPr>
        <p:txBody>
          <a:bodyPr/>
          <a:lstStyle/>
          <a:p>
            <a:r>
              <a:rPr lang="en-US" dirty="0"/>
              <a:t>Shaping the future of our industry</a:t>
            </a:r>
          </a:p>
        </p:txBody>
      </p:sp>
      <p:sp>
        <p:nvSpPr>
          <p:cNvPr id="10" name="Slide Number Placeholder 9">
            <a:extLst>
              <a:ext uri="{FF2B5EF4-FFF2-40B4-BE49-F238E27FC236}">
                <a16:creationId xmlns:a16="http://schemas.microsoft.com/office/drawing/2014/main" id="{18D6E046-2804-51F2-8BA7-5C8B18490A53}"/>
              </a:ext>
            </a:extLst>
          </p:cNvPr>
          <p:cNvSpPr>
            <a:spLocks noGrp="1"/>
          </p:cNvSpPr>
          <p:nvPr>
            <p:ph type="sldNum" sz="quarter" idx="17"/>
          </p:nvPr>
        </p:nvSpPr>
        <p:spPr>
          <a:xfrm>
            <a:off x="11627219" y="6400800"/>
            <a:ext cx="429207" cy="365125"/>
          </a:xfrm>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603830740"/>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Content with Picture 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09728" y="3976342"/>
            <a:ext cx="2953618" cy="1892808"/>
          </a:xfrm>
        </p:spPr>
        <p:txBody>
          <a:bodyPr anchor="t">
            <a:normAutofit/>
          </a:bodyPr>
          <a:lstStyle>
            <a:lvl1pPr>
              <a:defRPr sz="3200"/>
            </a:lvl1pPr>
          </a:lstStyle>
          <a:p>
            <a:r>
              <a:rPr lang="de-DE"/>
              <a:t>Mastertitelformat bearbeiten</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1" y="0"/>
            <a:ext cx="12192000" cy="3778270"/>
          </a:xfrm>
          <a:blipFill dpi="0" rotWithShape="1">
            <a:blip r:embed="rId2">
              <a:alphaModFix amt="60000"/>
            </a:blip>
            <a:srcRect/>
            <a:stretch>
              <a:fillRect/>
            </a:stretch>
          </a:blipFill>
        </p:spPr>
        <p:txBody>
          <a:bodyPr/>
          <a:lstStyle/>
          <a:p>
            <a:r>
              <a:rPr lang="de-DE"/>
              <a:t>Bild durch Klicken auf Symbol hinzufügen</a:t>
            </a:r>
            <a:endParaRPr lang="en-US" dirty="0"/>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977640" y="3976342"/>
            <a:ext cx="7772400" cy="2240280"/>
          </a:xfrm>
        </p:spPr>
        <p:txBody>
          <a:bodyPr>
            <a:noAutofit/>
          </a:bodyPr>
          <a:lstStyle>
            <a:lvl1pPr marL="0" indent="0">
              <a:buFont typeface="Arial" panose="020B0604020202020204" pitchFamily="34" charset="0"/>
              <a:buNone/>
              <a:defRPr sz="1400"/>
            </a:lvl1pPr>
            <a:lvl2pPr marL="228600" indent="0">
              <a:buFont typeface="Arial" panose="020B0604020202020204" pitchFamily="34" charset="0"/>
              <a:buNone/>
              <a:defRPr sz="1400"/>
            </a:lvl2pPr>
            <a:lvl3pPr marL="457200" indent="0">
              <a:buFont typeface="Arial" panose="020B0604020202020204" pitchFamily="34" charset="0"/>
              <a:buNone/>
              <a:defRPr sz="1400"/>
            </a:lvl3pPr>
            <a:lvl4pPr marL="685800" indent="0">
              <a:buFont typeface="Arial" panose="020B0604020202020204" pitchFamily="34" charset="0"/>
              <a:buNone/>
              <a:defRPr sz="1400"/>
            </a:lvl4pPr>
            <a:lvl5pPr marL="914400" indent="0">
              <a:buFont typeface="Arial" panose="020B0604020202020204" pitchFamily="34" charset="0"/>
              <a:buNone/>
              <a:defRPr sz="1400"/>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37160" y="6400800"/>
            <a:ext cx="3494314" cy="365125"/>
          </a:xfrm>
        </p:spPr>
        <p:txBody>
          <a:bodyPr/>
          <a:lstStyle/>
          <a:p>
            <a:fld id="{CF77C072-721E-994F-9CE3-2EF9DBBB4254}" type="datetime1">
              <a:rPr lang="en-US" smtClean="0"/>
              <a:t>3/9/2026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3977639" y="6400800"/>
            <a:ext cx="5303520" cy="365125"/>
          </a:xfrm>
        </p:spPr>
        <p:txBody>
          <a:bodyPr/>
          <a:lstStyle/>
          <a:p>
            <a:r>
              <a:rPr lang="en-US" dirty="0"/>
              <a:t>Shaping the future of our industry</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655212" y="6400800"/>
            <a:ext cx="429207" cy="365125"/>
          </a:xfr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4149338944"/>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Content with Picture 1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09728" y="914400"/>
            <a:ext cx="2953618" cy="1892808"/>
          </a:xfrm>
        </p:spPr>
        <p:txBody>
          <a:bodyPr anchor="t">
            <a:normAutofit/>
          </a:bodyPr>
          <a:lstStyle>
            <a:lvl1pPr>
              <a:defRPr sz="3200"/>
            </a:lvl1pPr>
          </a:lstStyle>
          <a:p>
            <a:r>
              <a:rPr lang="de-DE"/>
              <a:t>Mastertitelformat bearbeiten</a:t>
            </a:r>
            <a:endParaRPr lang="en-US" dirty="0"/>
          </a:p>
        </p:txBody>
      </p:sp>
      <p:sp>
        <p:nvSpPr>
          <p:cNvPr id="3" name="Date Placeholder 2">
            <a:extLst>
              <a:ext uri="{FF2B5EF4-FFF2-40B4-BE49-F238E27FC236}">
                <a16:creationId xmlns:a16="http://schemas.microsoft.com/office/drawing/2014/main" id="{8F3D91B2-1947-F009-53AF-CA2BE8769C5D}"/>
              </a:ext>
            </a:extLst>
          </p:cNvPr>
          <p:cNvSpPr>
            <a:spLocks noGrp="1"/>
          </p:cNvSpPr>
          <p:nvPr>
            <p:ph type="dt" sz="half" idx="15"/>
          </p:nvPr>
        </p:nvSpPr>
        <p:spPr/>
        <p:txBody>
          <a:bodyPr/>
          <a:lstStyle/>
          <a:p>
            <a:fld id="{56ED1282-C03D-8746-9C7A-3F9A903CE393}" type="datetime1">
              <a:rPr lang="en-US" smtClean="0"/>
              <a:t>3/9/2026</a:t>
            </a:fld>
            <a:endParaRPr lang="en-US" dirty="0"/>
          </a:p>
        </p:txBody>
      </p:sp>
      <p:sp>
        <p:nvSpPr>
          <p:cNvPr id="4" name="Footer Placeholder 3">
            <a:extLst>
              <a:ext uri="{FF2B5EF4-FFF2-40B4-BE49-F238E27FC236}">
                <a16:creationId xmlns:a16="http://schemas.microsoft.com/office/drawing/2014/main" id="{F95FC093-7A59-0C22-FCDE-3B3F3C844F5D}"/>
              </a:ext>
            </a:extLst>
          </p:cNvPr>
          <p:cNvSpPr>
            <a:spLocks noGrp="1"/>
          </p:cNvSpPr>
          <p:nvPr>
            <p:ph type="ftr" sz="quarter" idx="16"/>
          </p:nvPr>
        </p:nvSpPr>
        <p:spPr>
          <a:xfrm>
            <a:off x="3977639" y="109728"/>
            <a:ext cx="5303520" cy="365125"/>
          </a:xfrm>
        </p:spPr>
        <p:txBody>
          <a:bodyPr/>
          <a:lstStyle/>
          <a:p>
            <a:r>
              <a:rPr lang="en-US" dirty="0"/>
              <a:t>Shaping the future of our industry</a:t>
            </a:r>
          </a:p>
        </p:txBody>
      </p:sp>
      <p:sp>
        <p:nvSpPr>
          <p:cNvPr id="9" name="Slide Number Placeholder 8">
            <a:extLst>
              <a:ext uri="{FF2B5EF4-FFF2-40B4-BE49-F238E27FC236}">
                <a16:creationId xmlns:a16="http://schemas.microsoft.com/office/drawing/2014/main" id="{482E3CA5-C843-86E9-EDAF-8E8D75DC76B5}"/>
              </a:ext>
            </a:extLst>
          </p:cNvPr>
          <p:cNvSpPr>
            <a:spLocks noGrp="1"/>
          </p:cNvSpPr>
          <p:nvPr>
            <p:ph type="sldNum" sz="quarter" idx="17"/>
          </p:nvPr>
        </p:nvSpPr>
        <p:spPr/>
        <p:txBody>
          <a:bodyPr/>
          <a:lstStyle/>
          <a:p>
            <a:fld id="{CC057153-B650-4DEB-B370-79DDCFDCE934}" type="slidenum">
              <a:rPr lang="en-US" smtClean="0"/>
              <a:pPr/>
              <a:t>‹#›</a:t>
            </a:fld>
            <a:endParaRPr lang="en-US" dirty="0"/>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977640" y="914400"/>
            <a:ext cx="7772400" cy="2240280"/>
          </a:xfrm>
        </p:spPr>
        <p:txBody>
          <a:bodyPr>
            <a:noAutofit/>
          </a:bodyPr>
          <a:lstStyle>
            <a:lvl1pPr marL="0" indent="0">
              <a:buFont typeface="Arial" panose="020B0604020202020204" pitchFamily="34" charset="0"/>
              <a:buNone/>
              <a:defRPr sz="1400"/>
            </a:lvl1pPr>
            <a:lvl2pPr marL="228600" indent="0">
              <a:buFont typeface="Arial" panose="020B0604020202020204" pitchFamily="34" charset="0"/>
              <a:buNone/>
              <a:defRPr sz="1400"/>
            </a:lvl2pPr>
            <a:lvl3pPr marL="457200" indent="0">
              <a:buFont typeface="Arial" panose="020B0604020202020204" pitchFamily="34" charset="0"/>
              <a:buNone/>
              <a:defRPr sz="1400"/>
            </a:lvl3pPr>
            <a:lvl4pPr marL="685800" indent="0">
              <a:buFont typeface="Arial" panose="020B0604020202020204" pitchFamily="34" charset="0"/>
              <a:buNone/>
              <a:defRPr sz="1400"/>
            </a:lvl4pPr>
            <a:lvl5pPr marL="914400" indent="0">
              <a:buFont typeface="Arial" panose="020B0604020202020204" pitchFamily="34" charset="0"/>
              <a:buNone/>
              <a:defRPr sz="1400"/>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1" y="3429000"/>
            <a:ext cx="12192000" cy="3429000"/>
          </a:xfrm>
          <a:blipFill dpi="0" rotWithShape="1">
            <a:blip r:embed="rId2">
              <a:alphaModFix amt="60000"/>
            </a:blip>
            <a:srcRect/>
            <a:stretch>
              <a:fillRect t="-10186"/>
            </a:stretch>
          </a:blipFill>
        </p:spPr>
        <p:txBody>
          <a:bodyPr/>
          <a:lstStyle/>
          <a:p>
            <a:r>
              <a:rPr lang="de-DE"/>
              <a:t>Bild durch Klicken auf Symbol hinzufügen</a:t>
            </a:r>
            <a:endParaRPr lang="en-US" dirty="0"/>
          </a:p>
        </p:txBody>
      </p:sp>
    </p:spTree>
    <p:extLst>
      <p:ext uri="{BB962C8B-B14F-4D97-AF65-F5344CB8AC3E}">
        <p14:creationId xmlns:p14="http://schemas.microsoft.com/office/powerpoint/2010/main" val="982333765"/>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Content with Picture 1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09728" y="1097280"/>
            <a:ext cx="10972802" cy="970463"/>
          </a:xfrm>
        </p:spPr>
        <p:txBody>
          <a:bodyPr anchor="ctr"/>
          <a:lstStyle/>
          <a:p>
            <a:r>
              <a:rPr lang="de-DE"/>
              <a:t>Mastertitelformat bearbeiten</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A882396A-BC37-4B4A-B91C-8D02C6E635BE}" type="datetime1">
              <a:rPr lang="en-US" smtClean="0"/>
              <a:t>3/9/2026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6555184" y="109728"/>
            <a:ext cx="4937760" cy="365125"/>
          </a:xfrm>
        </p:spPr>
        <p:txBody>
          <a:bodyPr/>
          <a:lstStyle/>
          <a:p>
            <a:r>
              <a:rPr lang="en-US" dirty="0"/>
              <a:t>Shaping the future of our industry</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228600" y="2184400"/>
            <a:ext cx="6172200" cy="4425696"/>
          </a:xfrm>
          <a:blipFill dpi="0" rotWithShape="1">
            <a:blip r:embed="rId2">
              <a:alphaModFix amt="60000"/>
            </a:blip>
            <a:srcRect/>
            <a:stretch>
              <a:fillRect/>
            </a:stretch>
          </a:blipFill>
        </p:spPr>
        <p:txBody>
          <a:bodyPr/>
          <a:lstStyle/>
          <a:p>
            <a:r>
              <a:rPr lang="de-DE"/>
              <a:t>Bild durch Klicken auf Symbol hinzufügen</a:t>
            </a:r>
            <a:endParaRPr lang="en-US" dirty="0"/>
          </a:p>
        </p:txBody>
      </p:sp>
      <p:sp>
        <p:nvSpPr>
          <p:cNvPr id="8" name="Content Placeholder 7">
            <a:extLst>
              <a:ext uri="{FF2B5EF4-FFF2-40B4-BE49-F238E27FC236}">
                <a16:creationId xmlns:a16="http://schemas.microsoft.com/office/drawing/2014/main" id="{C1897688-419F-6EB2-5CC1-DC14924E5FC3}"/>
              </a:ext>
            </a:extLst>
          </p:cNvPr>
          <p:cNvSpPr>
            <a:spLocks noGrp="1"/>
          </p:cNvSpPr>
          <p:nvPr>
            <p:ph sz="quarter" idx="14"/>
          </p:nvPr>
        </p:nvSpPr>
        <p:spPr>
          <a:xfrm>
            <a:off x="6555185" y="2181225"/>
            <a:ext cx="4251960" cy="4428871"/>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Tree>
    <p:extLst>
      <p:ext uri="{BB962C8B-B14F-4D97-AF65-F5344CB8AC3E}">
        <p14:creationId xmlns:p14="http://schemas.microsoft.com/office/powerpoint/2010/main" val="722401964"/>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Content with Picture 1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09728" y="1005840"/>
            <a:ext cx="4672584" cy="1453896"/>
          </a:xfrm>
        </p:spPr>
        <p:txBody>
          <a:bodyPr>
            <a:normAutofit/>
          </a:bodyPr>
          <a:lstStyle>
            <a:lvl1pPr>
              <a:defRPr sz="3600"/>
            </a:lvl1pPr>
          </a:lstStyle>
          <a:p>
            <a:r>
              <a:rPr lang="de-DE"/>
              <a:t>Mastertitelformat bearbeiten</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D5FC3C03-72B8-044E-B6B9-E9070EBBFFFA}" type="datetime1">
              <a:rPr lang="en-US" smtClean="0"/>
              <a:t>3/9/2026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5052794" y="109728"/>
            <a:ext cx="5303520" cy="365125"/>
          </a:xfrm>
        </p:spPr>
        <p:txBody>
          <a:bodyPr/>
          <a:lstStyle/>
          <a:p>
            <a:r>
              <a:rPr lang="en-US" dirty="0"/>
              <a:t>Shaping the future of our industry</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228600" y="2578563"/>
            <a:ext cx="4672584" cy="4041648"/>
          </a:xfrm>
          <a:blipFill dpi="0" rotWithShape="1">
            <a:blip r:embed="rId2">
              <a:alphaModFix amt="60000"/>
            </a:blip>
            <a:srcRect/>
            <a:stretch>
              <a:fillRect/>
            </a:stretch>
          </a:blipFill>
        </p:spPr>
        <p:txBody>
          <a:bodyPr/>
          <a:lstStyle/>
          <a:p>
            <a:r>
              <a:rPr lang="de-DE"/>
              <a:t>Bild durch Klicken auf Symbol hinzufügen</a:t>
            </a:r>
            <a:endParaRPr lang="en-US" dirty="0"/>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5052795" y="1005840"/>
            <a:ext cx="5585925" cy="5783263"/>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Tree>
    <p:extLst>
      <p:ext uri="{BB962C8B-B14F-4D97-AF65-F5344CB8AC3E}">
        <p14:creationId xmlns:p14="http://schemas.microsoft.com/office/powerpoint/2010/main" val="3250132475"/>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Content with Picture 1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09728" y="914400"/>
            <a:ext cx="3657603" cy="1545336"/>
          </a:xfrm>
        </p:spPr>
        <p:txBody>
          <a:bodyPr anchor="b" anchorCtr="0">
            <a:normAutofit/>
          </a:bodyPr>
          <a:lstStyle>
            <a:lvl1pPr>
              <a:defRPr sz="3200"/>
            </a:lvl1pPr>
          </a:lstStyle>
          <a:p>
            <a:r>
              <a:rPr lang="de-DE"/>
              <a:t>Mastertitelformat bearbeiten</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A8673AF6-D88F-1D44-BBB9-26080004ADD9}" type="datetime1">
              <a:rPr lang="en-US" smtClean="0"/>
              <a:t>3/9/2026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3888344" y="109728"/>
            <a:ext cx="5303520" cy="365125"/>
          </a:xfrm>
        </p:spPr>
        <p:txBody>
          <a:bodyPr/>
          <a:lstStyle/>
          <a:p>
            <a:r>
              <a:rPr lang="en-US" dirty="0"/>
              <a:t>Shaping the future of our industry</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228600" y="2581197"/>
            <a:ext cx="3490176" cy="4041648"/>
          </a:xfrm>
          <a:blipFill dpi="0" rotWithShape="1">
            <a:blip r:embed="rId2">
              <a:alphaModFix amt="60000"/>
            </a:blip>
            <a:srcRect/>
            <a:stretch>
              <a:fillRect/>
            </a:stretch>
          </a:blipFill>
        </p:spPr>
        <p:txBody>
          <a:bodyPr/>
          <a:lstStyle>
            <a:lvl1pPr marL="0" indent="0">
              <a:buNone/>
              <a:defRPr/>
            </a:lvl1pPr>
          </a:lstStyle>
          <a:p>
            <a:r>
              <a:rPr lang="de-DE"/>
              <a:t>Bild durch Klicken auf Symbol hinzufügen</a:t>
            </a:r>
            <a:endParaRPr lang="en-US" dirty="0"/>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3888345" y="914400"/>
            <a:ext cx="6561138" cy="5759450"/>
          </a:xfrm>
        </p:spPr>
        <p:txBody>
          <a:bodyPr anchor="b" anchorCtr="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Tree>
    <p:extLst>
      <p:ext uri="{BB962C8B-B14F-4D97-AF65-F5344CB8AC3E}">
        <p14:creationId xmlns:p14="http://schemas.microsoft.com/office/powerpoint/2010/main" val="2787477373"/>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Content with Picture 1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09728" y="1573031"/>
            <a:ext cx="5391190" cy="2864350"/>
          </a:xfrm>
        </p:spPr>
        <p:txBody>
          <a:bodyPr anchor="b" anchorCtr="0">
            <a:noAutofit/>
          </a:bodyPr>
          <a:lstStyle>
            <a:lvl1pPr>
              <a:defRPr sz="5600"/>
            </a:lvl1pPr>
          </a:lstStyle>
          <a:p>
            <a:r>
              <a:rPr lang="de-DE"/>
              <a:t>Mastertitelformat bearbeiten</a:t>
            </a:r>
            <a:endParaRPr lang="en-US" dirty="0"/>
          </a:p>
        </p:txBody>
      </p:sp>
      <p:sp>
        <p:nvSpPr>
          <p:cNvPr id="12" name="Date Placeholder 11">
            <a:extLst>
              <a:ext uri="{FF2B5EF4-FFF2-40B4-BE49-F238E27FC236}">
                <a16:creationId xmlns:a16="http://schemas.microsoft.com/office/drawing/2014/main" id="{3BF06B69-C768-FE26-D245-736BCC84A016}"/>
              </a:ext>
            </a:extLst>
          </p:cNvPr>
          <p:cNvSpPr>
            <a:spLocks noGrp="1"/>
          </p:cNvSpPr>
          <p:nvPr>
            <p:ph type="dt" sz="half" idx="15"/>
          </p:nvPr>
        </p:nvSpPr>
        <p:spPr/>
        <p:txBody>
          <a:bodyPr/>
          <a:lstStyle/>
          <a:p>
            <a:fld id="{CDEB1EBB-CFF7-4B44-9AEA-316A6F2E08DB}" type="datetime1">
              <a:rPr lang="en-US" smtClean="0"/>
              <a:t>3/9/2026</a:t>
            </a:fld>
            <a:endParaRPr lang="en-US" dirty="0"/>
          </a:p>
        </p:txBody>
      </p:sp>
      <p:sp>
        <p:nvSpPr>
          <p:cNvPr id="13" name="Footer Placeholder 12">
            <a:extLst>
              <a:ext uri="{FF2B5EF4-FFF2-40B4-BE49-F238E27FC236}">
                <a16:creationId xmlns:a16="http://schemas.microsoft.com/office/drawing/2014/main" id="{8083D621-6486-4054-4D8A-AAF79D4E8940}"/>
              </a:ext>
            </a:extLst>
          </p:cNvPr>
          <p:cNvSpPr>
            <a:spLocks noGrp="1"/>
          </p:cNvSpPr>
          <p:nvPr>
            <p:ph type="ftr" sz="quarter" idx="16"/>
          </p:nvPr>
        </p:nvSpPr>
        <p:spPr>
          <a:xfrm>
            <a:off x="5967194" y="110364"/>
            <a:ext cx="5303520" cy="365125"/>
          </a:xfrm>
        </p:spPr>
        <p:txBody>
          <a:bodyPr/>
          <a:lstStyle/>
          <a:p>
            <a:r>
              <a:rPr lang="en-US" dirty="0"/>
              <a:t>Shaping the future of our industry</a:t>
            </a:r>
          </a:p>
        </p:txBody>
      </p:sp>
      <p:sp>
        <p:nvSpPr>
          <p:cNvPr id="14" name="Slide Number Placeholder 13">
            <a:extLst>
              <a:ext uri="{FF2B5EF4-FFF2-40B4-BE49-F238E27FC236}">
                <a16:creationId xmlns:a16="http://schemas.microsoft.com/office/drawing/2014/main" id="{0F998961-73A4-CFF8-87FC-EAA4BB68EA39}"/>
              </a:ext>
            </a:extLst>
          </p:cNvPr>
          <p:cNvSpPr>
            <a:spLocks noGrp="1"/>
          </p:cNvSpPr>
          <p:nvPr>
            <p:ph type="sldNum" sz="quarter" idx="17"/>
          </p:nvPr>
        </p:nvSpPr>
        <p:spPr/>
        <p:txBody>
          <a:bodyPr/>
          <a:lstStyle/>
          <a:p>
            <a:fld id="{CC057153-B650-4DEB-B370-79DDCFDCE934}" type="slidenum">
              <a:rPr lang="en-US" smtClean="0"/>
              <a:pPr/>
              <a:t>‹#›</a:t>
            </a:fld>
            <a:endParaRPr lang="en-US" dirty="0"/>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5967195" y="1463040"/>
            <a:ext cx="5633215" cy="2864350"/>
          </a:xfrm>
        </p:spPr>
        <p:txBody>
          <a:bodyPr anchor="b" anchorCtr="0">
            <a:normAutofit/>
          </a:bodyPr>
          <a:lstStyle>
            <a:lvl1pPr marL="0" indent="0">
              <a:buFont typeface="Arial" panose="020B0604020202020204" pitchFamily="34" charset="0"/>
              <a:buNone/>
              <a:defRPr sz="1800"/>
            </a:lvl1pPr>
            <a:lvl2pPr marL="228600" indent="0">
              <a:buFont typeface="Arial" panose="020B0604020202020204" pitchFamily="34" charset="0"/>
              <a:buNone/>
              <a:defRPr sz="1800"/>
            </a:lvl2pPr>
            <a:lvl3pPr marL="457200" indent="0">
              <a:buFont typeface="Arial" panose="020B0604020202020204" pitchFamily="34" charset="0"/>
              <a:buNone/>
              <a:defRPr sz="1800"/>
            </a:lvl3pPr>
            <a:lvl4pPr marL="685800" indent="0">
              <a:buFont typeface="Arial" panose="020B0604020202020204" pitchFamily="34" charset="0"/>
              <a:buNone/>
              <a:defRPr sz="1800"/>
            </a:lvl4pPr>
            <a:lvl5pPr marL="914400" indent="0">
              <a:buFont typeface="Arial" panose="020B0604020202020204" pitchFamily="34" charset="0"/>
              <a:buNone/>
              <a:defRPr sz="1800"/>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3" name="Picture Placeholder 10">
            <a:extLst>
              <a:ext uri="{FF2B5EF4-FFF2-40B4-BE49-F238E27FC236}">
                <a16:creationId xmlns:a16="http://schemas.microsoft.com/office/drawing/2014/main" id="{E716C4BF-504C-57EB-F890-EB45BFD22B44}"/>
              </a:ext>
            </a:extLst>
          </p:cNvPr>
          <p:cNvSpPr>
            <a:spLocks noGrp="1"/>
          </p:cNvSpPr>
          <p:nvPr>
            <p:ph type="pic" sz="quarter" idx="18"/>
          </p:nvPr>
        </p:nvSpPr>
        <p:spPr>
          <a:xfrm>
            <a:off x="-1" y="4509435"/>
            <a:ext cx="12192000" cy="2348564"/>
          </a:xfrm>
          <a:blipFill dpi="0" rotWithShape="1">
            <a:blip r:embed="rId2">
              <a:alphaModFix amt="60000"/>
            </a:blip>
            <a:srcRect/>
            <a:stretch>
              <a:fillRect t="-207" b="-2"/>
            </a:stretch>
          </a:blipFill>
        </p:spPr>
        <p:txBody>
          <a:bodyPr/>
          <a:lstStyle/>
          <a:p>
            <a:r>
              <a:rPr lang="de-DE"/>
              <a:t>Bild durch Klicken auf Symbol hinzufügen</a:t>
            </a:r>
            <a:endParaRPr lang="en-US" dirty="0"/>
          </a:p>
        </p:txBody>
      </p:sp>
    </p:spTree>
    <p:extLst>
      <p:ext uri="{BB962C8B-B14F-4D97-AF65-F5344CB8AC3E}">
        <p14:creationId xmlns:p14="http://schemas.microsoft.com/office/powerpoint/2010/main" val="2242908407"/>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Content with Picture 1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09728" y="2011680"/>
            <a:ext cx="5391190" cy="4297680"/>
          </a:xfrm>
        </p:spPr>
        <p:txBody>
          <a:bodyPr anchor="t" anchorCtr="0">
            <a:noAutofit/>
          </a:bodyPr>
          <a:lstStyle>
            <a:lvl1pPr>
              <a:defRPr sz="5600"/>
            </a:lvl1pPr>
          </a:lstStyle>
          <a:p>
            <a:r>
              <a:rPr lang="de-DE"/>
              <a:t>Mastertitelformat bearbeiten</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1" y="0"/>
            <a:ext cx="12192000" cy="1730326"/>
          </a:xfrm>
          <a:blipFill dpi="0" rotWithShape="1">
            <a:blip r:embed="rId2">
              <a:alphaModFix amt="60000"/>
            </a:blip>
            <a:srcRect/>
            <a:stretch>
              <a:fillRect b="-1213"/>
            </a:stretch>
          </a:blipFill>
        </p:spPr>
        <p:txBody>
          <a:bodyPr/>
          <a:lstStyle/>
          <a:p>
            <a:r>
              <a:rPr lang="de-DE"/>
              <a:t>Bild durch Klicken auf Symbol hinzufügen</a:t>
            </a:r>
            <a:endParaRPr lang="en-US" dirty="0"/>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5998946" y="2011680"/>
            <a:ext cx="5669280" cy="4297680"/>
          </a:xfrm>
        </p:spPr>
        <p:txBody>
          <a:bodyPr anchor="t" anchorCtr="0">
            <a:noAutofit/>
          </a:bodyPr>
          <a:lstStyle>
            <a:lvl1pPr marL="0" indent="0">
              <a:buFont typeface="Arial" panose="020B0604020202020204" pitchFamily="34" charset="0"/>
              <a:buNone/>
              <a:defRPr sz="1400"/>
            </a:lvl1pPr>
            <a:lvl2pPr marL="228600" indent="0">
              <a:buFont typeface="Arial" panose="020B0604020202020204" pitchFamily="34" charset="0"/>
              <a:buNone/>
              <a:defRPr sz="1400"/>
            </a:lvl2pPr>
            <a:lvl3pPr marL="457200" indent="0">
              <a:buFont typeface="Arial" panose="020B0604020202020204" pitchFamily="34" charset="0"/>
              <a:buNone/>
              <a:defRPr sz="1400"/>
            </a:lvl3pPr>
            <a:lvl4pPr marL="685800" indent="0">
              <a:buFont typeface="Arial" panose="020B0604020202020204" pitchFamily="34" charset="0"/>
              <a:buNone/>
              <a:defRPr sz="1400"/>
            </a:lvl4pPr>
            <a:lvl5pPr marL="914400" indent="0">
              <a:buFont typeface="Arial" panose="020B0604020202020204" pitchFamily="34" charset="0"/>
              <a:buNone/>
              <a:defRPr sz="1400"/>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12" name="Date Placeholder 11">
            <a:extLst>
              <a:ext uri="{FF2B5EF4-FFF2-40B4-BE49-F238E27FC236}">
                <a16:creationId xmlns:a16="http://schemas.microsoft.com/office/drawing/2014/main" id="{3BF06B69-C768-FE26-D245-736BCC84A016}"/>
              </a:ext>
            </a:extLst>
          </p:cNvPr>
          <p:cNvSpPr>
            <a:spLocks noGrp="1"/>
          </p:cNvSpPr>
          <p:nvPr>
            <p:ph type="dt" sz="half" idx="15"/>
          </p:nvPr>
        </p:nvSpPr>
        <p:spPr>
          <a:xfrm>
            <a:off x="139035" y="6400800"/>
            <a:ext cx="3494314" cy="365125"/>
          </a:xfrm>
        </p:spPr>
        <p:txBody>
          <a:bodyPr/>
          <a:lstStyle/>
          <a:p>
            <a:fld id="{4DCD1FD3-D483-0B4C-B010-EBEC885068CB}" type="datetime1">
              <a:rPr lang="en-US" smtClean="0"/>
              <a:t>3/9/2026</a:t>
            </a:fld>
            <a:endParaRPr lang="en-US" dirty="0"/>
          </a:p>
        </p:txBody>
      </p:sp>
      <p:sp>
        <p:nvSpPr>
          <p:cNvPr id="13" name="Footer Placeholder 12">
            <a:extLst>
              <a:ext uri="{FF2B5EF4-FFF2-40B4-BE49-F238E27FC236}">
                <a16:creationId xmlns:a16="http://schemas.microsoft.com/office/drawing/2014/main" id="{8083D621-6486-4054-4D8A-AAF79D4E8940}"/>
              </a:ext>
            </a:extLst>
          </p:cNvPr>
          <p:cNvSpPr>
            <a:spLocks noGrp="1"/>
          </p:cNvSpPr>
          <p:nvPr>
            <p:ph type="ftr" sz="quarter" idx="16"/>
          </p:nvPr>
        </p:nvSpPr>
        <p:spPr>
          <a:xfrm>
            <a:off x="5998463" y="6400800"/>
            <a:ext cx="5303520" cy="365125"/>
          </a:xfrm>
        </p:spPr>
        <p:txBody>
          <a:bodyPr/>
          <a:lstStyle/>
          <a:p>
            <a:r>
              <a:rPr lang="en-US" dirty="0"/>
              <a:t>Shaping the future of our industry</a:t>
            </a:r>
          </a:p>
        </p:txBody>
      </p:sp>
      <p:sp>
        <p:nvSpPr>
          <p:cNvPr id="14" name="Slide Number Placeholder 13">
            <a:extLst>
              <a:ext uri="{FF2B5EF4-FFF2-40B4-BE49-F238E27FC236}">
                <a16:creationId xmlns:a16="http://schemas.microsoft.com/office/drawing/2014/main" id="{0F998961-73A4-CFF8-87FC-EAA4BB68EA39}"/>
              </a:ext>
            </a:extLst>
          </p:cNvPr>
          <p:cNvSpPr>
            <a:spLocks noGrp="1"/>
          </p:cNvSpPr>
          <p:nvPr>
            <p:ph type="sldNum" sz="quarter" idx="17"/>
          </p:nvPr>
        </p:nvSpPr>
        <p:spPr>
          <a:xfrm>
            <a:off x="11627219" y="6400800"/>
            <a:ext cx="429207" cy="365125"/>
          </a:xfrm>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1440685391"/>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Content with Picture 2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09727" y="171513"/>
            <a:ext cx="6400800" cy="1482005"/>
          </a:xfrm>
        </p:spPr>
        <p:txBody>
          <a:bodyPr anchor="t" anchorCtr="0">
            <a:normAutofit/>
          </a:bodyPr>
          <a:lstStyle>
            <a:lvl1pPr>
              <a:lnSpc>
                <a:spcPct val="80000"/>
              </a:lnSpc>
              <a:defRPr sz="5600"/>
            </a:lvl1pPr>
          </a:lstStyle>
          <a:p>
            <a:r>
              <a:rPr lang="de-DE"/>
              <a:t>Mastertitelformat bearbeiten</a:t>
            </a:r>
            <a:endParaRPr lang="en-US" dirty="0"/>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109726" y="2606040"/>
            <a:ext cx="6400800" cy="3999042"/>
          </a:xfrm>
        </p:spPr>
        <p:txBody>
          <a:bodyPr/>
          <a:lstStyle>
            <a:lvl1pPr>
              <a:spcBef>
                <a:spcPts val="1000"/>
              </a:spcBef>
              <a:defRPr/>
            </a:lvl1pPr>
            <a:lvl2pPr>
              <a:spcBef>
                <a:spcPts val="1000"/>
              </a:spcBef>
              <a:defRPr/>
            </a:lvl2pPr>
            <a:lvl3pPr>
              <a:spcBef>
                <a:spcPts val="1000"/>
              </a:spcBef>
              <a:defRPr/>
            </a:lvl3pPr>
            <a:lvl4pPr>
              <a:spcBef>
                <a:spcPts val="1000"/>
              </a:spcBef>
              <a:defRPr/>
            </a:lvl4pPr>
            <a:lvl5pPr>
              <a:spcBef>
                <a:spcPts val="1000"/>
              </a:spcBef>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Footer Placeholder 3">
            <a:extLst>
              <a:ext uri="{FF2B5EF4-FFF2-40B4-BE49-F238E27FC236}">
                <a16:creationId xmlns:a16="http://schemas.microsoft.com/office/drawing/2014/main" id="{5446E4B5-B423-4137-0255-D68BAC85BE95}"/>
              </a:ext>
            </a:extLst>
          </p:cNvPr>
          <p:cNvSpPr>
            <a:spLocks noGrp="1"/>
          </p:cNvSpPr>
          <p:nvPr>
            <p:ph type="ftr" sz="quarter" idx="16"/>
          </p:nvPr>
        </p:nvSpPr>
        <p:spPr>
          <a:xfrm>
            <a:off x="7691214" y="109728"/>
            <a:ext cx="3840480" cy="365125"/>
          </a:xfrm>
        </p:spPr>
        <p:txBody>
          <a:bodyPr/>
          <a:lstStyle/>
          <a:p>
            <a:r>
              <a:rPr lang="en-US" dirty="0"/>
              <a:t>Shaping the future of our industry</a:t>
            </a:r>
          </a:p>
        </p:txBody>
      </p:sp>
      <p:sp>
        <p:nvSpPr>
          <p:cNvPr id="9" name="Slide Number Placeholder 8">
            <a:extLst>
              <a:ext uri="{FF2B5EF4-FFF2-40B4-BE49-F238E27FC236}">
                <a16:creationId xmlns:a16="http://schemas.microsoft.com/office/drawing/2014/main" id="{79FEC5A8-0DCB-9EEB-83E2-0411804C543D}"/>
              </a:ext>
            </a:extLst>
          </p:cNvPr>
          <p:cNvSpPr>
            <a:spLocks noGrp="1"/>
          </p:cNvSpPr>
          <p:nvPr>
            <p:ph type="sldNum" sz="quarter" idx="17"/>
          </p:nvPr>
        </p:nvSpPr>
        <p:spPr>
          <a:xfrm>
            <a:off x="11614572" y="109728"/>
            <a:ext cx="429207" cy="365125"/>
          </a:xfrm>
        </p:spPr>
        <p:txBody>
          <a:bodyPr/>
          <a:lstStyle/>
          <a:p>
            <a:fld id="{CC057153-B650-4DEB-B370-79DDCFDCE934}" type="slidenum">
              <a:rPr lang="en-US" smtClean="0"/>
              <a:t>‹#›</a:t>
            </a:fld>
            <a:endParaRPr lang="en-US" dirty="0"/>
          </a:p>
        </p:txBody>
      </p:sp>
      <p:sp>
        <p:nvSpPr>
          <p:cNvPr id="6" name="Picture Placeholder 10">
            <a:extLst>
              <a:ext uri="{FF2B5EF4-FFF2-40B4-BE49-F238E27FC236}">
                <a16:creationId xmlns:a16="http://schemas.microsoft.com/office/drawing/2014/main" id="{692EDDB5-4345-5104-646A-B8C10FB3A78F}"/>
              </a:ext>
            </a:extLst>
          </p:cNvPr>
          <p:cNvSpPr>
            <a:spLocks noGrp="1"/>
          </p:cNvSpPr>
          <p:nvPr>
            <p:ph type="pic" sz="quarter" idx="13"/>
          </p:nvPr>
        </p:nvSpPr>
        <p:spPr>
          <a:xfrm>
            <a:off x="7805393" y="843539"/>
            <a:ext cx="4120983" cy="5761544"/>
          </a:xfrm>
          <a:blipFill dpi="0" rotWithShape="1">
            <a:blip r:embed="rId2">
              <a:alphaModFix amt="60000"/>
            </a:blip>
            <a:srcRect/>
            <a:stretch>
              <a:fillRect l="-368" r="-58"/>
            </a:stretch>
          </a:blipFill>
        </p:spPr>
        <p:txBody>
          <a:bodyPr/>
          <a:lstStyle/>
          <a:p>
            <a:r>
              <a:rPr lang="de-DE"/>
              <a:t>Bild durch Klicken auf Symbol hinzufügen</a:t>
            </a:r>
            <a:endParaRPr lang="en-US" dirty="0"/>
          </a:p>
        </p:txBody>
      </p:sp>
    </p:spTree>
    <p:extLst>
      <p:ext uri="{BB962C8B-B14F-4D97-AF65-F5344CB8AC3E}">
        <p14:creationId xmlns:p14="http://schemas.microsoft.com/office/powerpoint/2010/main" val="3624799203"/>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picTx" preserve="1">
  <p:cSld name="Content with Picture 2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111325" y="1005840"/>
            <a:ext cx="3595634" cy="2212313"/>
          </a:xfrm>
        </p:spPr>
        <p:txBody>
          <a:bodyPr anchor="t">
            <a:noAutofit/>
          </a:bodyPr>
          <a:lstStyle>
            <a:lvl1pPr>
              <a:defRPr sz="5600"/>
            </a:lvl1pPr>
          </a:lstStyle>
          <a:p>
            <a:r>
              <a:rPr lang="de-DE"/>
              <a:t>Mastertitelformat bearbeiten</a:t>
            </a:r>
            <a:endParaRPr lang="en-US" dirty="0"/>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856FCA69-54DB-5C48-88C2-5A1E30E9D7C1}" type="datetime1">
              <a:rPr lang="en-US" smtClean="0"/>
              <a:t>3/9/2026</a:t>
            </a:fld>
            <a:endParaRPr lang="en-US" dirty="0"/>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111325" y="3291840"/>
            <a:ext cx="3585586" cy="3434638"/>
          </a:xfrm>
        </p:spPr>
        <p:txBody>
          <a:bodyPr anchor="b">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a:xfrm>
            <a:off x="5316036" y="109728"/>
            <a:ext cx="5303520" cy="365125"/>
          </a:xfrm>
        </p:spPr>
        <p:txBody>
          <a:bodyPr/>
          <a:lstStyle/>
          <a:p>
            <a:r>
              <a:rPr lang="en-US" dirty="0"/>
              <a:t>Shaping the future of our industry</a:t>
            </a:r>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3" name="Picture Placeholder 2">
            <a:extLst>
              <a:ext uri="{FF2B5EF4-FFF2-40B4-BE49-F238E27FC236}">
                <a16:creationId xmlns:a16="http://schemas.microsoft.com/office/drawing/2014/main" id="{9571C769-CEC8-962A-01E6-15B0E056791E}"/>
              </a:ext>
            </a:extLst>
          </p:cNvPr>
          <p:cNvSpPr>
            <a:spLocks noGrp="1"/>
          </p:cNvSpPr>
          <p:nvPr>
            <p:ph type="pic" idx="1"/>
          </p:nvPr>
        </p:nvSpPr>
        <p:spPr>
          <a:xfrm>
            <a:off x="5432770" y="832104"/>
            <a:ext cx="6519080" cy="5779007"/>
          </a:xfrm>
          <a:blipFill dpi="0" rotWithShape="1">
            <a:blip r:embed="rId2">
              <a:alphaModFix amt="60000"/>
            </a:blip>
            <a:srcRect/>
            <a:stretch>
              <a:fillRect/>
            </a:stretch>
          </a:blipFill>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de-DE"/>
              <a:t>Bild durch Klicken auf Symbol hinzufügen</a:t>
            </a:r>
            <a:endParaRPr lang="en-US" dirty="0"/>
          </a:p>
        </p:txBody>
      </p:sp>
    </p:spTree>
    <p:extLst>
      <p:ext uri="{BB962C8B-B14F-4D97-AF65-F5344CB8AC3E}">
        <p14:creationId xmlns:p14="http://schemas.microsoft.com/office/powerpoint/2010/main" val="3510537480"/>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Number Lar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109728" y="5220320"/>
            <a:ext cx="5897880" cy="1353312"/>
          </a:xfrm>
        </p:spPr>
        <p:txBody>
          <a:bodyPr>
            <a:normAutofit/>
          </a:bodyPr>
          <a:lstStyle>
            <a:lvl1pPr>
              <a:lnSpc>
                <a:spcPct val="120000"/>
              </a:lnSpc>
              <a:defRPr sz="2000" b="0" spc="0" baseline="0">
                <a:solidFill>
                  <a:schemeClr val="tx1"/>
                </a:solidFill>
                <a:latin typeface="+mn-lt"/>
              </a:defRPr>
            </a:lvl1pPr>
          </a:lstStyle>
          <a:p>
            <a:r>
              <a:rPr lang="de-DE"/>
              <a:t>Mastertitelformat bearbeiten</a:t>
            </a:r>
            <a:endParaRPr lang="en-US" dirty="0"/>
          </a:p>
        </p:txBody>
      </p:sp>
      <p:pic>
        <p:nvPicPr>
          <p:cNvPr id="6" name="Graphic 5">
            <a:extLst>
              <a:ext uri="{FF2B5EF4-FFF2-40B4-BE49-F238E27FC236}">
                <a16:creationId xmlns:a16="http://schemas.microsoft.com/office/drawing/2014/main" id="{BB98C21E-A9AF-D3FB-3F6A-06088553C6F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956289" y="5756029"/>
            <a:ext cx="1005840" cy="1005840"/>
          </a:xfrm>
          <a:prstGeom prst="rect">
            <a:avLst/>
          </a:prstGeom>
        </p:spPr>
      </p:pic>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p>
            <a:fld id="{A161E418-5963-9B4C-BB64-1F8A14EB1F32}" type="datetime1">
              <a:rPr lang="en-US" smtClean="0"/>
              <a:t>3/9/2026</a:t>
            </a:fld>
            <a:endParaRPr lang="en-US" dirty="0"/>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p>
            <a:r>
              <a:rPr lang="en-US" dirty="0"/>
              <a:t>Shaping the future of our industry</a:t>
            </a:r>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109728" y="854512"/>
            <a:ext cx="10826496" cy="4334256"/>
          </a:xfrm>
        </p:spPr>
        <p:txBody>
          <a:bodyPr anchor="b">
            <a:normAutofit/>
          </a:bodyPr>
          <a:lstStyle>
            <a:lvl1pPr marL="0" indent="0">
              <a:lnSpc>
                <a:spcPct val="90000"/>
              </a:lnSpc>
              <a:spcBef>
                <a:spcPts val="0"/>
              </a:spcBef>
              <a:buNone/>
              <a:defRPr sz="15000" b="0">
                <a:solidFill>
                  <a:schemeClr val="tx1"/>
                </a:solidFill>
                <a:latin typeface="+mj-lt"/>
              </a:defRPr>
            </a:lvl1pPr>
          </a:lstStyle>
          <a:p>
            <a:pPr lvl="0"/>
            <a:r>
              <a:rPr lang="en-US" dirty="0"/>
              <a:t>##%</a:t>
            </a:r>
          </a:p>
        </p:txBody>
      </p:sp>
    </p:spTree>
    <p:extLst>
      <p:ext uri="{BB962C8B-B14F-4D97-AF65-F5344CB8AC3E}">
        <p14:creationId xmlns:p14="http://schemas.microsoft.com/office/powerpoint/2010/main" val="1109185488"/>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Number Larg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2377440" y="5096611"/>
            <a:ext cx="7525512" cy="1545336"/>
          </a:xfrm>
        </p:spPr>
        <p:txBody>
          <a:bodyPr>
            <a:normAutofit/>
          </a:bodyPr>
          <a:lstStyle>
            <a:lvl1pPr algn="ctr">
              <a:lnSpc>
                <a:spcPct val="110000"/>
              </a:lnSpc>
              <a:defRPr sz="2000" b="0" spc="0" baseline="0">
                <a:solidFill>
                  <a:schemeClr val="tx1"/>
                </a:solidFill>
                <a:latin typeface="+mn-lt"/>
              </a:defRPr>
            </a:lvl1pPr>
          </a:lstStyle>
          <a:p>
            <a:r>
              <a:rPr lang="de-DE"/>
              <a:t>Mastertitelformat bearbeiten</a:t>
            </a:r>
            <a:endParaRPr lang="en-US" dirty="0"/>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822960" y="855230"/>
            <a:ext cx="10543032" cy="4206240"/>
          </a:xfrm>
        </p:spPr>
        <p:txBody>
          <a:bodyPr anchor="b">
            <a:normAutofit/>
          </a:bodyPr>
          <a:lstStyle>
            <a:lvl1pPr marL="0" indent="0" algn="ctr">
              <a:lnSpc>
                <a:spcPct val="90000"/>
              </a:lnSpc>
              <a:buNone/>
              <a:defRPr sz="15000" b="0">
                <a:solidFill>
                  <a:schemeClr val="tx1"/>
                </a:solidFill>
                <a:latin typeface="+mj-lt"/>
              </a:defRPr>
            </a:lvl1pPr>
          </a:lstStyle>
          <a:p>
            <a:pPr lvl="0"/>
            <a:r>
              <a:rPr lang="en-US" dirty="0"/>
              <a:t>##%</a:t>
            </a:r>
          </a:p>
        </p:txBody>
      </p:sp>
      <p:pic>
        <p:nvPicPr>
          <p:cNvPr id="3" name="Graphic 2">
            <a:extLst>
              <a:ext uri="{FF2B5EF4-FFF2-40B4-BE49-F238E27FC236}">
                <a16:creationId xmlns:a16="http://schemas.microsoft.com/office/drawing/2014/main" id="{79D39EB1-AC22-29FA-3FA6-98276FD51518}"/>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5593080" y="1192308"/>
            <a:ext cx="1005840" cy="1005840"/>
          </a:xfrm>
          <a:prstGeom prst="rect">
            <a:avLst/>
          </a:prstGeom>
        </p:spPr>
      </p:pic>
    </p:spTree>
    <p:extLst>
      <p:ext uri="{BB962C8B-B14F-4D97-AF65-F5344CB8AC3E}">
        <p14:creationId xmlns:p14="http://schemas.microsoft.com/office/powerpoint/2010/main" val="2868467472"/>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Number Large 3">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109728" y="5086664"/>
            <a:ext cx="7525512" cy="1545336"/>
          </a:xfrm>
        </p:spPr>
        <p:txBody>
          <a:bodyPr anchor="b" anchorCtr="0">
            <a:normAutofit/>
          </a:bodyPr>
          <a:lstStyle>
            <a:lvl1pPr algn="l">
              <a:lnSpc>
                <a:spcPct val="110000"/>
              </a:lnSpc>
              <a:defRPr sz="2000" b="0" spc="0" baseline="0">
                <a:solidFill>
                  <a:schemeClr val="tx1"/>
                </a:solidFill>
                <a:latin typeface="+mn-lt"/>
              </a:defRPr>
            </a:lvl1pPr>
          </a:lstStyle>
          <a:p>
            <a:r>
              <a:rPr lang="de-DE"/>
              <a:t>Mastertitelformat bearbeiten</a:t>
            </a:r>
            <a:endParaRPr lang="en-US" dirty="0"/>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p>
            <a:fld id="{41A8F866-AE4F-0E4D-9EC5-A83A47A4ADB9}" type="datetime1">
              <a:rPr lang="en-US" smtClean="0"/>
              <a:t>3/9/2026</a:t>
            </a:fld>
            <a:endParaRPr lang="en-US" dirty="0"/>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p>
            <a:r>
              <a:rPr lang="en-US" dirty="0"/>
              <a:t>Shaping the future of our industry</a:t>
            </a:r>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109728" y="855232"/>
            <a:ext cx="10543032" cy="4206240"/>
          </a:xfrm>
        </p:spPr>
        <p:txBody>
          <a:bodyPr anchor="b">
            <a:normAutofit/>
          </a:bodyPr>
          <a:lstStyle>
            <a:lvl1pPr marL="0" indent="0" algn="l">
              <a:lnSpc>
                <a:spcPct val="90000"/>
              </a:lnSpc>
              <a:buNone/>
              <a:defRPr sz="15000" b="0">
                <a:solidFill>
                  <a:schemeClr val="tx1"/>
                </a:solidFill>
                <a:latin typeface="+mj-lt"/>
              </a:defRPr>
            </a:lvl1pPr>
          </a:lstStyle>
          <a:p>
            <a:pPr lvl="0"/>
            <a:r>
              <a:rPr lang="en-US" dirty="0"/>
              <a:t>##%</a:t>
            </a:r>
          </a:p>
        </p:txBody>
      </p:sp>
    </p:spTree>
    <p:extLst>
      <p:ext uri="{BB962C8B-B14F-4D97-AF65-F5344CB8AC3E}">
        <p14:creationId xmlns:p14="http://schemas.microsoft.com/office/powerpoint/2010/main" val="3969628454"/>
      </p:ext>
    </p:extLst>
  </p:cSld>
  <p:clrMapOvr>
    <a:overrideClrMapping bg1="lt1" tx1="dk1" bg2="lt2" tx2="dk2" accent1="accent1" accent2="accent2" accent3="accent3" accent4="accent4" accent5="accent5" accent6="accent6" hlink="hlink" folHlink="folHlink"/>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Number Large 4">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6094476" y="1106243"/>
            <a:ext cx="4107359" cy="3760706"/>
          </a:xfrm>
        </p:spPr>
        <p:txBody>
          <a:bodyPr anchor="b" anchorCtr="0">
            <a:normAutofit/>
          </a:bodyPr>
          <a:lstStyle>
            <a:lvl1pPr algn="l">
              <a:lnSpc>
                <a:spcPct val="110000"/>
              </a:lnSpc>
              <a:defRPr sz="1800" b="0" spc="0" baseline="0">
                <a:solidFill>
                  <a:schemeClr val="tx1"/>
                </a:solidFill>
                <a:latin typeface="+mn-lt"/>
              </a:defRPr>
            </a:lvl1pPr>
          </a:lstStyle>
          <a:p>
            <a:r>
              <a:rPr lang="de-DE"/>
              <a:t>Mastertitelformat bearbeiten</a:t>
            </a:r>
            <a:endParaRPr lang="en-US" dirty="0"/>
          </a:p>
        </p:txBody>
      </p:sp>
      <p:pic>
        <p:nvPicPr>
          <p:cNvPr id="6" name="Graphic 5">
            <a:extLst>
              <a:ext uri="{FF2B5EF4-FFF2-40B4-BE49-F238E27FC236}">
                <a16:creationId xmlns:a16="http://schemas.microsoft.com/office/drawing/2014/main" id="{A0E84C63-8906-E024-96D3-CABBCE341DA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flipV="1">
            <a:off x="11235399" y="5899743"/>
            <a:ext cx="731520" cy="731520"/>
          </a:xfrm>
          <a:prstGeom prst="rect">
            <a:avLst/>
          </a:prstGeom>
        </p:spPr>
      </p:pic>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p>
            <a:fld id="{CBD2260C-9D5C-9E4C-939A-D2CE2AE97F78}" type="datetime1">
              <a:rPr lang="en-US" smtClean="0"/>
              <a:t>3/9/2026</a:t>
            </a:fld>
            <a:endParaRPr lang="en-US" dirty="0"/>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a:xfrm>
            <a:off x="6094475" y="109728"/>
            <a:ext cx="5303520" cy="365125"/>
          </a:xfrm>
        </p:spPr>
        <p:txBody>
          <a:bodyPr/>
          <a:lstStyle/>
          <a:p>
            <a:r>
              <a:rPr lang="en-US" dirty="0"/>
              <a:t>Shaping the future of our industry</a:t>
            </a:r>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109728" y="1106243"/>
            <a:ext cx="5289168" cy="4206240"/>
          </a:xfrm>
        </p:spPr>
        <p:txBody>
          <a:bodyPr anchor="b">
            <a:normAutofit/>
          </a:bodyPr>
          <a:lstStyle>
            <a:lvl1pPr marL="0" indent="0" algn="l">
              <a:lnSpc>
                <a:spcPct val="90000"/>
              </a:lnSpc>
              <a:buNone/>
              <a:defRPr sz="15000" b="0">
                <a:solidFill>
                  <a:schemeClr val="tx1"/>
                </a:solidFill>
                <a:latin typeface="+mj-lt"/>
              </a:defRPr>
            </a:lvl1pPr>
          </a:lstStyle>
          <a:p>
            <a:pPr lvl="0"/>
            <a:r>
              <a:rPr lang="en-US" dirty="0"/>
              <a:t>##%</a:t>
            </a:r>
          </a:p>
        </p:txBody>
      </p:sp>
    </p:spTree>
    <p:extLst>
      <p:ext uri="{BB962C8B-B14F-4D97-AF65-F5344CB8AC3E}">
        <p14:creationId xmlns:p14="http://schemas.microsoft.com/office/powerpoint/2010/main" val="1620633516"/>
      </p:ext>
    </p:extLst>
  </p:cSld>
  <p:clrMapOvr>
    <a:overrideClrMapping bg1="lt1" tx1="dk1" bg2="lt2" tx2="dk2" accent1="accent1" accent2="accent2" accent3="accent3" accent4="accent4" accent5="accent5" accent6="accent6" hlink="hlink" folHlink="folHlink"/>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Number Large 5">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109728" y="2011680"/>
            <a:ext cx="6952254" cy="2194560"/>
          </a:xfrm>
        </p:spPr>
        <p:txBody>
          <a:bodyPr anchor="t" anchorCtr="0">
            <a:normAutofit/>
          </a:bodyPr>
          <a:lstStyle>
            <a:lvl1pPr algn="l">
              <a:lnSpc>
                <a:spcPct val="110000"/>
              </a:lnSpc>
              <a:defRPr sz="1800" b="0" spc="0" baseline="0">
                <a:solidFill>
                  <a:schemeClr val="tx1"/>
                </a:solidFill>
                <a:latin typeface="+mn-lt"/>
              </a:defRPr>
            </a:lvl1pPr>
          </a:lstStyle>
          <a:p>
            <a:r>
              <a:rPr lang="de-DE"/>
              <a:t>Mastertitelformat bearbeiten</a:t>
            </a:r>
            <a:endParaRPr lang="en-US" dirty="0"/>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109728" y="23030"/>
            <a:ext cx="10961546" cy="1920240"/>
          </a:xfrm>
        </p:spPr>
        <p:txBody>
          <a:bodyPr anchor="t" anchorCtr="0">
            <a:normAutofit/>
          </a:bodyPr>
          <a:lstStyle>
            <a:lvl1pPr marL="0" indent="0" algn="l">
              <a:lnSpc>
                <a:spcPct val="90000"/>
              </a:lnSpc>
              <a:buNone/>
              <a:defRPr sz="15000" b="0">
                <a:solidFill>
                  <a:schemeClr val="tx1"/>
                </a:solidFill>
                <a:latin typeface="+mj-lt"/>
              </a:defRPr>
            </a:lvl1pPr>
          </a:lstStyle>
          <a:p>
            <a:pPr lvl="0"/>
            <a:r>
              <a:rPr lang="en-US" dirty="0"/>
              <a:t>##%</a:t>
            </a:r>
          </a:p>
        </p:txBody>
      </p:sp>
      <p:sp>
        <p:nvSpPr>
          <p:cNvPr id="3" name="Oval 2">
            <a:extLst>
              <a:ext uri="{FF2B5EF4-FFF2-40B4-BE49-F238E27FC236}">
                <a16:creationId xmlns:a16="http://schemas.microsoft.com/office/drawing/2014/main" id="{68E1EDB1-0050-E837-58E0-64C3650484D7}"/>
              </a:ext>
            </a:extLst>
          </p:cNvPr>
          <p:cNvSpPr/>
          <p:nvPr userDrawn="1"/>
        </p:nvSpPr>
        <p:spPr>
          <a:xfrm>
            <a:off x="7277270" y="1943270"/>
            <a:ext cx="4914730" cy="4914730"/>
          </a:xfrm>
          <a:prstGeom prst="ellipse">
            <a:avLst/>
          </a:prstGeom>
          <a:noFill/>
          <a:ln w="158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 name="Graphic 5">
            <a:extLst>
              <a:ext uri="{FF2B5EF4-FFF2-40B4-BE49-F238E27FC236}">
                <a16:creationId xmlns:a16="http://schemas.microsoft.com/office/drawing/2014/main" id="{A077A1D8-5F01-6F9E-74AD-AE50D4B0979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956289" y="168175"/>
            <a:ext cx="1005840" cy="1005840"/>
          </a:xfrm>
          <a:prstGeom prst="rect">
            <a:avLst/>
          </a:prstGeom>
        </p:spPr>
      </p:pic>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a:xfrm>
            <a:off x="137159" y="6400800"/>
            <a:ext cx="5303520" cy="365125"/>
          </a:xfrm>
        </p:spPr>
        <p:txBody>
          <a:bodyPr/>
          <a:lstStyle/>
          <a:p>
            <a:r>
              <a:rPr lang="en-US" dirty="0"/>
              <a:t>Shaping the future of our industry</a:t>
            </a:r>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a:xfrm>
            <a:off x="5634234" y="6400800"/>
            <a:ext cx="429207" cy="365125"/>
          </a:xfr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600568443"/>
      </p:ext>
    </p:extLst>
  </p:cSld>
  <p:clrMapOvr>
    <a:overrideClrMapping bg1="lt1" tx1="dk1" bg2="lt2" tx2="dk2" accent1="accent1" accent2="accent2" accent3="accent3" accent4="accent4" accent5="accent5" accent6="accent6" hlink="hlink" folHlink="folHlink"/>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Number Large 6">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2377440" y="5291877"/>
            <a:ext cx="7525512" cy="926044"/>
          </a:xfrm>
        </p:spPr>
        <p:txBody>
          <a:bodyPr>
            <a:normAutofit/>
          </a:bodyPr>
          <a:lstStyle>
            <a:lvl1pPr algn="ctr">
              <a:lnSpc>
                <a:spcPct val="110000"/>
              </a:lnSpc>
              <a:defRPr sz="1800" b="0" spc="0" baseline="0">
                <a:solidFill>
                  <a:schemeClr val="tx1"/>
                </a:solidFill>
                <a:latin typeface="+mn-lt"/>
              </a:defRPr>
            </a:lvl1pPr>
          </a:lstStyle>
          <a:p>
            <a:r>
              <a:rPr lang="de-DE"/>
              <a:t>Mastertitelformat bearbeiten</a:t>
            </a:r>
            <a:endParaRPr lang="en-US" dirty="0"/>
          </a:p>
        </p:txBody>
      </p:sp>
      <p:pic>
        <p:nvPicPr>
          <p:cNvPr id="3" name="Graphic 2">
            <a:extLst>
              <a:ext uri="{FF2B5EF4-FFF2-40B4-BE49-F238E27FC236}">
                <a16:creationId xmlns:a16="http://schemas.microsoft.com/office/drawing/2014/main" id="{EFCDFFE1-D928-0CE3-D1C8-CCF55609A733}"/>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5593080" y="977157"/>
            <a:ext cx="1005840" cy="1005840"/>
          </a:xfrm>
          <a:prstGeom prst="rect">
            <a:avLst/>
          </a:prstGeom>
        </p:spPr>
      </p:pic>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824484" y="2134134"/>
            <a:ext cx="10543032" cy="2589733"/>
          </a:xfrm>
        </p:spPr>
        <p:txBody>
          <a:bodyPr anchor="b" anchorCtr="0">
            <a:normAutofit/>
          </a:bodyPr>
          <a:lstStyle>
            <a:lvl1pPr marL="0" indent="0" algn="ctr">
              <a:lnSpc>
                <a:spcPct val="90000"/>
              </a:lnSpc>
              <a:buNone/>
              <a:defRPr sz="15000" b="0">
                <a:solidFill>
                  <a:schemeClr val="tx1"/>
                </a:solidFill>
                <a:latin typeface="+mj-lt"/>
              </a:defRPr>
            </a:lvl1pPr>
          </a:lstStyle>
          <a:p>
            <a:pPr lvl="0"/>
            <a:r>
              <a:rPr lang="en-US" dirty="0"/>
              <a:t>##%</a:t>
            </a:r>
          </a:p>
        </p:txBody>
      </p:sp>
      <p:sp>
        <p:nvSpPr>
          <p:cNvPr id="8" name="Date Placeholder 7">
            <a:extLst>
              <a:ext uri="{FF2B5EF4-FFF2-40B4-BE49-F238E27FC236}">
                <a16:creationId xmlns:a16="http://schemas.microsoft.com/office/drawing/2014/main" id="{B5226577-F54C-EB86-D0A7-64DAFA9E69B3}"/>
              </a:ext>
            </a:extLst>
          </p:cNvPr>
          <p:cNvSpPr>
            <a:spLocks noGrp="1"/>
          </p:cNvSpPr>
          <p:nvPr>
            <p:ph type="dt" sz="half" idx="14"/>
          </p:nvPr>
        </p:nvSpPr>
        <p:spPr>
          <a:xfrm>
            <a:off x="139035" y="6400800"/>
            <a:ext cx="3017520" cy="365125"/>
          </a:xfrm>
        </p:spPr>
        <p:txBody>
          <a:bodyPr/>
          <a:lstStyle/>
          <a:p>
            <a:fld id="{4C13F211-A6FB-7C4B-8E5B-EB185A8DB8CB}" type="datetime1">
              <a:rPr lang="en-US" smtClean="0"/>
              <a:t>3/9/2026</a:t>
            </a:fld>
            <a:endParaRPr lang="en-US" dirty="0"/>
          </a:p>
        </p:txBody>
      </p:sp>
      <p:sp>
        <p:nvSpPr>
          <p:cNvPr id="10" name="Footer Placeholder 9">
            <a:extLst>
              <a:ext uri="{FF2B5EF4-FFF2-40B4-BE49-F238E27FC236}">
                <a16:creationId xmlns:a16="http://schemas.microsoft.com/office/drawing/2014/main" id="{28C91051-FC5E-3F4E-51AF-3EBC57B4BD06}"/>
              </a:ext>
            </a:extLst>
          </p:cNvPr>
          <p:cNvSpPr>
            <a:spLocks noGrp="1"/>
          </p:cNvSpPr>
          <p:nvPr>
            <p:ph type="ftr" sz="quarter" idx="15"/>
          </p:nvPr>
        </p:nvSpPr>
        <p:spPr>
          <a:xfrm>
            <a:off x="3444240" y="6400800"/>
            <a:ext cx="5303520" cy="365125"/>
          </a:xfrm>
        </p:spPr>
        <p:txBody>
          <a:bodyPr/>
          <a:lstStyle>
            <a:lvl1pPr algn="ctr">
              <a:defRPr/>
            </a:lvl1pPr>
          </a:lstStyle>
          <a:p>
            <a:r>
              <a:rPr lang="en-US" dirty="0"/>
              <a:t>Shaping the future of our industry</a:t>
            </a:r>
          </a:p>
        </p:txBody>
      </p:sp>
      <p:sp>
        <p:nvSpPr>
          <p:cNvPr id="11" name="Slide Number Placeholder 10">
            <a:extLst>
              <a:ext uri="{FF2B5EF4-FFF2-40B4-BE49-F238E27FC236}">
                <a16:creationId xmlns:a16="http://schemas.microsoft.com/office/drawing/2014/main" id="{89E1B41D-78D5-5CD6-67DF-4B11B9453D0F}"/>
              </a:ext>
            </a:extLst>
          </p:cNvPr>
          <p:cNvSpPr>
            <a:spLocks noGrp="1"/>
          </p:cNvSpPr>
          <p:nvPr>
            <p:ph type="sldNum" sz="quarter" idx="16"/>
          </p:nvPr>
        </p:nvSpPr>
        <p:spPr>
          <a:xfrm>
            <a:off x="11627219" y="6400800"/>
            <a:ext cx="429207" cy="365125"/>
          </a:xfrm>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3797689440"/>
      </p:ext>
    </p:extLst>
  </p:cSld>
  <p:clrMapOvr>
    <a:overrideClrMapping bg1="lt1" tx1="dk1" bg2="lt2" tx2="dk2" accent1="accent1" accent2="accent2" accent3="accent3" accent4="accent4" accent5="accent5" accent6="accent6" hlink="hlink" folHlink="folHlink"/>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Statem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1133856"/>
          </a:xfrm>
        </p:spPr>
        <p:txBody>
          <a:bodyPr/>
          <a:lstStyle/>
          <a:p>
            <a:r>
              <a:rPr lang="de-DE"/>
              <a:t>Mastertitelformat bearbeiten</a:t>
            </a:r>
            <a:endParaRPr lang="en-US"/>
          </a:p>
        </p:txBody>
      </p:sp>
      <p:pic>
        <p:nvPicPr>
          <p:cNvPr id="3" name="Graphic 2">
            <a:extLst>
              <a:ext uri="{FF2B5EF4-FFF2-40B4-BE49-F238E27FC236}">
                <a16:creationId xmlns:a16="http://schemas.microsoft.com/office/drawing/2014/main" id="{832976E3-E745-9DF8-C3E3-53A778D9502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956289" y="5760720"/>
            <a:ext cx="1005840" cy="1005840"/>
          </a:xfrm>
          <a:prstGeom prst="rect">
            <a:avLst/>
          </a:prstGeom>
        </p:spPr>
      </p:pic>
      <p:sp>
        <p:nvSpPr>
          <p:cNvPr id="8" name="Date Placeholder 7">
            <a:extLst>
              <a:ext uri="{FF2B5EF4-FFF2-40B4-BE49-F238E27FC236}">
                <a16:creationId xmlns:a16="http://schemas.microsoft.com/office/drawing/2014/main" id="{010F998E-EA6E-4E43-1727-F5C608095A82}"/>
              </a:ext>
            </a:extLst>
          </p:cNvPr>
          <p:cNvSpPr>
            <a:spLocks noGrp="1"/>
          </p:cNvSpPr>
          <p:nvPr>
            <p:ph type="dt" sz="half" idx="14"/>
          </p:nvPr>
        </p:nvSpPr>
        <p:spPr/>
        <p:txBody>
          <a:bodyPr/>
          <a:lstStyle/>
          <a:p>
            <a:fld id="{107C8458-3938-4F4D-9D3F-15FC4ECFFE22}" type="datetime1">
              <a:rPr lang="en-US" smtClean="0"/>
              <a:t>3/9/2026</a:t>
            </a:fld>
            <a:endParaRPr lang="en-US" dirty="0"/>
          </a:p>
        </p:txBody>
      </p:sp>
      <p:sp>
        <p:nvSpPr>
          <p:cNvPr id="9" name="Footer Placeholder 8">
            <a:extLst>
              <a:ext uri="{FF2B5EF4-FFF2-40B4-BE49-F238E27FC236}">
                <a16:creationId xmlns:a16="http://schemas.microsoft.com/office/drawing/2014/main" id="{0AA6E616-8EC3-D9A1-4DFB-5BDEBC779B39}"/>
              </a:ext>
            </a:extLst>
          </p:cNvPr>
          <p:cNvSpPr>
            <a:spLocks noGrp="1"/>
          </p:cNvSpPr>
          <p:nvPr>
            <p:ph type="ftr" sz="quarter" idx="15"/>
          </p:nvPr>
        </p:nvSpPr>
        <p:spPr/>
        <p:txBody>
          <a:bodyPr/>
          <a:lstStyle/>
          <a:p>
            <a:r>
              <a:rPr lang="en-US" dirty="0"/>
              <a:t>Shaping the future of our industry</a:t>
            </a:r>
          </a:p>
        </p:txBody>
      </p:sp>
      <p:sp>
        <p:nvSpPr>
          <p:cNvPr id="10" name="Slide Number Placeholder 9">
            <a:extLst>
              <a:ext uri="{FF2B5EF4-FFF2-40B4-BE49-F238E27FC236}">
                <a16:creationId xmlns:a16="http://schemas.microsoft.com/office/drawing/2014/main" id="{9FECFCDD-8971-579B-777D-53A85E6F1F7A}"/>
              </a:ext>
            </a:extLst>
          </p:cNvPr>
          <p:cNvSpPr>
            <a:spLocks noGrp="1"/>
          </p:cNvSpPr>
          <p:nvPr>
            <p:ph type="sldNum" sz="quarter" idx="16"/>
          </p:nvPr>
        </p:nvSpPr>
        <p:spPr/>
        <p:txBody>
          <a:bodyPr/>
          <a:lstStyle/>
          <a:p>
            <a:fld id="{CC057153-B650-4DEB-B370-79DDCFDCE934}" type="slidenum">
              <a:rPr lang="en-US" smtClean="0"/>
              <a:pPr/>
              <a:t>‹#›</a:t>
            </a:fld>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09728" y="1188720"/>
            <a:ext cx="8266176" cy="5605272"/>
          </a:xfrm>
        </p:spPr>
        <p:txBody>
          <a:bodyPr anchor="b" anchorCtr="0">
            <a:noAutofit/>
          </a:bodyPr>
          <a:lstStyle>
            <a:lvl1pPr marL="0" indent="0">
              <a:lnSpc>
                <a:spcPct val="80000"/>
              </a:lnSpc>
              <a:buNone/>
              <a:defRPr sz="5600" b="0" spc="-200" baseline="0"/>
            </a:lvl1pPr>
            <a:lvl2pPr marL="228600" indent="0">
              <a:lnSpc>
                <a:spcPct val="80000"/>
              </a:lnSpc>
              <a:buNone/>
              <a:defRPr sz="5600" b="0" spc="-200" baseline="0"/>
            </a:lvl2pPr>
            <a:lvl3pPr marL="457200" indent="0">
              <a:lnSpc>
                <a:spcPct val="80000"/>
              </a:lnSpc>
              <a:buNone/>
              <a:defRPr sz="5600" b="0" spc="-200" baseline="0"/>
            </a:lvl3pPr>
            <a:lvl4pPr marL="685800" indent="0">
              <a:lnSpc>
                <a:spcPct val="80000"/>
              </a:lnSpc>
              <a:buNone/>
              <a:defRPr sz="5600" b="0" spc="-200" baseline="0"/>
            </a:lvl4pPr>
            <a:lvl5pPr marL="914400" indent="0">
              <a:lnSpc>
                <a:spcPct val="80000"/>
              </a:lnSpc>
              <a:buNone/>
              <a:defRPr sz="5600" b="0" spc="-200" baseline="0"/>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204941362"/>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Statem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1133856"/>
          </a:xfrm>
        </p:spPr>
        <p:txBody>
          <a:bodyPr/>
          <a:lstStyle/>
          <a:p>
            <a:r>
              <a:rPr lang="de-DE"/>
              <a:t>Mastertitelformat bearbeiten</a:t>
            </a:r>
            <a:endParaRPr lang="en-US"/>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09728" y="2651760"/>
            <a:ext cx="8266176" cy="4142232"/>
          </a:xfrm>
        </p:spPr>
        <p:txBody>
          <a:bodyPr anchor="b">
            <a:noAutofit/>
          </a:bodyPr>
          <a:lstStyle>
            <a:lvl1pPr marL="0" indent="0">
              <a:lnSpc>
                <a:spcPct val="80000"/>
              </a:lnSpc>
              <a:buNone/>
              <a:defRPr sz="5600" b="0" spc="-200" baseline="0"/>
            </a:lvl1pPr>
            <a:lvl2pPr marL="228600" indent="0">
              <a:lnSpc>
                <a:spcPct val="80000"/>
              </a:lnSpc>
              <a:buNone/>
              <a:defRPr sz="5600" b="0" spc="-200" baseline="0"/>
            </a:lvl2pPr>
            <a:lvl3pPr marL="457200" indent="0">
              <a:lnSpc>
                <a:spcPct val="80000"/>
              </a:lnSpc>
              <a:buNone/>
              <a:defRPr sz="5600" b="0" spc="-200" baseline="0"/>
            </a:lvl3pPr>
            <a:lvl4pPr marL="685800" indent="0">
              <a:lnSpc>
                <a:spcPct val="80000"/>
              </a:lnSpc>
              <a:buNone/>
              <a:defRPr sz="5600" b="0" spc="-200" baseline="0"/>
            </a:lvl4pPr>
            <a:lvl5pPr marL="914400" indent="0">
              <a:lnSpc>
                <a:spcPct val="80000"/>
              </a:lnSpc>
              <a:buNone/>
              <a:defRPr sz="5600" b="0" spc="-200" baseline="0"/>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Oval 2">
            <a:extLst>
              <a:ext uri="{FF2B5EF4-FFF2-40B4-BE49-F238E27FC236}">
                <a16:creationId xmlns:a16="http://schemas.microsoft.com/office/drawing/2014/main" id="{9B8B884C-311F-A563-377C-6EBE47822774}"/>
              </a:ext>
            </a:extLst>
          </p:cNvPr>
          <p:cNvSpPr/>
          <p:nvPr userDrawn="1"/>
        </p:nvSpPr>
        <p:spPr>
          <a:xfrm>
            <a:off x="7277270" y="0"/>
            <a:ext cx="4914730" cy="4914730"/>
          </a:xfrm>
          <a:prstGeom prst="ellipse">
            <a:avLst/>
          </a:prstGeom>
          <a:noFill/>
          <a:ln w="158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Graphic 3">
            <a:extLst>
              <a:ext uri="{FF2B5EF4-FFF2-40B4-BE49-F238E27FC236}">
                <a16:creationId xmlns:a16="http://schemas.microsoft.com/office/drawing/2014/main" id="{02F09180-2668-03E9-3E5B-E24359E2B70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956289" y="4425163"/>
            <a:ext cx="1005840" cy="1005840"/>
          </a:xfrm>
          <a:prstGeom prst="rect">
            <a:avLst/>
          </a:prstGeom>
        </p:spPr>
      </p:pic>
    </p:spTree>
    <p:extLst>
      <p:ext uri="{BB962C8B-B14F-4D97-AF65-F5344CB8AC3E}">
        <p14:creationId xmlns:p14="http://schemas.microsoft.com/office/powerpoint/2010/main" val="1759652120"/>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Statement 3">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3A9F5324-9AB0-314B-31EA-61D06995041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5593080" y="5753627"/>
            <a:ext cx="1005840" cy="1005840"/>
          </a:xfrm>
          <a:prstGeom prst="rect">
            <a:avLst/>
          </a:prstGeom>
        </p:spPr>
      </p:pic>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1133856"/>
          </a:xfrm>
        </p:spPr>
        <p:txBody>
          <a:bodyPr/>
          <a:lstStyle/>
          <a:p>
            <a:r>
              <a:rPr lang="de-DE"/>
              <a:t>Mastertitelformat bearbeiten</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962912" y="626364"/>
            <a:ext cx="8266176" cy="5605272"/>
          </a:xfrm>
        </p:spPr>
        <p:txBody>
          <a:bodyPr anchor="ctr" anchorCtr="0">
            <a:noAutofit/>
          </a:bodyPr>
          <a:lstStyle>
            <a:lvl1pPr marL="0" indent="0">
              <a:lnSpc>
                <a:spcPct val="80000"/>
              </a:lnSpc>
              <a:buNone/>
              <a:defRPr sz="5600" b="0" spc="-200" baseline="0"/>
            </a:lvl1pPr>
            <a:lvl2pPr marL="228600" indent="0">
              <a:lnSpc>
                <a:spcPct val="80000"/>
              </a:lnSpc>
              <a:buNone/>
              <a:defRPr sz="5600" b="0" spc="-200" baseline="0"/>
            </a:lvl2pPr>
            <a:lvl3pPr marL="457200" indent="0">
              <a:lnSpc>
                <a:spcPct val="80000"/>
              </a:lnSpc>
              <a:buNone/>
              <a:defRPr sz="5600" b="0" spc="-200" baseline="0"/>
            </a:lvl3pPr>
            <a:lvl4pPr marL="685800" indent="0">
              <a:lnSpc>
                <a:spcPct val="80000"/>
              </a:lnSpc>
              <a:buNone/>
              <a:defRPr sz="5600" b="0" spc="-200" baseline="0"/>
            </a:lvl4pPr>
            <a:lvl5pPr marL="914400" indent="0">
              <a:lnSpc>
                <a:spcPct val="80000"/>
              </a:lnSpc>
              <a:buNone/>
              <a:defRPr sz="5600" b="0" spc="-200" baseline="0"/>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474848042"/>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5DC095FD-8C32-C2DB-3F1D-105AFD1518B8}"/>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5593080" y="457200"/>
            <a:ext cx="1005840" cy="1005840"/>
          </a:xfrm>
          <a:prstGeom prst="rect">
            <a:avLst/>
          </a:prstGeom>
        </p:spPr>
      </p:pic>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1677009" y="5760720"/>
            <a:ext cx="8970264" cy="466344"/>
          </a:xfrm>
        </p:spPr>
        <p:txBody>
          <a:bodyPr anchor="ctr">
            <a:normAutofit/>
          </a:bodyPr>
          <a:lstStyle>
            <a:lvl1pPr algn="ctr">
              <a:lnSpc>
                <a:spcPct val="80000"/>
              </a:lnSpc>
              <a:defRPr sz="2000" spc="0" baseline="0">
                <a:solidFill>
                  <a:schemeClr val="tx1"/>
                </a:solidFill>
                <a:latin typeface="+mn-lt"/>
              </a:defRPr>
            </a:lvl1pPr>
          </a:lstStyle>
          <a:p>
            <a:r>
              <a:rPr lang="en-US" dirty="0"/>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1499616" y="1600200"/>
            <a:ext cx="9198864" cy="3657600"/>
          </a:xfrm>
        </p:spPr>
        <p:txBody>
          <a:bodyPr anchor="ctr">
            <a:normAutofit/>
          </a:bodyPr>
          <a:lstStyle>
            <a:lvl1pPr marL="164592" indent="-164592" algn="ctr">
              <a:lnSpc>
                <a:spcPct val="80000"/>
              </a:lnSpc>
              <a:spcBef>
                <a:spcPts val="0"/>
              </a:spcBef>
              <a:buNone/>
              <a:defRPr sz="5600" spc="-200" baseline="0">
                <a:latin typeface="+mj-lt"/>
              </a:defRPr>
            </a:lvl1pPr>
          </a:lstStyle>
          <a:p>
            <a:pPr lvl="0"/>
            <a:r>
              <a:rPr lang="en-US" dirty="0"/>
              <a:t>Click to add Quote</a:t>
            </a:r>
          </a:p>
        </p:txBody>
      </p:sp>
    </p:spTree>
    <p:extLst>
      <p:ext uri="{BB962C8B-B14F-4D97-AF65-F5344CB8AC3E}">
        <p14:creationId xmlns:p14="http://schemas.microsoft.com/office/powerpoint/2010/main" val="907570370"/>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Quote 2">
    <p:bg>
      <p:bgRef idx="1001">
        <a:schemeClr val="bg1"/>
      </p:bgRef>
    </p:bg>
    <p:spTree>
      <p:nvGrpSpPr>
        <p:cNvPr id="1" name=""/>
        <p:cNvGrpSpPr/>
        <p:nvPr/>
      </p:nvGrpSpPr>
      <p:grpSpPr>
        <a:xfrm>
          <a:off x="0" y="0"/>
          <a:ext cx="0" cy="0"/>
          <a:chOff x="0" y="0"/>
          <a:chExt cx="0" cy="0"/>
        </a:xfrm>
      </p:grpSpPr>
      <p:sp>
        <p:nvSpPr>
          <p:cNvPr id="3" name="Oval 2">
            <a:extLst>
              <a:ext uri="{FF2B5EF4-FFF2-40B4-BE49-F238E27FC236}">
                <a16:creationId xmlns:a16="http://schemas.microsoft.com/office/drawing/2014/main" id="{884CE384-B29D-F2CE-AAA2-9F696214E5C3}"/>
              </a:ext>
            </a:extLst>
          </p:cNvPr>
          <p:cNvSpPr/>
          <p:nvPr userDrawn="1"/>
        </p:nvSpPr>
        <p:spPr>
          <a:xfrm>
            <a:off x="7277270" y="1943270"/>
            <a:ext cx="4914730" cy="4914730"/>
          </a:xfrm>
          <a:prstGeom prst="ellipse">
            <a:avLst/>
          </a:prstGeom>
          <a:noFill/>
          <a:ln w="158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Graphic 3">
            <a:extLst>
              <a:ext uri="{FF2B5EF4-FFF2-40B4-BE49-F238E27FC236}">
                <a16:creationId xmlns:a16="http://schemas.microsoft.com/office/drawing/2014/main" id="{4E0946D8-30A5-B84D-F1D0-0DB66CAABBE6}"/>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956289" y="168175"/>
            <a:ext cx="1005840" cy="1005840"/>
          </a:xfrm>
          <a:prstGeom prst="rect">
            <a:avLst/>
          </a:prstGeom>
        </p:spPr>
      </p:pic>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109728" y="6339504"/>
            <a:ext cx="9043416" cy="466344"/>
          </a:xfrm>
        </p:spPr>
        <p:txBody>
          <a:bodyPr anchor="ctr">
            <a:normAutofit/>
          </a:bodyPr>
          <a:lstStyle>
            <a:lvl1pPr>
              <a:lnSpc>
                <a:spcPct val="80000"/>
              </a:lnSpc>
              <a:defRPr sz="2000" cap="none" spc="0" baseline="0">
                <a:solidFill>
                  <a:schemeClr val="tx1"/>
                </a:solidFill>
                <a:latin typeface="+mn-lt"/>
              </a:defRPr>
            </a:lvl1pPr>
          </a:lstStyle>
          <a:p>
            <a:r>
              <a:rPr lang="en-US" dirty="0"/>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109728" y="188122"/>
            <a:ext cx="9198864" cy="3291840"/>
          </a:xfrm>
        </p:spPr>
        <p:txBody>
          <a:bodyPr anchor="t" anchorCtr="0">
            <a:normAutofit/>
          </a:bodyPr>
          <a:lstStyle>
            <a:lvl1pPr marL="164592" indent="-164592">
              <a:lnSpc>
                <a:spcPct val="80000"/>
              </a:lnSpc>
              <a:spcBef>
                <a:spcPts val="0"/>
              </a:spcBef>
              <a:buNone/>
              <a:defRPr sz="5600" spc="-200" baseline="0">
                <a:latin typeface="+mj-lt"/>
              </a:defRPr>
            </a:lvl1pPr>
          </a:lstStyle>
          <a:p>
            <a:pPr lvl="0"/>
            <a:r>
              <a:rPr lang="en-US" dirty="0"/>
              <a:t>Click to add Quote</a:t>
            </a:r>
          </a:p>
        </p:txBody>
      </p:sp>
    </p:spTree>
    <p:extLst>
      <p:ext uri="{BB962C8B-B14F-4D97-AF65-F5344CB8AC3E}">
        <p14:creationId xmlns:p14="http://schemas.microsoft.com/office/powerpoint/2010/main" val="889215635"/>
      </p:ext>
    </p:extLst>
  </p:cSld>
  <p:clrMapOvr>
    <a:overrideClrMapping bg1="lt1" tx1="dk1" bg2="lt2" tx2="dk2" accent1="accent1" accent2="accent2" accent3="accent3" accent4="accent4" accent5="accent5" accent6="accent6" hlink="hlink" folHlink="folHlink"/>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Quote 3">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C1BC50BE-AB5B-8BDE-7DBB-C903EDD6FB3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233758" y="230006"/>
            <a:ext cx="731520" cy="731520"/>
          </a:xfrm>
          <a:prstGeom prst="rect">
            <a:avLst/>
          </a:prstGeom>
        </p:spPr>
      </p:pic>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137160" y="5669280"/>
            <a:ext cx="8805672" cy="466344"/>
          </a:xfrm>
        </p:spPr>
        <p:txBody>
          <a:bodyPr anchor="ctr">
            <a:normAutofit/>
          </a:bodyPr>
          <a:lstStyle>
            <a:lvl1pPr>
              <a:lnSpc>
                <a:spcPct val="80000"/>
              </a:lnSpc>
              <a:defRPr sz="2000" spc="0" baseline="0">
                <a:solidFill>
                  <a:schemeClr val="tx1"/>
                </a:solidFill>
                <a:latin typeface="+mn-lt"/>
              </a:defRPr>
            </a:lvl1pPr>
          </a:lstStyle>
          <a:p>
            <a:r>
              <a:rPr lang="en-US" dirty="0"/>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109728" y="1097280"/>
            <a:ext cx="8961120" cy="3474720"/>
          </a:xfrm>
        </p:spPr>
        <p:txBody>
          <a:bodyPr anchor="ctr">
            <a:normAutofit/>
          </a:bodyPr>
          <a:lstStyle>
            <a:lvl1pPr marL="164592" indent="-164592">
              <a:lnSpc>
                <a:spcPct val="80000"/>
              </a:lnSpc>
              <a:spcBef>
                <a:spcPts val="0"/>
              </a:spcBef>
              <a:buNone/>
              <a:defRPr sz="5600" spc="-200" baseline="0">
                <a:solidFill>
                  <a:schemeClr val="tx1"/>
                </a:solidFill>
                <a:latin typeface="+mj-lt"/>
              </a:defRPr>
            </a:lvl1pPr>
          </a:lstStyle>
          <a:p>
            <a:pPr lvl="0"/>
            <a:r>
              <a:rPr lang="en-US" dirty="0"/>
              <a:t>Click to add Quote</a:t>
            </a:r>
          </a:p>
        </p:txBody>
      </p:sp>
    </p:spTree>
    <p:extLst>
      <p:ext uri="{BB962C8B-B14F-4D97-AF65-F5344CB8AC3E}">
        <p14:creationId xmlns:p14="http://schemas.microsoft.com/office/powerpoint/2010/main" val="445488045"/>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Quot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137159" y="5284269"/>
            <a:ext cx="7462853" cy="1443156"/>
          </a:xfrm>
        </p:spPr>
        <p:txBody>
          <a:bodyPr anchor="b" anchorCtr="0">
            <a:normAutofit/>
          </a:bodyPr>
          <a:lstStyle>
            <a:lvl1pPr>
              <a:lnSpc>
                <a:spcPct val="120000"/>
              </a:lnSpc>
              <a:defRPr sz="1600" spc="0" baseline="0">
                <a:solidFill>
                  <a:schemeClr val="tx1"/>
                </a:solidFill>
                <a:latin typeface="+mn-lt"/>
              </a:defRPr>
            </a:lvl1pPr>
          </a:lstStyle>
          <a:p>
            <a:r>
              <a:rPr lang="en-US" dirty="0"/>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109728" y="179177"/>
            <a:ext cx="7490285" cy="5029200"/>
          </a:xfrm>
        </p:spPr>
        <p:txBody>
          <a:bodyPr anchor="t" anchorCtr="0">
            <a:normAutofit/>
          </a:bodyPr>
          <a:lstStyle>
            <a:lvl1pPr marL="164592" indent="-164592">
              <a:lnSpc>
                <a:spcPct val="80000"/>
              </a:lnSpc>
              <a:spcBef>
                <a:spcPts val="0"/>
              </a:spcBef>
              <a:buNone/>
              <a:defRPr sz="5600" spc="-200" baseline="0">
                <a:latin typeface="+mj-lt"/>
              </a:defRPr>
            </a:lvl1pPr>
          </a:lstStyle>
          <a:p>
            <a:pPr lvl="0"/>
            <a:r>
              <a:rPr lang="en-US" dirty="0"/>
              <a:t>Click to add Quote</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a:xfrm>
            <a:off x="7680959" y="6400800"/>
            <a:ext cx="3840480" cy="365125"/>
          </a:xfrm>
        </p:spPr>
        <p:txBody>
          <a:bodyPr/>
          <a:lstStyle/>
          <a:p>
            <a:r>
              <a:rPr lang="en-US" dirty="0"/>
              <a:t>Shaping the future of our industry</a:t>
            </a:r>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a:xfrm>
            <a:off x="11627219" y="6400800"/>
            <a:ext cx="429207" cy="365125"/>
          </a:xfr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669100574"/>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p:cSld name="Quot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6002866" y="5117083"/>
            <a:ext cx="6053559" cy="1618489"/>
          </a:xfrm>
        </p:spPr>
        <p:txBody>
          <a:bodyPr anchor="b" anchorCtr="0">
            <a:normAutofit/>
          </a:bodyPr>
          <a:lstStyle>
            <a:lvl1pPr>
              <a:lnSpc>
                <a:spcPct val="80000"/>
              </a:lnSpc>
              <a:defRPr sz="2000" spc="0" baseline="0">
                <a:solidFill>
                  <a:schemeClr val="tx1"/>
                </a:solidFill>
                <a:latin typeface="+mn-lt"/>
              </a:defRPr>
            </a:lvl1pPr>
          </a:lstStyle>
          <a:p>
            <a:r>
              <a:rPr lang="en-US" dirty="0"/>
              <a:t>Quote Author</a:t>
            </a:r>
          </a:p>
        </p:txBody>
      </p:sp>
      <p:pic>
        <p:nvPicPr>
          <p:cNvPr id="3" name="Graphic 2">
            <a:extLst>
              <a:ext uri="{FF2B5EF4-FFF2-40B4-BE49-F238E27FC236}">
                <a16:creationId xmlns:a16="http://schemas.microsoft.com/office/drawing/2014/main" id="{7B90859F-C81D-2CBA-0268-040BF6276E32}"/>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30461" y="5902452"/>
            <a:ext cx="731520" cy="731520"/>
          </a:xfrm>
          <a:prstGeom prst="rect">
            <a:avLst/>
          </a:prstGeom>
        </p:spPr>
      </p:pic>
      <p:sp>
        <p:nvSpPr>
          <p:cNvPr id="8" name="Footer Placeholder 7">
            <a:extLst>
              <a:ext uri="{FF2B5EF4-FFF2-40B4-BE49-F238E27FC236}">
                <a16:creationId xmlns:a16="http://schemas.microsoft.com/office/drawing/2014/main" id="{8722129D-A009-1048-F4CC-0DD22291EAAA}"/>
              </a:ext>
            </a:extLst>
          </p:cNvPr>
          <p:cNvSpPr>
            <a:spLocks noGrp="1"/>
          </p:cNvSpPr>
          <p:nvPr>
            <p:ph type="ftr" sz="quarter" idx="15"/>
          </p:nvPr>
        </p:nvSpPr>
        <p:spPr/>
        <p:txBody>
          <a:bodyPr/>
          <a:lstStyle/>
          <a:p>
            <a:r>
              <a:rPr lang="en-US" dirty="0"/>
              <a:t>Shaping the future of our industry</a:t>
            </a:r>
          </a:p>
        </p:txBody>
      </p:sp>
      <p:sp>
        <p:nvSpPr>
          <p:cNvPr id="9" name="Slide Number Placeholder 8">
            <a:extLst>
              <a:ext uri="{FF2B5EF4-FFF2-40B4-BE49-F238E27FC236}">
                <a16:creationId xmlns:a16="http://schemas.microsoft.com/office/drawing/2014/main" id="{F511AB8E-654D-449F-FE27-9EE3329DE084}"/>
              </a:ext>
            </a:extLst>
          </p:cNvPr>
          <p:cNvSpPr>
            <a:spLocks noGrp="1"/>
          </p:cNvSpPr>
          <p:nvPr>
            <p:ph type="sldNum" sz="quarter" idx="16"/>
          </p:nvPr>
        </p:nvSpPr>
        <p:spPr/>
        <p:txBody>
          <a:bodyPr/>
          <a:lstStyle/>
          <a:p>
            <a:fld id="{CC057153-B650-4DEB-B370-79DDCFDCE934}" type="slidenum">
              <a:rPr lang="en-US" smtClean="0"/>
              <a:pPr/>
              <a:t>‹#›</a:t>
            </a:fld>
            <a:endParaRPr lang="en-US" dirty="0"/>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5967194" y="1040130"/>
            <a:ext cx="6089232" cy="3694174"/>
          </a:xfrm>
        </p:spPr>
        <p:txBody>
          <a:bodyPr anchor="b" anchorCtr="0">
            <a:normAutofit/>
          </a:bodyPr>
          <a:lstStyle>
            <a:lvl1pPr marL="164592" indent="-164592">
              <a:lnSpc>
                <a:spcPct val="80000"/>
              </a:lnSpc>
              <a:spcBef>
                <a:spcPts val="0"/>
              </a:spcBef>
              <a:buNone/>
              <a:defRPr sz="5600" spc="-200" baseline="0">
                <a:solidFill>
                  <a:schemeClr val="tx1"/>
                </a:solidFill>
                <a:latin typeface="+mj-lt"/>
              </a:defRPr>
            </a:lvl1pPr>
          </a:lstStyle>
          <a:p>
            <a:pPr lvl="0"/>
            <a:r>
              <a:rPr lang="en-US" dirty="0"/>
              <a:t>Click to add Quote</a:t>
            </a:r>
          </a:p>
        </p:txBody>
      </p:sp>
    </p:spTree>
    <p:extLst>
      <p:ext uri="{BB962C8B-B14F-4D97-AF65-F5344CB8AC3E}">
        <p14:creationId xmlns:p14="http://schemas.microsoft.com/office/powerpoint/2010/main" val="1530893583"/>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p:cSld name="Zwei Inhal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09728" y="1005840"/>
            <a:ext cx="10741152" cy="1132258"/>
          </a:xfrm>
        </p:spPr>
        <p:txBody>
          <a:bodyPr/>
          <a:lstStyle/>
          <a:p>
            <a:r>
              <a:rPr lang="de-DE"/>
              <a:t>Mastertitelformat bearbeiten</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7F5AADBF-0503-AC4E-BF4F-A2D8EFDE8E43}" type="datetime1">
              <a:rPr lang="en-US" smtClean="0"/>
              <a:t>3/9/2026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Shaping the future of our industry</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9" name="Text Placeholder 8">
            <a:extLst>
              <a:ext uri="{FF2B5EF4-FFF2-40B4-BE49-F238E27FC236}">
                <a16:creationId xmlns:a16="http://schemas.microsoft.com/office/drawing/2014/main" id="{84DC103C-4E45-07FA-2734-5BAE2624DC48}"/>
              </a:ext>
            </a:extLst>
          </p:cNvPr>
          <p:cNvSpPr>
            <a:spLocks noGrp="1"/>
          </p:cNvSpPr>
          <p:nvPr>
            <p:ph type="body" sz="quarter" idx="13"/>
          </p:nvPr>
        </p:nvSpPr>
        <p:spPr>
          <a:xfrm>
            <a:off x="109728" y="2286000"/>
            <a:ext cx="5181600" cy="435133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11" name="Text Placeholder 10">
            <a:extLst>
              <a:ext uri="{FF2B5EF4-FFF2-40B4-BE49-F238E27FC236}">
                <a16:creationId xmlns:a16="http://schemas.microsoft.com/office/drawing/2014/main" id="{288F1ED9-CE64-0191-F909-FDC002A7456F}"/>
              </a:ext>
            </a:extLst>
          </p:cNvPr>
          <p:cNvSpPr>
            <a:spLocks noGrp="1"/>
          </p:cNvSpPr>
          <p:nvPr>
            <p:ph type="body" sz="quarter" idx="14"/>
          </p:nvPr>
        </p:nvSpPr>
        <p:spPr>
          <a:xfrm>
            <a:off x="6675120" y="2286000"/>
            <a:ext cx="5181600" cy="435133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Tree>
    <p:extLst>
      <p:ext uri="{BB962C8B-B14F-4D97-AF65-F5344CB8AC3E}">
        <p14:creationId xmlns:p14="http://schemas.microsoft.com/office/powerpoint/2010/main" val="510300469"/>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Vergleich">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109728" y="836956"/>
            <a:ext cx="10745788" cy="1143292"/>
          </a:xfrm>
        </p:spPr>
        <p:txBody>
          <a:bodyPr/>
          <a:lstStyle/>
          <a:p>
            <a:r>
              <a:rPr lang="de-DE"/>
              <a:t>Mastertitelformat bearbeiten</a:t>
            </a:r>
            <a:endParaRPr lang="en-US" dirty="0"/>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CA88835E-E029-C74A-A8D5-72AFFFEA0839}" type="datetime1">
              <a:rPr lang="en-US" smtClean="0"/>
              <a:t>3/9/2026</a:t>
            </a:fld>
            <a:endParaRPr lang="en-US" dirty="0"/>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r>
              <a:rPr lang="en-US" dirty="0"/>
              <a:t>Shaping the future of our industry</a:t>
            </a:r>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109728" y="2086805"/>
            <a:ext cx="5157787" cy="559834"/>
          </a:xfrm>
        </p:spPr>
        <p:txBody>
          <a:bodyPr anchor="b">
            <a:normAutofit/>
          </a:bodyPr>
          <a:lstStyle>
            <a:lvl1pPr marL="0" indent="0">
              <a:lnSpc>
                <a:spcPct val="90000"/>
              </a:lnSpc>
              <a:buNone/>
              <a:defRPr sz="1800" b="0"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675120" y="2086805"/>
            <a:ext cx="5183188" cy="559834"/>
          </a:xfrm>
        </p:spPr>
        <p:txBody>
          <a:bodyPr anchor="b">
            <a:normAutofit/>
          </a:bodyPr>
          <a:lstStyle>
            <a:lvl1pPr marL="0" indent="0">
              <a:lnSpc>
                <a:spcPct val="90000"/>
              </a:lnSpc>
              <a:buNone/>
              <a:defRPr sz="1800" b="0"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11" name="Text Placeholder 10">
            <a:extLst>
              <a:ext uri="{FF2B5EF4-FFF2-40B4-BE49-F238E27FC236}">
                <a16:creationId xmlns:a16="http://schemas.microsoft.com/office/drawing/2014/main" id="{F86E5640-DE07-46FE-2EFB-FCD8C5238DC9}"/>
              </a:ext>
            </a:extLst>
          </p:cNvPr>
          <p:cNvSpPr>
            <a:spLocks noGrp="1"/>
          </p:cNvSpPr>
          <p:nvPr>
            <p:ph type="body" sz="quarter" idx="13"/>
          </p:nvPr>
        </p:nvSpPr>
        <p:spPr>
          <a:xfrm>
            <a:off x="109728" y="2677160"/>
            <a:ext cx="5157788" cy="3763963"/>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13" name="Text Placeholder 12">
            <a:extLst>
              <a:ext uri="{FF2B5EF4-FFF2-40B4-BE49-F238E27FC236}">
                <a16:creationId xmlns:a16="http://schemas.microsoft.com/office/drawing/2014/main" id="{20D5795C-6228-AA6F-1CF7-AD7010686BC6}"/>
              </a:ext>
            </a:extLst>
          </p:cNvPr>
          <p:cNvSpPr>
            <a:spLocks noGrp="1"/>
          </p:cNvSpPr>
          <p:nvPr>
            <p:ph type="body" sz="quarter" idx="14"/>
          </p:nvPr>
        </p:nvSpPr>
        <p:spPr>
          <a:xfrm>
            <a:off x="6675120" y="2677160"/>
            <a:ext cx="5183188" cy="3763963"/>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Tree>
    <p:extLst>
      <p:ext uri="{BB962C8B-B14F-4D97-AF65-F5344CB8AC3E}">
        <p14:creationId xmlns:p14="http://schemas.microsoft.com/office/powerpoint/2010/main" val="1777957576"/>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111325" y="1005840"/>
            <a:ext cx="10653578" cy="1132258"/>
          </a:xfrm>
        </p:spPr>
        <p:txBody>
          <a:bodyPr/>
          <a:lstStyle/>
          <a:p>
            <a:r>
              <a:rPr lang="de-DE"/>
              <a:t>Mastertitelformat bearbeiten</a:t>
            </a:r>
            <a:endParaRPr lang="en-US" dirty="0"/>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49407084-E3CF-AE41-BB02-D224862A000A}" type="datetime1">
              <a:rPr lang="en-US" smtClean="0"/>
              <a:t>3/9/2026</a:t>
            </a:fld>
            <a:endParaRPr lang="en-US" dirty="0"/>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r>
              <a:rPr lang="en-US" dirty="0"/>
              <a:t>Shaping the future of our industry</a:t>
            </a:r>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962871361"/>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C07C39C1-122A-624B-A21F-3BF663742DA5}" type="datetime1">
              <a:rPr lang="en-US" smtClean="0"/>
              <a:t>3/9/2026</a:t>
            </a:fld>
            <a:endParaRPr lang="en-US" dirty="0"/>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r>
              <a:rPr lang="en-US" dirty="0"/>
              <a:t>Shaping the future of our industry</a:t>
            </a:r>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937850028"/>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111325" y="1005205"/>
            <a:ext cx="3595634" cy="1757505"/>
          </a:xfrm>
        </p:spPr>
        <p:txBody>
          <a:bodyPr anchor="t">
            <a:noAutofit/>
          </a:bodyPr>
          <a:lstStyle>
            <a:lvl1pPr>
              <a:defRPr sz="5600"/>
            </a:lvl1pPr>
          </a:lstStyle>
          <a:p>
            <a:r>
              <a:rPr lang="de-DE"/>
              <a:t>Mastertitelformat bearbeiten</a:t>
            </a:r>
            <a:endParaRPr lang="en-US" dirty="0"/>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2B77D5EB-6120-1A42-AF3F-8CC049FEDDDD}" type="datetime1">
              <a:rPr lang="en-US" smtClean="0"/>
              <a:t>3/9/2026</a:t>
            </a:fld>
            <a:endParaRPr lang="en-US" dirty="0"/>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a:xfrm>
            <a:off x="5134707" y="109728"/>
            <a:ext cx="5303520" cy="365125"/>
          </a:xfrm>
        </p:spPr>
        <p:txBody>
          <a:bodyPr/>
          <a:lstStyle/>
          <a:p>
            <a:r>
              <a:rPr lang="en-US" dirty="0"/>
              <a:t>Shaping the future of our industry</a:t>
            </a:r>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111325" y="2762710"/>
            <a:ext cx="3595634" cy="3993263"/>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4708" y="1005840"/>
            <a:ext cx="6440258" cy="5755109"/>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Tree>
    <p:extLst>
      <p:ext uri="{BB962C8B-B14F-4D97-AF65-F5344CB8AC3E}">
        <p14:creationId xmlns:p14="http://schemas.microsoft.com/office/powerpoint/2010/main" val="1365674906"/>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Bild mit Überschrif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9600" y="1181490"/>
            <a:ext cx="5986399" cy="5676510"/>
          </a:xfrm>
        </p:spPr>
        <p:txBody>
          <a:bodyPr anchor="b">
            <a:noAutofit/>
          </a:bodyPr>
          <a:lstStyle>
            <a:lvl1pPr>
              <a:defRPr sz="5600"/>
            </a:lvl1pPr>
          </a:lstStyle>
          <a:p>
            <a:r>
              <a:rPr lang="de-DE"/>
              <a:t>Mastertitelformat bearbeiten</a:t>
            </a:r>
            <a:endParaRPr lang="en-US" dirty="0"/>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137160" y="182880"/>
            <a:ext cx="4572000" cy="731520"/>
          </a:xfrm>
        </p:spPr>
        <p:txBody>
          <a:bodyPr>
            <a:noAutofit/>
          </a:bodyPr>
          <a:lstStyle>
            <a:lvl1pPr marL="0" indent="0">
              <a:buNone/>
              <a:defRPr sz="14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3" name="Picture Placeholder 10">
            <a:extLst>
              <a:ext uri="{FF2B5EF4-FFF2-40B4-BE49-F238E27FC236}">
                <a16:creationId xmlns:a16="http://schemas.microsoft.com/office/drawing/2014/main" id="{08FD5A0C-3984-4E77-6D88-7812D8F2B191}"/>
              </a:ext>
            </a:extLst>
          </p:cNvPr>
          <p:cNvSpPr>
            <a:spLocks noGrp="1"/>
          </p:cNvSpPr>
          <p:nvPr>
            <p:ph type="pic" sz="quarter" idx="13"/>
          </p:nvPr>
        </p:nvSpPr>
        <p:spPr>
          <a:xfrm>
            <a:off x="6296626" y="0"/>
            <a:ext cx="5895374" cy="6858000"/>
          </a:xfrm>
          <a:blipFill dpi="0" rotWithShape="1">
            <a:blip r:embed="rId2">
              <a:alphaModFix amt="60000"/>
            </a:blip>
            <a:srcRect/>
            <a:stretch>
              <a:fillRect/>
            </a:stretch>
          </a:blipFill>
        </p:spPr>
        <p:txBody>
          <a:bodyPr/>
          <a:lstStyle/>
          <a:p>
            <a:r>
              <a:rPr lang="de-DE"/>
              <a:t>Bild durch Klicken auf Symbol hinzufügen</a:t>
            </a:r>
            <a:endParaRPr lang="en-US" dirty="0"/>
          </a:p>
        </p:txBody>
      </p:sp>
      <p:pic>
        <p:nvPicPr>
          <p:cNvPr id="8" name="Graphic 7">
            <a:extLst>
              <a:ext uri="{FF2B5EF4-FFF2-40B4-BE49-F238E27FC236}">
                <a16:creationId xmlns:a16="http://schemas.microsoft.com/office/drawing/2014/main" id="{A4D56FA5-6B2C-25FC-5C75-51C0FD7A0850}"/>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5381512" y="224984"/>
            <a:ext cx="731520" cy="731520"/>
          </a:xfrm>
          <a:prstGeom prst="rect">
            <a:avLst/>
          </a:prstGeom>
        </p:spPr>
      </p:pic>
    </p:spTree>
    <p:extLst>
      <p:ext uri="{BB962C8B-B14F-4D97-AF65-F5344CB8AC3E}">
        <p14:creationId xmlns:p14="http://schemas.microsoft.com/office/powerpoint/2010/main" val="2279494385"/>
      </p:ext>
    </p:extLst>
  </p:cSld>
  <p:clrMapOvr>
    <a:overrideClrMapping bg1="lt1" tx1="dk1" bg2="lt2" tx2="dk2" accent1="accent1" accent2="accent2" accent3="accent3" accent4="accent4" accent5="accent5" accent6="accent6" hlink="hlink" folHlink="folHlink"/>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p:cSld name="Conclusion">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9728" y="1847088"/>
            <a:ext cx="7342307" cy="1133856"/>
          </a:xfrm>
        </p:spPr>
        <p:txBody>
          <a:bodyPr anchor="b">
            <a:noAutofit/>
          </a:bodyPr>
          <a:lstStyle>
            <a:lvl1pPr>
              <a:defRPr sz="5600"/>
            </a:lvl1pPr>
          </a:lstStyle>
          <a:p>
            <a:r>
              <a:rPr lang="de-DE"/>
              <a:t>Mastertitelformat bearbeiten</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C84E0BBB-D56F-1E45-84FD-A9025FF37F5C}" type="datetime1">
              <a:rPr lang="en-US" smtClean="0"/>
              <a:t>3/9/2026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Shaping the future of our industry</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109728" y="3594099"/>
            <a:ext cx="10890374" cy="2743200"/>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Tree>
    <p:extLst>
      <p:ext uri="{BB962C8B-B14F-4D97-AF65-F5344CB8AC3E}">
        <p14:creationId xmlns:p14="http://schemas.microsoft.com/office/powerpoint/2010/main" val="4114945589"/>
      </p:ext>
    </p:extLst>
  </p:cSld>
  <p:clrMapOvr>
    <a:overrideClrMapping bg1="lt1" tx1="dk1" bg2="lt2" tx2="dk2" accent1="accent1" accent2="accent2" accent3="accent3" accent4="accent4" accent5="accent5" accent6="accent6" hlink="hlink" folHlink="folHlink"/>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p:cSld name="Conclusion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9728" y="1627318"/>
            <a:ext cx="8430767" cy="1842020"/>
          </a:xfrm>
        </p:spPr>
        <p:txBody>
          <a:bodyPr anchor="b">
            <a:noAutofit/>
          </a:bodyPr>
          <a:lstStyle>
            <a:lvl1pPr>
              <a:defRPr sz="5600"/>
            </a:lvl1pPr>
          </a:lstStyle>
          <a:p>
            <a:r>
              <a:rPr lang="de-DE"/>
              <a:t>Mastertitelformat bearbeiten</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0041CA7F-D03C-0042-8A7B-E9EA80DFAE43}" type="datetime1">
              <a:rPr lang="en-US" smtClean="0"/>
              <a:t>3/9/2026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Shaping the future of our industry</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109728" y="3622674"/>
            <a:ext cx="8430639" cy="1279615"/>
          </a:xfrm>
        </p:spPr>
        <p:txBody>
          <a:bodyPr>
            <a:noAutofit/>
          </a:bodyPr>
          <a:lstStyle>
            <a:lvl1pPr marL="0" indent="0">
              <a:buNone/>
              <a:defRPr sz="14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Tree>
    <p:extLst>
      <p:ext uri="{BB962C8B-B14F-4D97-AF65-F5344CB8AC3E}">
        <p14:creationId xmlns:p14="http://schemas.microsoft.com/office/powerpoint/2010/main" val="554220374"/>
      </p:ext>
    </p:extLst>
  </p:cSld>
  <p:clrMapOvr>
    <a:overrideClrMapping bg1="lt1" tx1="dk1" bg2="lt2" tx2="dk2" accent1="accent1" accent2="accent2" accent3="accent3" accent4="accent4" accent5="accent5" accent6="accent6" hlink="hlink" folHlink="folHlink"/>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p:cSld name="Conclusion 3">
    <p:bg>
      <p:bgRef idx="1001">
        <a:schemeClr val="bg1"/>
      </p:bgRef>
    </p:bg>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92821B14-72A5-C6D7-EF14-887B89D0409D}"/>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flipV="1">
            <a:off x="11235399" y="5899743"/>
            <a:ext cx="731520" cy="731520"/>
          </a:xfrm>
          <a:prstGeom prst="rect">
            <a:avLst/>
          </a:prstGeom>
        </p:spPr>
      </p:pic>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9728" y="3566159"/>
            <a:ext cx="5517349" cy="3130063"/>
          </a:xfrm>
        </p:spPr>
        <p:txBody>
          <a:bodyPr anchor="t" anchorCtr="0">
            <a:noAutofit/>
          </a:bodyPr>
          <a:lstStyle>
            <a:lvl1pPr>
              <a:defRPr sz="5600"/>
            </a:lvl1pPr>
          </a:lstStyle>
          <a:p>
            <a:r>
              <a:rPr lang="de-DE"/>
              <a:t>Mastertitelformat bearbeiten</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BEA1F1A7-9EF6-7D4F-AE10-1D541A371837}" type="datetime1">
              <a:rPr lang="en-US" smtClean="0"/>
              <a:t>3/9/2026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Shaping the future of our industry</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5971033" y="3566160"/>
            <a:ext cx="5024070" cy="2190297"/>
          </a:xfrm>
        </p:spPr>
        <p:txBody>
          <a:bodyPr>
            <a:noAutofit/>
          </a:bodyPr>
          <a:lstStyle>
            <a:lvl1pPr marL="0" indent="0">
              <a:buNone/>
              <a:defRPr sz="14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Tree>
    <p:extLst>
      <p:ext uri="{BB962C8B-B14F-4D97-AF65-F5344CB8AC3E}">
        <p14:creationId xmlns:p14="http://schemas.microsoft.com/office/powerpoint/2010/main" val="2687629326"/>
      </p:ext>
    </p:extLst>
  </p:cSld>
  <p:clrMapOvr>
    <a:overrideClrMapping bg1="lt1" tx1="dk1" bg2="lt2" tx2="dk2" accent1="accent1" accent2="accent2" accent3="accent3" accent4="accent4" accent5="accent5" accent6="accent6" hlink="hlink" folHlink="folHlink"/>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Titel 1">
    <p:bg>
      <p:bgPr>
        <a:solidFill>
          <a:schemeClr val="accent2">
            <a:lumMod val="50000"/>
          </a:schemeClr>
        </a:solidFill>
        <a:effectLst/>
      </p:bgPr>
    </p:bg>
    <p:spTree>
      <p:nvGrpSpPr>
        <p:cNvPr id="1" name=""/>
        <p:cNvGrpSpPr/>
        <p:nvPr/>
      </p:nvGrpSpPr>
      <p:grpSpPr>
        <a:xfrm>
          <a:off x="0" y="0"/>
          <a:ext cx="0" cy="0"/>
          <a:chOff x="0" y="0"/>
          <a:chExt cx="0" cy="0"/>
        </a:xfrm>
      </p:grpSpPr>
      <p:sp>
        <p:nvSpPr>
          <p:cNvPr id="2" name="Rechteck 1">
            <a:extLst>
              <a:ext uri="{FF2B5EF4-FFF2-40B4-BE49-F238E27FC236}">
                <a16:creationId xmlns:a16="http://schemas.microsoft.com/office/drawing/2014/main" id="{E1B5E70F-EF03-B535-2505-BC971E3BC36D}"/>
              </a:ext>
              <a:ext uri="{C183D7F6-B498-43B3-948B-1728B52AA6E4}">
                <adec:decorative xmlns:adec="http://schemas.microsoft.com/office/drawing/2017/decorative" val="1"/>
              </a:ext>
            </a:extLst>
          </p:cNvPr>
          <p:cNvSpPr/>
          <p:nvPr userDrawn="1"/>
        </p:nvSpPr>
        <p:spPr>
          <a:xfrm>
            <a:off x="0" y="594360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de-DE"/>
            </a:defPPr>
          </a:lstStyle>
          <a:p>
            <a:pPr algn="ctr" rtl="0"/>
            <a:endParaRPr lang="de-DE"/>
          </a:p>
        </p:txBody>
      </p:sp>
      <p:cxnSp>
        <p:nvCxnSpPr>
          <p:cNvPr id="3" name="Gerader Verbinder 2">
            <a:extLst>
              <a:ext uri="{FF2B5EF4-FFF2-40B4-BE49-F238E27FC236}">
                <a16:creationId xmlns:a16="http://schemas.microsoft.com/office/drawing/2014/main" id="{8794424E-93DD-A404-D05E-EF6030A76D3B}"/>
              </a:ext>
              <a:ext uri="{C183D7F6-B498-43B3-948B-1728B52AA6E4}">
                <adec:decorative xmlns:adec="http://schemas.microsoft.com/office/drawing/2017/decorative" val="1"/>
              </a:ext>
            </a:extLst>
          </p:cNvPr>
          <p:cNvCxnSpPr>
            <a:cxnSpLocks/>
          </p:cNvCxnSpPr>
          <p:nvPr userDrawn="1"/>
        </p:nvCxnSpPr>
        <p:spPr>
          <a:xfrm>
            <a:off x="896628" y="0"/>
            <a:ext cx="0" cy="6858000"/>
          </a:xfrm>
          <a:prstGeom prst="line">
            <a:avLst/>
          </a:prstGeom>
          <a:ln w="19050">
            <a:solidFill>
              <a:schemeClr val="accent5">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7" name="Rechteck 6">
            <a:extLst>
              <a:ext uri="{FF2B5EF4-FFF2-40B4-BE49-F238E27FC236}">
                <a16:creationId xmlns:a16="http://schemas.microsoft.com/office/drawing/2014/main" id="{B03A3B6B-5129-A46A-A20C-5D7BC706C9B1}"/>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de-DE"/>
            </a:defPPr>
          </a:lstStyle>
          <a:p>
            <a:pPr algn="ctr" rtl="0"/>
            <a:endParaRPr lang="de-DE"/>
          </a:p>
        </p:txBody>
      </p:sp>
      <p:sp>
        <p:nvSpPr>
          <p:cNvPr id="8" name="Titel 7">
            <a:extLst>
              <a:ext uri="{FF2B5EF4-FFF2-40B4-BE49-F238E27FC236}">
                <a16:creationId xmlns:a16="http://schemas.microsoft.com/office/drawing/2014/main" id="{24E401A1-8CEE-5E1B-343B-D737433AE63F}"/>
              </a:ext>
            </a:extLst>
          </p:cNvPr>
          <p:cNvSpPr>
            <a:spLocks noGrp="1"/>
          </p:cNvSpPr>
          <p:nvPr>
            <p:ph type="title" hasCustomPrompt="1"/>
          </p:nvPr>
        </p:nvSpPr>
        <p:spPr>
          <a:xfrm>
            <a:off x="1317615" y="690511"/>
            <a:ext cx="5185821" cy="5253089"/>
          </a:xfrm>
        </p:spPr>
        <p:txBody>
          <a:bodyPr rtlCol="0" anchor="b">
            <a:normAutofit/>
          </a:bodyPr>
          <a:lstStyle>
            <a:lvl1pPr>
              <a:defRPr lang="de-DE" sz="6000">
                <a:solidFill>
                  <a:schemeClr val="bg1"/>
                </a:solidFill>
              </a:defRPr>
            </a:lvl1pPr>
          </a:lstStyle>
          <a:p>
            <a:pPr rtl="0"/>
            <a:r>
              <a:rPr lang="de-DE"/>
              <a:t>Titel durch Klicken hinzufügen</a:t>
            </a:r>
          </a:p>
        </p:txBody>
      </p:sp>
    </p:spTree>
    <p:extLst>
      <p:ext uri="{BB962C8B-B14F-4D97-AF65-F5344CB8AC3E}">
        <p14:creationId xmlns:p14="http://schemas.microsoft.com/office/powerpoint/2010/main" val="124678262"/>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Agenda 1">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7" name="Titel 6">
            <a:extLst>
              <a:ext uri="{FF2B5EF4-FFF2-40B4-BE49-F238E27FC236}">
                <a16:creationId xmlns:a16="http://schemas.microsoft.com/office/drawing/2014/main" id="{75B3424C-4925-A7F7-02CD-84526B2E22EF}"/>
              </a:ext>
            </a:extLst>
          </p:cNvPr>
          <p:cNvSpPr>
            <a:spLocks noGrp="1"/>
          </p:cNvSpPr>
          <p:nvPr>
            <p:ph type="title" hasCustomPrompt="1"/>
          </p:nvPr>
        </p:nvSpPr>
        <p:spPr>
          <a:xfrm>
            <a:off x="1455583" y="737115"/>
            <a:ext cx="4640418" cy="5407091"/>
          </a:xfrm>
        </p:spPr>
        <p:txBody>
          <a:bodyPr lIns="0" rtlCol="0">
            <a:normAutofit/>
          </a:bodyPr>
          <a:lstStyle>
            <a:lvl1pPr>
              <a:defRPr lang="de-DE" sz="3600"/>
            </a:lvl1pPr>
          </a:lstStyle>
          <a:p>
            <a:pPr rtl="0"/>
            <a:r>
              <a:rPr lang="de-DE"/>
              <a:t>Titel durch Klicken hinzufügen</a:t>
            </a:r>
          </a:p>
        </p:txBody>
      </p:sp>
      <p:sp>
        <p:nvSpPr>
          <p:cNvPr id="2" name="Inhaltsplatzhalter 7">
            <a:extLst>
              <a:ext uri="{FF2B5EF4-FFF2-40B4-BE49-F238E27FC236}">
                <a16:creationId xmlns:a16="http://schemas.microsoft.com/office/drawing/2014/main" id="{AEA3C42D-C3E7-4F13-63E2-96D7A3B21113}"/>
              </a:ext>
            </a:extLst>
          </p:cNvPr>
          <p:cNvSpPr>
            <a:spLocks noGrp="1"/>
          </p:cNvSpPr>
          <p:nvPr>
            <p:ph sz="quarter" idx="12" hasCustomPrompt="1"/>
          </p:nvPr>
        </p:nvSpPr>
        <p:spPr>
          <a:xfrm>
            <a:off x="6388461" y="737115"/>
            <a:ext cx="4449712" cy="5407091"/>
          </a:xfrm>
        </p:spPr>
        <p:txBody>
          <a:bodyPr lIns="0" tIns="0" rIns="0" bIns="0" rtlCol="0" anchor="ctr">
            <a:normAutofit/>
          </a:bodyPr>
          <a:lstStyle>
            <a:lvl1pPr marL="228600" indent="-228600">
              <a:lnSpc>
                <a:spcPct val="100000"/>
              </a:lnSpc>
              <a:spcBef>
                <a:spcPts val="0"/>
              </a:spcBef>
              <a:spcAft>
                <a:spcPts val="1200"/>
              </a:spcAft>
              <a:buFont typeface="Arial" panose="020B0604020202020204" pitchFamily="34" charset="0"/>
              <a:buChar char="•"/>
              <a:defRPr lang="de-DE" sz="2000"/>
            </a:lvl1pPr>
            <a:lvl2pPr marL="685800" indent="-228600">
              <a:lnSpc>
                <a:spcPct val="100000"/>
              </a:lnSpc>
              <a:spcBef>
                <a:spcPts val="0"/>
              </a:spcBef>
              <a:spcAft>
                <a:spcPts val="1200"/>
              </a:spcAft>
              <a:buFont typeface="Arial" panose="020B0604020202020204" pitchFamily="34" charset="0"/>
              <a:buChar char="•"/>
              <a:defRPr lang="de-DE" sz="2000"/>
            </a:lvl2pPr>
            <a:lvl3pPr marL="1143000" indent="-228600">
              <a:spcBef>
                <a:spcPts val="0"/>
              </a:spcBef>
              <a:spcAft>
                <a:spcPts val="1200"/>
              </a:spcAft>
              <a:buFont typeface="Arial" panose="020B0604020202020204" pitchFamily="34" charset="0"/>
              <a:buChar char="•"/>
              <a:defRPr lang="de-DE" sz="2000"/>
            </a:lvl3pPr>
            <a:lvl4pPr marL="1600200" indent="-228600">
              <a:spcBef>
                <a:spcPts val="0"/>
              </a:spcBef>
              <a:spcAft>
                <a:spcPts val="1200"/>
              </a:spcAft>
              <a:buFont typeface="Arial" panose="020B0604020202020204" pitchFamily="34" charset="0"/>
              <a:buChar char="•"/>
              <a:defRPr lang="de-DE" sz="2000"/>
            </a:lvl4pPr>
            <a:lvl5pPr marL="2057400" indent="-228600">
              <a:spcBef>
                <a:spcPts val="0"/>
              </a:spcBef>
              <a:spcAft>
                <a:spcPts val="1200"/>
              </a:spcAft>
              <a:buFont typeface="Arial" panose="020B0604020202020204" pitchFamily="34" charset="0"/>
              <a:buChar char="•"/>
              <a:defRPr lang="de-DE" sz="2000"/>
            </a:lvl5pPr>
          </a:lstStyle>
          <a:p>
            <a:pPr lvl="0" rtl="0"/>
            <a:r>
              <a:rPr lang="de-DE"/>
              <a:t>Klicken, um Inhalt hinzuzufügen</a:t>
            </a:r>
          </a:p>
          <a:p>
            <a:pPr lvl="1" rtl="0"/>
            <a:r>
              <a:rPr lang="de-DE"/>
              <a:t>Zweite Ebene</a:t>
            </a:r>
          </a:p>
          <a:p>
            <a:pPr lvl="2" rtl="0"/>
            <a:r>
              <a:rPr lang="de-DE"/>
              <a:t>Dritte Ebene</a:t>
            </a:r>
          </a:p>
          <a:p>
            <a:pPr lvl="3" rtl="0"/>
            <a:r>
              <a:rPr lang="de-DE"/>
              <a:t>Vierte Ebene</a:t>
            </a:r>
          </a:p>
          <a:p>
            <a:pPr lvl="4" rtl="0"/>
            <a:r>
              <a:rPr lang="de-DE"/>
              <a:t>Fünfte Ebene</a:t>
            </a:r>
          </a:p>
        </p:txBody>
      </p:sp>
      <p:cxnSp>
        <p:nvCxnSpPr>
          <p:cNvPr id="3" name="Gerader Verbinder 2">
            <a:extLst>
              <a:ext uri="{FF2B5EF4-FFF2-40B4-BE49-F238E27FC236}">
                <a16:creationId xmlns:a16="http://schemas.microsoft.com/office/drawing/2014/main" id="{45FE61D9-DA99-9DA5-5DD2-C4118066CA63}"/>
              </a:ext>
              <a:ext uri="{C183D7F6-B498-43B3-948B-1728B52AA6E4}">
                <adec:decorative xmlns:adec="http://schemas.microsoft.com/office/drawing/2017/decorative" val="1"/>
              </a:ext>
            </a:extLst>
          </p:cNvPr>
          <p:cNvCxnSpPr>
            <a:cxnSpLocks/>
          </p:cNvCxnSpPr>
          <p:nvPr userDrawn="1"/>
        </p:nvCxnSpPr>
        <p:spPr>
          <a:xfrm>
            <a:off x="896628" y="0"/>
            <a:ext cx="0" cy="5943600"/>
          </a:xfrm>
          <a:prstGeom prst="line">
            <a:avLst/>
          </a:prstGeom>
          <a:ln w="1905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sp>
        <p:nvSpPr>
          <p:cNvPr id="8" name="Rechteck 7">
            <a:extLst>
              <a:ext uri="{FF2B5EF4-FFF2-40B4-BE49-F238E27FC236}">
                <a16:creationId xmlns:a16="http://schemas.microsoft.com/office/drawing/2014/main" id="{CE64603E-965E-E3BF-203B-F4D99428203D}"/>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de-DE"/>
            </a:defPPr>
          </a:lstStyle>
          <a:p>
            <a:pPr algn="ctr" rtl="0"/>
            <a:endParaRPr lang="de-DE"/>
          </a:p>
        </p:txBody>
      </p:sp>
      <p:sp>
        <p:nvSpPr>
          <p:cNvPr id="9" name="Foliennummernplatzhalter 5">
            <a:extLst>
              <a:ext uri="{FF2B5EF4-FFF2-40B4-BE49-F238E27FC236}">
                <a16:creationId xmlns:a16="http://schemas.microsoft.com/office/drawing/2014/main" id="{4E9F5D75-1D8F-F695-81F8-4A6D0C678215}"/>
              </a:ext>
            </a:extLst>
          </p:cNvPr>
          <p:cNvSpPr>
            <a:spLocks noGrp="1"/>
          </p:cNvSpPr>
          <p:nvPr>
            <p:ph type="sldNum" sz="quarter" idx="15"/>
          </p:nvPr>
        </p:nvSpPr>
        <p:spPr>
          <a:xfrm>
            <a:off x="412136" y="5943601"/>
            <a:ext cx="968983" cy="651912"/>
          </a:xfrm>
        </p:spPr>
        <p:txBody>
          <a:bodyPr rtlCol="0"/>
          <a:lstStyle>
            <a:defPPr>
              <a:defRPr lang="de-DE"/>
            </a:defPPr>
          </a:lstStyle>
          <a:p>
            <a:pPr rtl="0"/>
            <a:fld id="{18D65601-5AE2-46FC-B138-694DDD2B510D}" type="slidenum">
              <a:rPr lang="de-DE" smtClean="0"/>
              <a:pPr rtl="0"/>
              <a:t>‹#›</a:t>
            </a:fld>
            <a:endParaRPr lang="de-DE"/>
          </a:p>
        </p:txBody>
      </p:sp>
    </p:spTree>
    <p:extLst>
      <p:ext uri="{BB962C8B-B14F-4D97-AF65-F5344CB8AC3E}">
        <p14:creationId xmlns:p14="http://schemas.microsoft.com/office/powerpoint/2010/main" val="3052580915"/>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Titel und Bild">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9" name="Titel 8">
            <a:extLst>
              <a:ext uri="{FF2B5EF4-FFF2-40B4-BE49-F238E27FC236}">
                <a16:creationId xmlns:a16="http://schemas.microsoft.com/office/drawing/2014/main" id="{BB6B956C-A124-5A7C-EBD4-CBB618B9BC1D}"/>
              </a:ext>
            </a:extLst>
          </p:cNvPr>
          <p:cNvSpPr>
            <a:spLocks noGrp="1"/>
          </p:cNvSpPr>
          <p:nvPr>
            <p:ph type="title" hasCustomPrompt="1"/>
          </p:nvPr>
        </p:nvSpPr>
        <p:spPr>
          <a:xfrm>
            <a:off x="1353827" y="1278294"/>
            <a:ext cx="5000318" cy="4904141"/>
          </a:xfrm>
        </p:spPr>
        <p:txBody>
          <a:bodyPr rtlCol="0" anchor="b">
            <a:normAutofit/>
          </a:bodyPr>
          <a:lstStyle>
            <a:lvl1pPr>
              <a:defRPr lang="de-DE" sz="3600"/>
            </a:lvl1pPr>
          </a:lstStyle>
          <a:p>
            <a:pPr rtl="0"/>
            <a:r>
              <a:rPr lang="de-DE"/>
              <a:t>Titel durch Klicken hinzufügen</a:t>
            </a:r>
          </a:p>
        </p:txBody>
      </p:sp>
      <p:sp>
        <p:nvSpPr>
          <p:cNvPr id="12" name="Bildplatzhalter 11">
            <a:extLst>
              <a:ext uri="{FF2B5EF4-FFF2-40B4-BE49-F238E27FC236}">
                <a16:creationId xmlns:a16="http://schemas.microsoft.com/office/drawing/2014/main" id="{2B92702B-E14C-886C-445A-349265F37592}"/>
              </a:ext>
            </a:extLst>
          </p:cNvPr>
          <p:cNvSpPr>
            <a:spLocks noGrp="1"/>
          </p:cNvSpPr>
          <p:nvPr>
            <p:ph type="pic" sz="quarter" idx="13"/>
          </p:nvPr>
        </p:nvSpPr>
        <p:spPr>
          <a:xfrm>
            <a:off x="6642169" y="-1"/>
            <a:ext cx="4635426" cy="6857999"/>
          </a:xfrm>
        </p:spPr>
        <p:txBody>
          <a:bodyPr rtlCol="0">
            <a:normAutofit/>
          </a:bodyPr>
          <a:lstStyle>
            <a:lvl1pPr marL="0" indent="0" algn="ctr">
              <a:buNone/>
              <a:defRPr lang="de-DE" sz="2000"/>
            </a:lvl1pPr>
          </a:lstStyle>
          <a:p>
            <a:pPr rtl="0"/>
            <a:r>
              <a:rPr lang="de-DE"/>
              <a:t>Klicken Sie, um ein Bild hinzuzufügen.</a:t>
            </a:r>
          </a:p>
        </p:txBody>
      </p:sp>
      <p:sp>
        <p:nvSpPr>
          <p:cNvPr id="6" name="Rechteck 5">
            <a:extLst>
              <a:ext uri="{FF2B5EF4-FFF2-40B4-BE49-F238E27FC236}">
                <a16:creationId xmlns:a16="http://schemas.microsoft.com/office/drawing/2014/main" id="{49C76C37-CBD2-36CF-1413-53DD1CB4A545}"/>
              </a:ext>
              <a:ext uri="{C183D7F6-B498-43B3-948B-1728B52AA6E4}">
                <adec:decorative xmlns:adec="http://schemas.microsoft.com/office/drawing/2017/decorative" val="1"/>
              </a:ext>
            </a:extLst>
          </p:cNvPr>
          <p:cNvSpPr/>
          <p:nvPr userDrawn="1"/>
        </p:nvSpPr>
        <p:spPr>
          <a:xfrm>
            <a:off x="0" y="594360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de-DE"/>
            </a:defPPr>
          </a:lstStyle>
          <a:p>
            <a:pPr algn="ctr" rtl="0"/>
            <a:endParaRPr lang="de-DE"/>
          </a:p>
        </p:txBody>
      </p:sp>
      <p:sp>
        <p:nvSpPr>
          <p:cNvPr id="7" name="Rechteck 6">
            <a:extLst>
              <a:ext uri="{FF2B5EF4-FFF2-40B4-BE49-F238E27FC236}">
                <a16:creationId xmlns:a16="http://schemas.microsoft.com/office/drawing/2014/main" id="{510D1AAD-E663-5B8E-CE72-64C1DBF19CE0}"/>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de-DE"/>
            </a:defPPr>
          </a:lstStyle>
          <a:p>
            <a:pPr algn="ctr" rtl="0"/>
            <a:endParaRPr lang="de-DE"/>
          </a:p>
        </p:txBody>
      </p:sp>
      <p:cxnSp>
        <p:nvCxnSpPr>
          <p:cNvPr id="8" name="Gerader Verbinder 7">
            <a:extLst>
              <a:ext uri="{FF2B5EF4-FFF2-40B4-BE49-F238E27FC236}">
                <a16:creationId xmlns:a16="http://schemas.microsoft.com/office/drawing/2014/main" id="{EC250190-89C1-EAA3-6C2A-15A60C6754F5}"/>
              </a:ext>
              <a:ext uri="{C183D7F6-B498-43B3-948B-1728B52AA6E4}">
                <adec:decorative xmlns:adec="http://schemas.microsoft.com/office/drawing/2017/decorative" val="1"/>
              </a:ext>
            </a:extLst>
          </p:cNvPr>
          <p:cNvCxnSpPr>
            <a:cxnSpLocks/>
          </p:cNvCxnSpPr>
          <p:nvPr userDrawn="1"/>
        </p:nvCxnSpPr>
        <p:spPr>
          <a:xfrm>
            <a:off x="896628" y="0"/>
            <a:ext cx="0" cy="6858000"/>
          </a:xfrm>
          <a:prstGeom prst="line">
            <a:avLst/>
          </a:prstGeom>
          <a:ln w="1905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62797539"/>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Titel und Untertitel">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9" name="Titel 8">
            <a:extLst>
              <a:ext uri="{FF2B5EF4-FFF2-40B4-BE49-F238E27FC236}">
                <a16:creationId xmlns:a16="http://schemas.microsoft.com/office/drawing/2014/main" id="{BB6B956C-A124-5A7C-EBD4-CBB618B9BC1D}"/>
              </a:ext>
            </a:extLst>
          </p:cNvPr>
          <p:cNvSpPr>
            <a:spLocks noGrp="1"/>
          </p:cNvSpPr>
          <p:nvPr>
            <p:ph type="title" hasCustomPrompt="1"/>
          </p:nvPr>
        </p:nvSpPr>
        <p:spPr>
          <a:xfrm>
            <a:off x="1353827" y="3508311"/>
            <a:ext cx="9923770" cy="1438762"/>
          </a:xfrm>
        </p:spPr>
        <p:txBody>
          <a:bodyPr rtlCol="0" anchor="b">
            <a:normAutofit/>
          </a:bodyPr>
          <a:lstStyle>
            <a:lvl1pPr>
              <a:defRPr lang="de-DE" sz="3600"/>
            </a:lvl1pPr>
          </a:lstStyle>
          <a:p>
            <a:pPr rtl="0"/>
            <a:r>
              <a:rPr lang="de-DE"/>
              <a:t>Titel durch Klicken hinzufügen</a:t>
            </a:r>
          </a:p>
        </p:txBody>
      </p:sp>
      <p:sp>
        <p:nvSpPr>
          <p:cNvPr id="12" name="Bildplatzhalter 11">
            <a:extLst>
              <a:ext uri="{FF2B5EF4-FFF2-40B4-BE49-F238E27FC236}">
                <a16:creationId xmlns:a16="http://schemas.microsoft.com/office/drawing/2014/main" id="{2B92702B-E14C-886C-445A-349265F37592}"/>
              </a:ext>
            </a:extLst>
          </p:cNvPr>
          <p:cNvSpPr>
            <a:spLocks noGrp="1"/>
          </p:cNvSpPr>
          <p:nvPr>
            <p:ph type="pic" sz="quarter" idx="13"/>
          </p:nvPr>
        </p:nvSpPr>
        <p:spPr>
          <a:xfrm>
            <a:off x="915600" y="0"/>
            <a:ext cx="10361995" cy="3429000"/>
          </a:xfrm>
        </p:spPr>
        <p:txBody>
          <a:bodyPr rtlCol="0">
            <a:normAutofit/>
          </a:bodyPr>
          <a:lstStyle>
            <a:lvl1pPr marL="0" indent="0" algn="ctr">
              <a:buNone/>
              <a:defRPr lang="de-DE" sz="2000"/>
            </a:lvl1pPr>
          </a:lstStyle>
          <a:p>
            <a:pPr rtl="0"/>
            <a:r>
              <a:rPr lang="de-DE"/>
              <a:t>Klicken Sie, um ein Bild hinzuzufügen.</a:t>
            </a:r>
          </a:p>
        </p:txBody>
      </p:sp>
      <p:sp>
        <p:nvSpPr>
          <p:cNvPr id="6" name="Rechteck 5">
            <a:extLst>
              <a:ext uri="{FF2B5EF4-FFF2-40B4-BE49-F238E27FC236}">
                <a16:creationId xmlns:a16="http://schemas.microsoft.com/office/drawing/2014/main" id="{49C76C37-CBD2-36CF-1413-53DD1CB4A545}"/>
              </a:ext>
              <a:ext uri="{C183D7F6-B498-43B3-948B-1728B52AA6E4}">
                <adec:decorative xmlns:adec="http://schemas.microsoft.com/office/drawing/2017/decorative" val="1"/>
              </a:ext>
            </a:extLst>
          </p:cNvPr>
          <p:cNvSpPr/>
          <p:nvPr userDrawn="1"/>
        </p:nvSpPr>
        <p:spPr>
          <a:xfrm>
            <a:off x="0" y="594360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de-DE"/>
            </a:defPPr>
          </a:lstStyle>
          <a:p>
            <a:pPr algn="ctr" rtl="0"/>
            <a:endParaRPr lang="de-DE"/>
          </a:p>
        </p:txBody>
      </p:sp>
      <p:sp>
        <p:nvSpPr>
          <p:cNvPr id="7" name="Rechteck 6">
            <a:extLst>
              <a:ext uri="{FF2B5EF4-FFF2-40B4-BE49-F238E27FC236}">
                <a16:creationId xmlns:a16="http://schemas.microsoft.com/office/drawing/2014/main" id="{510D1AAD-E663-5B8E-CE72-64C1DBF19CE0}"/>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de-DE"/>
            </a:defPPr>
          </a:lstStyle>
          <a:p>
            <a:pPr algn="ctr" rtl="0"/>
            <a:endParaRPr lang="de-DE"/>
          </a:p>
        </p:txBody>
      </p:sp>
      <p:cxnSp>
        <p:nvCxnSpPr>
          <p:cNvPr id="8" name="Gerader Verbinder 7">
            <a:extLst>
              <a:ext uri="{FF2B5EF4-FFF2-40B4-BE49-F238E27FC236}">
                <a16:creationId xmlns:a16="http://schemas.microsoft.com/office/drawing/2014/main" id="{EC250190-89C1-EAA3-6C2A-15A60C6754F5}"/>
              </a:ext>
              <a:ext uri="{C183D7F6-B498-43B3-948B-1728B52AA6E4}">
                <adec:decorative xmlns:adec="http://schemas.microsoft.com/office/drawing/2017/decorative" val="1"/>
              </a:ext>
            </a:extLst>
          </p:cNvPr>
          <p:cNvCxnSpPr>
            <a:cxnSpLocks/>
          </p:cNvCxnSpPr>
          <p:nvPr userDrawn="1"/>
        </p:nvCxnSpPr>
        <p:spPr>
          <a:xfrm>
            <a:off x="896628" y="0"/>
            <a:ext cx="0" cy="6858000"/>
          </a:xfrm>
          <a:prstGeom prst="line">
            <a:avLst/>
          </a:prstGeom>
          <a:ln w="1905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sp>
        <p:nvSpPr>
          <p:cNvPr id="10" name="Textplatzhalter 12">
            <a:extLst>
              <a:ext uri="{FF2B5EF4-FFF2-40B4-BE49-F238E27FC236}">
                <a16:creationId xmlns:a16="http://schemas.microsoft.com/office/drawing/2014/main" id="{D179113D-0374-3934-841E-56AD5AFCF977}"/>
              </a:ext>
            </a:extLst>
          </p:cNvPr>
          <p:cNvSpPr>
            <a:spLocks noGrp="1"/>
          </p:cNvSpPr>
          <p:nvPr>
            <p:ph type="body" sz="quarter" idx="12" hasCustomPrompt="1"/>
          </p:nvPr>
        </p:nvSpPr>
        <p:spPr>
          <a:xfrm>
            <a:off x="1353828" y="5228488"/>
            <a:ext cx="9923770" cy="1368256"/>
          </a:xfrm>
          <a:prstGeom prst="rect">
            <a:avLst/>
          </a:prstGeom>
        </p:spPr>
        <p:txBody>
          <a:bodyPr rtlCol="0" anchor="t">
            <a:normAutofit/>
          </a:bodyPr>
          <a:lstStyle>
            <a:lvl1pPr marL="0" indent="0" algn="l">
              <a:lnSpc>
                <a:spcPct val="80000"/>
              </a:lnSpc>
              <a:spcBef>
                <a:spcPts val="0"/>
              </a:spcBef>
              <a:buNone/>
              <a:defRPr lang="de-DE" sz="2000" spc="0" baseline="0">
                <a:solidFill>
                  <a:schemeClr val="tx1"/>
                </a:solidFill>
                <a:latin typeface="+mn-lt"/>
              </a:defRPr>
            </a:lvl1pPr>
          </a:lstStyle>
          <a:p>
            <a:pPr lvl="0" rtl="0"/>
            <a:r>
              <a:rPr lang="de-DE"/>
              <a:t>Untertitel durch Klicken hinzufügen</a:t>
            </a:r>
          </a:p>
        </p:txBody>
      </p:sp>
    </p:spTree>
    <p:extLst>
      <p:ext uri="{BB962C8B-B14F-4D97-AF65-F5344CB8AC3E}">
        <p14:creationId xmlns:p14="http://schemas.microsoft.com/office/powerpoint/2010/main" val="1456603571"/>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Titel und Inhalt ">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7" name="Titel 6">
            <a:extLst>
              <a:ext uri="{FF2B5EF4-FFF2-40B4-BE49-F238E27FC236}">
                <a16:creationId xmlns:a16="http://schemas.microsoft.com/office/drawing/2014/main" id="{75B3424C-4925-A7F7-02CD-84526B2E22EF}"/>
              </a:ext>
            </a:extLst>
          </p:cNvPr>
          <p:cNvSpPr>
            <a:spLocks noGrp="1"/>
          </p:cNvSpPr>
          <p:nvPr>
            <p:ph type="title" hasCustomPrompt="1"/>
          </p:nvPr>
        </p:nvSpPr>
        <p:spPr>
          <a:xfrm>
            <a:off x="1468815" y="503852"/>
            <a:ext cx="9150675" cy="1427585"/>
          </a:xfrm>
        </p:spPr>
        <p:txBody>
          <a:bodyPr lIns="0" rtlCol="0">
            <a:normAutofit/>
          </a:bodyPr>
          <a:lstStyle>
            <a:lvl1pPr>
              <a:defRPr lang="de-DE" sz="3600"/>
            </a:lvl1pPr>
          </a:lstStyle>
          <a:p>
            <a:pPr rtl="0"/>
            <a:r>
              <a:rPr lang="de-DE"/>
              <a:t>Titel durch Klicken hinzufügen</a:t>
            </a:r>
          </a:p>
        </p:txBody>
      </p:sp>
      <p:sp>
        <p:nvSpPr>
          <p:cNvPr id="2" name="Inhaltsplatzhalter 7">
            <a:extLst>
              <a:ext uri="{FF2B5EF4-FFF2-40B4-BE49-F238E27FC236}">
                <a16:creationId xmlns:a16="http://schemas.microsoft.com/office/drawing/2014/main" id="{AEA3C42D-C3E7-4F13-63E2-96D7A3B21113}"/>
              </a:ext>
            </a:extLst>
          </p:cNvPr>
          <p:cNvSpPr>
            <a:spLocks noGrp="1"/>
          </p:cNvSpPr>
          <p:nvPr>
            <p:ph sz="quarter" idx="12" hasCustomPrompt="1"/>
          </p:nvPr>
        </p:nvSpPr>
        <p:spPr>
          <a:xfrm>
            <a:off x="1450153" y="2108722"/>
            <a:ext cx="8552264" cy="4119463"/>
          </a:xfrm>
        </p:spPr>
        <p:txBody>
          <a:bodyPr lIns="0" tIns="0" rIns="0" bIns="0" rtlCol="0">
            <a:normAutofit/>
          </a:bodyPr>
          <a:lstStyle>
            <a:lvl1pPr marL="228600" indent="-228600">
              <a:lnSpc>
                <a:spcPct val="100000"/>
              </a:lnSpc>
              <a:spcBef>
                <a:spcPts val="0"/>
              </a:spcBef>
              <a:spcAft>
                <a:spcPts val="1200"/>
              </a:spcAft>
              <a:buFont typeface="Arial" panose="020B0604020202020204" pitchFamily="34" charset="0"/>
              <a:buChar char="•"/>
              <a:defRPr lang="de-DE" sz="2000"/>
            </a:lvl1pPr>
            <a:lvl2pPr marL="685800" indent="-228600">
              <a:lnSpc>
                <a:spcPct val="100000"/>
              </a:lnSpc>
              <a:spcBef>
                <a:spcPts val="0"/>
              </a:spcBef>
              <a:spcAft>
                <a:spcPts val="1200"/>
              </a:spcAft>
              <a:buFont typeface="Arial" panose="020B0604020202020204" pitchFamily="34" charset="0"/>
              <a:buChar char="•"/>
              <a:defRPr lang="de-DE" sz="2000"/>
            </a:lvl2pPr>
            <a:lvl3pPr marL="1143000" indent="-228600">
              <a:spcBef>
                <a:spcPts val="0"/>
              </a:spcBef>
              <a:spcAft>
                <a:spcPts val="1200"/>
              </a:spcAft>
              <a:buFont typeface="Arial" panose="020B0604020202020204" pitchFamily="34" charset="0"/>
              <a:buChar char="•"/>
              <a:defRPr lang="de-DE" sz="2000"/>
            </a:lvl3pPr>
            <a:lvl4pPr marL="1600200" indent="-228600">
              <a:spcBef>
                <a:spcPts val="0"/>
              </a:spcBef>
              <a:spcAft>
                <a:spcPts val="1200"/>
              </a:spcAft>
              <a:buFont typeface="Arial" panose="020B0604020202020204" pitchFamily="34" charset="0"/>
              <a:buChar char="•"/>
              <a:defRPr lang="de-DE" sz="2000"/>
            </a:lvl4pPr>
            <a:lvl5pPr marL="2057400" indent="-228600">
              <a:spcBef>
                <a:spcPts val="0"/>
              </a:spcBef>
              <a:spcAft>
                <a:spcPts val="1200"/>
              </a:spcAft>
              <a:buFont typeface="Arial" panose="020B0604020202020204" pitchFamily="34" charset="0"/>
              <a:buChar char="•"/>
              <a:defRPr lang="de-DE" sz="2000"/>
            </a:lvl5pPr>
          </a:lstStyle>
          <a:p>
            <a:pPr lvl="0" rtl="0"/>
            <a:r>
              <a:rPr lang="de-DE"/>
              <a:t>Klicken, um Inhalt hinzuzufügen</a:t>
            </a:r>
          </a:p>
          <a:p>
            <a:pPr lvl="1" rtl="0"/>
            <a:r>
              <a:rPr lang="de-DE"/>
              <a:t>Zweite Ebene</a:t>
            </a:r>
          </a:p>
          <a:p>
            <a:pPr lvl="2" rtl="0"/>
            <a:r>
              <a:rPr lang="de-DE"/>
              <a:t>Dritte Ebene</a:t>
            </a:r>
          </a:p>
          <a:p>
            <a:pPr lvl="3" rtl="0"/>
            <a:r>
              <a:rPr lang="de-DE"/>
              <a:t>Vierte Ebene</a:t>
            </a:r>
          </a:p>
          <a:p>
            <a:pPr lvl="4" rtl="0"/>
            <a:r>
              <a:rPr lang="de-DE"/>
              <a:t>Fünfte Ebene</a:t>
            </a:r>
          </a:p>
        </p:txBody>
      </p:sp>
      <p:cxnSp>
        <p:nvCxnSpPr>
          <p:cNvPr id="3" name="Gerader Verbinder 2">
            <a:extLst>
              <a:ext uri="{FF2B5EF4-FFF2-40B4-BE49-F238E27FC236}">
                <a16:creationId xmlns:a16="http://schemas.microsoft.com/office/drawing/2014/main" id="{45FE61D9-DA99-9DA5-5DD2-C4118066CA63}"/>
              </a:ext>
              <a:ext uri="{C183D7F6-B498-43B3-948B-1728B52AA6E4}">
                <adec:decorative xmlns:adec="http://schemas.microsoft.com/office/drawing/2017/decorative" val="1"/>
              </a:ext>
            </a:extLst>
          </p:cNvPr>
          <p:cNvCxnSpPr>
            <a:cxnSpLocks/>
          </p:cNvCxnSpPr>
          <p:nvPr userDrawn="1"/>
        </p:nvCxnSpPr>
        <p:spPr>
          <a:xfrm>
            <a:off x="896628" y="0"/>
            <a:ext cx="0" cy="5943600"/>
          </a:xfrm>
          <a:prstGeom prst="line">
            <a:avLst/>
          </a:prstGeom>
          <a:ln w="1905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sp>
        <p:nvSpPr>
          <p:cNvPr id="8" name="Rechteck 7">
            <a:extLst>
              <a:ext uri="{FF2B5EF4-FFF2-40B4-BE49-F238E27FC236}">
                <a16:creationId xmlns:a16="http://schemas.microsoft.com/office/drawing/2014/main" id="{CE64603E-965E-E3BF-203B-F4D99428203D}"/>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de-DE"/>
            </a:defPPr>
          </a:lstStyle>
          <a:p>
            <a:pPr algn="ctr" rtl="0"/>
            <a:endParaRPr lang="de-DE"/>
          </a:p>
        </p:txBody>
      </p:sp>
      <p:sp>
        <p:nvSpPr>
          <p:cNvPr id="9" name="Foliennummernplatzhalter 5">
            <a:extLst>
              <a:ext uri="{FF2B5EF4-FFF2-40B4-BE49-F238E27FC236}">
                <a16:creationId xmlns:a16="http://schemas.microsoft.com/office/drawing/2014/main" id="{5DABAFC1-3E76-DCE6-3A6D-E0020C5BE864}"/>
              </a:ext>
            </a:extLst>
          </p:cNvPr>
          <p:cNvSpPr>
            <a:spLocks noGrp="1"/>
          </p:cNvSpPr>
          <p:nvPr>
            <p:ph type="sldNum" sz="quarter" idx="15"/>
          </p:nvPr>
        </p:nvSpPr>
        <p:spPr>
          <a:xfrm>
            <a:off x="412136" y="5943601"/>
            <a:ext cx="968983" cy="651912"/>
          </a:xfrm>
        </p:spPr>
        <p:txBody>
          <a:bodyPr rtlCol="0"/>
          <a:lstStyle>
            <a:defPPr>
              <a:defRPr lang="de-DE"/>
            </a:defPPr>
          </a:lstStyle>
          <a:p>
            <a:pPr rtl="0"/>
            <a:fld id="{18D65601-5AE2-46FC-B138-694DDD2B510D}" type="slidenum">
              <a:rPr lang="de-DE" smtClean="0"/>
              <a:pPr rtl="0"/>
              <a:t>‹#›</a:t>
            </a:fld>
            <a:endParaRPr lang="de-DE"/>
          </a:p>
        </p:txBody>
      </p:sp>
    </p:spTree>
    <p:extLst>
      <p:ext uri="{BB962C8B-B14F-4D97-AF65-F5344CB8AC3E}">
        <p14:creationId xmlns:p14="http://schemas.microsoft.com/office/powerpoint/2010/main" val="2226948834"/>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Abschnittstitel">
    <p:bg>
      <p:bgPr>
        <a:solidFill>
          <a:schemeClr val="accent6"/>
        </a:solidFill>
        <a:effectLst/>
      </p:bgPr>
    </p:bg>
    <p:spTree>
      <p:nvGrpSpPr>
        <p:cNvPr id="1" name=""/>
        <p:cNvGrpSpPr/>
        <p:nvPr/>
      </p:nvGrpSpPr>
      <p:grpSpPr>
        <a:xfrm>
          <a:off x="0" y="0"/>
          <a:ext cx="0" cy="0"/>
          <a:chOff x="0" y="0"/>
          <a:chExt cx="0" cy="0"/>
        </a:xfrm>
      </p:grpSpPr>
      <p:sp>
        <p:nvSpPr>
          <p:cNvPr id="8" name="Titel 7">
            <a:extLst>
              <a:ext uri="{FF2B5EF4-FFF2-40B4-BE49-F238E27FC236}">
                <a16:creationId xmlns:a16="http://schemas.microsoft.com/office/drawing/2014/main" id="{507175C5-CB2F-2BAC-3704-54DCD1BF043F}"/>
              </a:ext>
            </a:extLst>
          </p:cNvPr>
          <p:cNvSpPr>
            <a:spLocks noGrp="1"/>
          </p:cNvSpPr>
          <p:nvPr>
            <p:ph type="title" hasCustomPrompt="1"/>
          </p:nvPr>
        </p:nvSpPr>
        <p:spPr>
          <a:xfrm>
            <a:off x="1038031" y="1068169"/>
            <a:ext cx="10115939" cy="2681549"/>
          </a:xfrm>
        </p:spPr>
        <p:txBody>
          <a:bodyPr rtlCol="0" anchor="b"/>
          <a:lstStyle>
            <a:lvl1pPr algn="ctr">
              <a:defRPr lang="de-DE">
                <a:solidFill>
                  <a:schemeClr val="bg1"/>
                </a:solidFill>
              </a:defRPr>
            </a:lvl1pPr>
          </a:lstStyle>
          <a:p>
            <a:pPr rtl="0"/>
            <a:r>
              <a:rPr lang="de-DE"/>
              <a:t>Titel durch Klicken hinzufügen</a:t>
            </a:r>
          </a:p>
        </p:txBody>
      </p:sp>
      <p:sp>
        <p:nvSpPr>
          <p:cNvPr id="5" name="Rechteck 4">
            <a:extLst>
              <a:ext uri="{FF2B5EF4-FFF2-40B4-BE49-F238E27FC236}">
                <a16:creationId xmlns:a16="http://schemas.microsoft.com/office/drawing/2014/main" id="{3901905E-33E7-852F-94E3-8E100B3D1E4A}"/>
              </a:ext>
              <a:ext uri="{C183D7F6-B498-43B3-948B-1728B52AA6E4}">
                <adec:decorative xmlns:adec="http://schemas.microsoft.com/office/drawing/2017/decorative" val="1"/>
              </a:ext>
            </a:extLst>
          </p:cNvPr>
          <p:cNvSpPr/>
          <p:nvPr userDrawn="1"/>
        </p:nvSpPr>
        <p:spPr>
          <a:xfrm>
            <a:off x="914400" y="914400"/>
            <a:ext cx="10363200" cy="5029200"/>
          </a:xfrm>
          <a:prstGeom prst="rect">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de-DE"/>
            </a:defPPr>
          </a:lstStyle>
          <a:p>
            <a:pPr algn="ctr" rtl="0"/>
            <a:endParaRPr lang="de-DE"/>
          </a:p>
        </p:txBody>
      </p:sp>
      <p:sp>
        <p:nvSpPr>
          <p:cNvPr id="6" name="Rechteck 5">
            <a:extLst>
              <a:ext uri="{FF2B5EF4-FFF2-40B4-BE49-F238E27FC236}">
                <a16:creationId xmlns:a16="http://schemas.microsoft.com/office/drawing/2014/main" id="{1B7799F7-CBB1-9649-7D06-F7EEFD4F0183}"/>
              </a:ext>
              <a:ext uri="{C183D7F6-B498-43B3-948B-1728B52AA6E4}">
                <adec:decorative xmlns:adec="http://schemas.microsoft.com/office/drawing/2017/decorative" val="1"/>
              </a:ext>
            </a:extLst>
          </p:cNvPr>
          <p:cNvSpPr/>
          <p:nvPr userDrawn="1"/>
        </p:nvSpPr>
        <p:spPr>
          <a:xfrm>
            <a:off x="0" y="5943600"/>
            <a:ext cx="914400" cy="91440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de-DE"/>
            </a:defPPr>
          </a:lstStyle>
          <a:p>
            <a:pPr algn="ctr" rtl="0"/>
            <a:endParaRPr lang="de-DE"/>
          </a:p>
        </p:txBody>
      </p:sp>
      <p:sp>
        <p:nvSpPr>
          <p:cNvPr id="7" name="Rechteck 6">
            <a:extLst>
              <a:ext uri="{FF2B5EF4-FFF2-40B4-BE49-F238E27FC236}">
                <a16:creationId xmlns:a16="http://schemas.microsoft.com/office/drawing/2014/main" id="{B1AFC5CA-DB29-4B8C-C004-72E4EC761C3B}"/>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de-DE"/>
            </a:defPPr>
          </a:lstStyle>
          <a:p>
            <a:pPr algn="ctr" rtl="0"/>
            <a:endParaRPr lang="de-DE"/>
          </a:p>
        </p:txBody>
      </p:sp>
      <p:sp>
        <p:nvSpPr>
          <p:cNvPr id="9" name="Textplatzhalter 12">
            <a:extLst>
              <a:ext uri="{FF2B5EF4-FFF2-40B4-BE49-F238E27FC236}">
                <a16:creationId xmlns:a16="http://schemas.microsoft.com/office/drawing/2014/main" id="{E3CB2D2A-7172-87CE-D493-DAF52D62EBFC}"/>
              </a:ext>
            </a:extLst>
          </p:cNvPr>
          <p:cNvSpPr>
            <a:spLocks noGrp="1"/>
          </p:cNvSpPr>
          <p:nvPr>
            <p:ph type="body" sz="quarter" idx="12" hasCustomPrompt="1"/>
          </p:nvPr>
        </p:nvSpPr>
        <p:spPr>
          <a:xfrm>
            <a:off x="1038031" y="4027047"/>
            <a:ext cx="10115939" cy="1762783"/>
          </a:xfrm>
          <a:prstGeom prst="rect">
            <a:avLst/>
          </a:prstGeom>
        </p:spPr>
        <p:txBody>
          <a:bodyPr rtlCol="0" anchor="t">
            <a:normAutofit/>
          </a:bodyPr>
          <a:lstStyle>
            <a:lvl1pPr marL="0" indent="0" algn="ctr">
              <a:lnSpc>
                <a:spcPct val="80000"/>
              </a:lnSpc>
              <a:spcBef>
                <a:spcPts val="0"/>
              </a:spcBef>
              <a:buNone/>
              <a:defRPr lang="de-DE" sz="2000" spc="0" baseline="0">
                <a:solidFill>
                  <a:schemeClr val="bg1"/>
                </a:solidFill>
                <a:latin typeface="+mn-lt"/>
              </a:defRPr>
            </a:lvl1pPr>
          </a:lstStyle>
          <a:p>
            <a:pPr lvl="0" rtl="0"/>
            <a:r>
              <a:rPr lang="de-DE"/>
              <a:t>Untertitel durch Klicken hinzufügen</a:t>
            </a:r>
          </a:p>
        </p:txBody>
      </p:sp>
    </p:spTree>
    <p:extLst>
      <p:ext uri="{BB962C8B-B14F-4D97-AF65-F5344CB8AC3E}">
        <p14:creationId xmlns:p14="http://schemas.microsoft.com/office/powerpoint/2010/main" val="3226690622"/>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Titel und 2 Inhalte ">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7" name="Titel 6">
            <a:extLst>
              <a:ext uri="{FF2B5EF4-FFF2-40B4-BE49-F238E27FC236}">
                <a16:creationId xmlns:a16="http://schemas.microsoft.com/office/drawing/2014/main" id="{75B3424C-4925-A7F7-02CD-84526B2E22EF}"/>
              </a:ext>
            </a:extLst>
          </p:cNvPr>
          <p:cNvSpPr>
            <a:spLocks noGrp="1"/>
          </p:cNvSpPr>
          <p:nvPr>
            <p:ph type="title" hasCustomPrompt="1"/>
          </p:nvPr>
        </p:nvSpPr>
        <p:spPr>
          <a:xfrm>
            <a:off x="1468814" y="503852"/>
            <a:ext cx="9808773" cy="1427585"/>
          </a:xfrm>
        </p:spPr>
        <p:txBody>
          <a:bodyPr lIns="0" rtlCol="0">
            <a:normAutofit/>
          </a:bodyPr>
          <a:lstStyle>
            <a:lvl1pPr>
              <a:defRPr lang="de-DE" sz="3600"/>
            </a:lvl1pPr>
          </a:lstStyle>
          <a:p>
            <a:pPr rtl="0"/>
            <a:r>
              <a:rPr lang="de-DE"/>
              <a:t>Titel durch Klicken hinzufügen</a:t>
            </a:r>
          </a:p>
        </p:txBody>
      </p:sp>
      <p:sp>
        <p:nvSpPr>
          <p:cNvPr id="2" name="Inhaltsplatzhalter 7">
            <a:extLst>
              <a:ext uri="{FF2B5EF4-FFF2-40B4-BE49-F238E27FC236}">
                <a16:creationId xmlns:a16="http://schemas.microsoft.com/office/drawing/2014/main" id="{AEA3C42D-C3E7-4F13-63E2-96D7A3B21113}"/>
              </a:ext>
            </a:extLst>
          </p:cNvPr>
          <p:cNvSpPr>
            <a:spLocks noGrp="1"/>
          </p:cNvSpPr>
          <p:nvPr>
            <p:ph sz="quarter" idx="12" hasCustomPrompt="1"/>
          </p:nvPr>
        </p:nvSpPr>
        <p:spPr>
          <a:xfrm>
            <a:off x="1468814" y="2057401"/>
            <a:ext cx="4627186" cy="4119463"/>
          </a:xfrm>
        </p:spPr>
        <p:txBody>
          <a:bodyPr lIns="0" rtlCol="0">
            <a:normAutofit/>
          </a:bodyPr>
          <a:lstStyle>
            <a:lvl1pPr marL="0" indent="0">
              <a:lnSpc>
                <a:spcPct val="100000"/>
              </a:lnSpc>
              <a:spcBef>
                <a:spcPts val="1000"/>
              </a:spcBef>
              <a:spcAft>
                <a:spcPts val="1200"/>
              </a:spcAft>
              <a:buNone/>
              <a:defRPr lang="de-DE" sz="2000"/>
            </a:lvl1pPr>
            <a:lvl2pPr marL="228600" indent="-228600">
              <a:lnSpc>
                <a:spcPct val="100000"/>
              </a:lnSpc>
              <a:spcBef>
                <a:spcPts val="0"/>
              </a:spcBef>
              <a:spcAft>
                <a:spcPts val="1200"/>
              </a:spcAft>
              <a:buFont typeface="Arial" panose="020B0604020202020204" pitchFamily="34" charset="0"/>
              <a:buChar char="•"/>
              <a:defRPr lang="de-DE" sz="2000"/>
            </a:lvl2pPr>
            <a:lvl3pPr marL="685800" indent="-228600">
              <a:spcBef>
                <a:spcPts val="1000"/>
              </a:spcBef>
              <a:spcAft>
                <a:spcPts val="1200"/>
              </a:spcAft>
              <a:buFont typeface="Arial" panose="020B0604020202020204" pitchFamily="34" charset="0"/>
              <a:buChar char="•"/>
              <a:defRPr lang="de-DE" sz="2000"/>
            </a:lvl3pPr>
            <a:lvl4pPr marL="1143000" indent="-228600">
              <a:spcBef>
                <a:spcPts val="1000"/>
              </a:spcBef>
              <a:spcAft>
                <a:spcPts val="1200"/>
              </a:spcAft>
              <a:buFont typeface="Arial" panose="020B0604020202020204" pitchFamily="34" charset="0"/>
              <a:buChar char="•"/>
              <a:defRPr lang="de-DE" sz="2000"/>
            </a:lvl4pPr>
            <a:lvl5pPr marL="1600200" indent="-228600">
              <a:spcBef>
                <a:spcPts val="1000"/>
              </a:spcBef>
              <a:spcAft>
                <a:spcPts val="1200"/>
              </a:spcAft>
              <a:buFont typeface="Arial" panose="020B0604020202020204" pitchFamily="34" charset="0"/>
              <a:buChar char="•"/>
              <a:defRPr lang="de-DE" sz="2000"/>
            </a:lvl5pPr>
          </a:lstStyle>
          <a:p>
            <a:pPr lvl="0" rtl="0"/>
            <a:r>
              <a:rPr lang="de-DE"/>
              <a:t>Klicken, um Inhalt hinzuzufügen</a:t>
            </a:r>
          </a:p>
          <a:p>
            <a:pPr lvl="1" rtl="0"/>
            <a:r>
              <a:rPr lang="de-DE"/>
              <a:t>Zweite Ebene</a:t>
            </a:r>
          </a:p>
          <a:p>
            <a:pPr lvl="2" rtl="0"/>
            <a:r>
              <a:rPr lang="de-DE"/>
              <a:t>Dritte Ebene</a:t>
            </a:r>
          </a:p>
          <a:p>
            <a:pPr lvl="3" rtl="0"/>
            <a:r>
              <a:rPr lang="de-DE"/>
              <a:t>Vierte Ebene</a:t>
            </a:r>
          </a:p>
          <a:p>
            <a:pPr lvl="4" rtl="0"/>
            <a:r>
              <a:rPr lang="de-DE"/>
              <a:t>Fünfte Ebene</a:t>
            </a:r>
          </a:p>
        </p:txBody>
      </p:sp>
      <p:sp>
        <p:nvSpPr>
          <p:cNvPr id="12" name="Inhaltsplatzhalter 7">
            <a:extLst>
              <a:ext uri="{FF2B5EF4-FFF2-40B4-BE49-F238E27FC236}">
                <a16:creationId xmlns:a16="http://schemas.microsoft.com/office/drawing/2014/main" id="{617CE1C3-9892-2E23-986F-80ABB41823D6}"/>
              </a:ext>
            </a:extLst>
          </p:cNvPr>
          <p:cNvSpPr>
            <a:spLocks noGrp="1"/>
          </p:cNvSpPr>
          <p:nvPr>
            <p:ph sz="quarter" idx="11" hasCustomPrompt="1"/>
          </p:nvPr>
        </p:nvSpPr>
        <p:spPr>
          <a:xfrm>
            <a:off x="6668185" y="2057401"/>
            <a:ext cx="4609399" cy="4119463"/>
          </a:xfrm>
        </p:spPr>
        <p:txBody>
          <a:bodyPr lIns="0" rtlCol="0">
            <a:normAutofit/>
          </a:bodyPr>
          <a:lstStyle>
            <a:lvl1pPr marL="0" indent="0">
              <a:lnSpc>
                <a:spcPct val="100000"/>
              </a:lnSpc>
              <a:spcBef>
                <a:spcPts val="1000"/>
              </a:spcBef>
              <a:spcAft>
                <a:spcPts val="1200"/>
              </a:spcAft>
              <a:buNone/>
              <a:defRPr lang="de-DE" sz="2000"/>
            </a:lvl1pPr>
            <a:lvl2pPr marL="228600" indent="-228600">
              <a:lnSpc>
                <a:spcPct val="100000"/>
              </a:lnSpc>
              <a:spcBef>
                <a:spcPts val="1000"/>
              </a:spcBef>
              <a:spcAft>
                <a:spcPts val="1200"/>
              </a:spcAft>
              <a:buFont typeface="Arial" panose="020B0604020202020204" pitchFamily="34" charset="0"/>
              <a:buChar char="•"/>
              <a:defRPr lang="de-DE" sz="2000"/>
            </a:lvl2pPr>
            <a:lvl3pPr marL="685800" indent="-228600">
              <a:spcBef>
                <a:spcPts val="1000"/>
              </a:spcBef>
              <a:spcAft>
                <a:spcPts val="1200"/>
              </a:spcAft>
              <a:buFont typeface="Arial" panose="020B0604020202020204" pitchFamily="34" charset="0"/>
              <a:buChar char="•"/>
              <a:defRPr lang="de-DE" sz="2000"/>
            </a:lvl3pPr>
            <a:lvl4pPr marL="1143000" indent="-228600">
              <a:spcBef>
                <a:spcPts val="1000"/>
              </a:spcBef>
              <a:spcAft>
                <a:spcPts val="1200"/>
              </a:spcAft>
              <a:buFont typeface="Arial" panose="020B0604020202020204" pitchFamily="34" charset="0"/>
              <a:buChar char="•"/>
              <a:defRPr lang="de-DE" sz="2000"/>
            </a:lvl4pPr>
            <a:lvl5pPr marL="1600200" indent="-228600">
              <a:spcBef>
                <a:spcPts val="1000"/>
              </a:spcBef>
              <a:spcAft>
                <a:spcPts val="1200"/>
              </a:spcAft>
              <a:buFont typeface="Arial" panose="020B0604020202020204" pitchFamily="34" charset="0"/>
              <a:buChar char="•"/>
              <a:defRPr lang="de-DE" sz="2000"/>
            </a:lvl5pPr>
          </a:lstStyle>
          <a:p>
            <a:pPr lvl="0" rtl="0"/>
            <a:r>
              <a:rPr lang="de-DE"/>
              <a:t>Klicken, um Inhalt hinzuzufügen</a:t>
            </a:r>
          </a:p>
          <a:p>
            <a:pPr lvl="1" rtl="0"/>
            <a:r>
              <a:rPr lang="de-DE"/>
              <a:t>Zweite Ebene</a:t>
            </a:r>
          </a:p>
          <a:p>
            <a:pPr lvl="2" rtl="0"/>
            <a:r>
              <a:rPr lang="de-DE"/>
              <a:t>Dritte Ebene</a:t>
            </a:r>
          </a:p>
          <a:p>
            <a:pPr lvl="3" rtl="0"/>
            <a:r>
              <a:rPr lang="de-DE"/>
              <a:t>Vierte Ebene</a:t>
            </a:r>
          </a:p>
          <a:p>
            <a:pPr lvl="4" rtl="0"/>
            <a:r>
              <a:rPr lang="de-DE"/>
              <a:t>Fünfte Ebene</a:t>
            </a:r>
          </a:p>
        </p:txBody>
      </p:sp>
      <p:sp>
        <p:nvSpPr>
          <p:cNvPr id="5" name="Rechteck 4">
            <a:extLst>
              <a:ext uri="{FF2B5EF4-FFF2-40B4-BE49-F238E27FC236}">
                <a16:creationId xmlns:a16="http://schemas.microsoft.com/office/drawing/2014/main" id="{94389812-0415-9025-AB21-4503F7DF3AB5}"/>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de-DE"/>
            </a:defPPr>
          </a:lstStyle>
          <a:p>
            <a:pPr algn="ctr" rtl="0"/>
            <a:endParaRPr lang="de-DE"/>
          </a:p>
        </p:txBody>
      </p:sp>
      <p:cxnSp>
        <p:nvCxnSpPr>
          <p:cNvPr id="6" name="Gerader Verbinder 5">
            <a:extLst>
              <a:ext uri="{FF2B5EF4-FFF2-40B4-BE49-F238E27FC236}">
                <a16:creationId xmlns:a16="http://schemas.microsoft.com/office/drawing/2014/main" id="{6459A5A0-86AD-344B-A0E4-6C55958151EE}"/>
              </a:ext>
              <a:ext uri="{C183D7F6-B498-43B3-948B-1728B52AA6E4}">
                <adec:decorative xmlns:adec="http://schemas.microsoft.com/office/drawing/2017/decorative" val="1"/>
              </a:ext>
            </a:extLst>
          </p:cNvPr>
          <p:cNvCxnSpPr>
            <a:cxnSpLocks/>
          </p:cNvCxnSpPr>
          <p:nvPr userDrawn="1"/>
        </p:nvCxnSpPr>
        <p:spPr>
          <a:xfrm>
            <a:off x="896628" y="0"/>
            <a:ext cx="0" cy="5943600"/>
          </a:xfrm>
          <a:prstGeom prst="line">
            <a:avLst/>
          </a:prstGeom>
          <a:ln w="19050">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3" name="Foliennummernplatzhalter 5">
            <a:extLst>
              <a:ext uri="{FF2B5EF4-FFF2-40B4-BE49-F238E27FC236}">
                <a16:creationId xmlns:a16="http://schemas.microsoft.com/office/drawing/2014/main" id="{1D40DF0B-6602-19D4-3110-4659C28780D5}"/>
              </a:ext>
            </a:extLst>
          </p:cNvPr>
          <p:cNvSpPr>
            <a:spLocks noGrp="1"/>
          </p:cNvSpPr>
          <p:nvPr>
            <p:ph type="sldNum" sz="quarter" idx="15"/>
          </p:nvPr>
        </p:nvSpPr>
        <p:spPr>
          <a:xfrm>
            <a:off x="412136" y="5943601"/>
            <a:ext cx="968983" cy="651912"/>
          </a:xfrm>
        </p:spPr>
        <p:txBody>
          <a:bodyPr rtlCol="0"/>
          <a:lstStyle>
            <a:defPPr>
              <a:defRPr lang="de-DE"/>
            </a:defPPr>
          </a:lstStyle>
          <a:p>
            <a:pPr rtl="0"/>
            <a:fld id="{18D65601-5AE2-46FC-B138-694DDD2B510D}" type="slidenum">
              <a:rPr lang="de-DE" smtClean="0"/>
              <a:pPr rtl="0"/>
              <a:t>‹#›</a:t>
            </a:fld>
            <a:endParaRPr lang="de-DE"/>
          </a:p>
        </p:txBody>
      </p:sp>
    </p:spTree>
    <p:extLst>
      <p:ext uri="{BB962C8B-B14F-4D97-AF65-F5344CB8AC3E}">
        <p14:creationId xmlns:p14="http://schemas.microsoft.com/office/powerpoint/2010/main" val="3371369428"/>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Titel und 2 Inhalte 3">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7" name="Titel 6">
            <a:extLst>
              <a:ext uri="{FF2B5EF4-FFF2-40B4-BE49-F238E27FC236}">
                <a16:creationId xmlns:a16="http://schemas.microsoft.com/office/drawing/2014/main" id="{75B3424C-4925-A7F7-02CD-84526B2E22EF}"/>
              </a:ext>
            </a:extLst>
          </p:cNvPr>
          <p:cNvSpPr>
            <a:spLocks noGrp="1"/>
          </p:cNvSpPr>
          <p:nvPr>
            <p:ph type="title" hasCustomPrompt="1"/>
          </p:nvPr>
        </p:nvSpPr>
        <p:spPr>
          <a:xfrm>
            <a:off x="1468814" y="503852"/>
            <a:ext cx="9808773" cy="1427585"/>
          </a:xfrm>
        </p:spPr>
        <p:txBody>
          <a:bodyPr lIns="0" rtlCol="0">
            <a:normAutofit/>
          </a:bodyPr>
          <a:lstStyle>
            <a:lvl1pPr>
              <a:defRPr lang="de-DE" sz="3600"/>
            </a:lvl1pPr>
          </a:lstStyle>
          <a:p>
            <a:pPr rtl="0"/>
            <a:r>
              <a:rPr lang="de-DE"/>
              <a:t>Titel durch Klicken hinzufügen</a:t>
            </a:r>
          </a:p>
        </p:txBody>
      </p:sp>
      <p:sp>
        <p:nvSpPr>
          <p:cNvPr id="4" name="Inhaltsplatzhalter 7">
            <a:extLst>
              <a:ext uri="{FF2B5EF4-FFF2-40B4-BE49-F238E27FC236}">
                <a16:creationId xmlns:a16="http://schemas.microsoft.com/office/drawing/2014/main" id="{C355854D-70C0-E6E1-2A0C-284D00A21AEC}"/>
              </a:ext>
            </a:extLst>
          </p:cNvPr>
          <p:cNvSpPr>
            <a:spLocks noGrp="1"/>
          </p:cNvSpPr>
          <p:nvPr>
            <p:ph sz="quarter" idx="12" hasCustomPrompt="1"/>
          </p:nvPr>
        </p:nvSpPr>
        <p:spPr>
          <a:xfrm>
            <a:off x="1468815" y="2057401"/>
            <a:ext cx="3068678" cy="4119463"/>
          </a:xfrm>
        </p:spPr>
        <p:txBody>
          <a:bodyPr lIns="0" rtlCol="0">
            <a:normAutofit/>
          </a:bodyPr>
          <a:lstStyle>
            <a:lvl1pPr marL="320040" indent="-320040">
              <a:lnSpc>
                <a:spcPct val="100000"/>
              </a:lnSpc>
              <a:spcBef>
                <a:spcPts val="0"/>
              </a:spcBef>
              <a:spcAft>
                <a:spcPts val="1200"/>
              </a:spcAft>
              <a:buFont typeface="+mj-lt"/>
              <a:buAutoNum type="arabicPeriod"/>
              <a:defRPr lang="de-DE" sz="2000"/>
            </a:lvl1pPr>
            <a:lvl2pPr marL="457200" indent="-320040">
              <a:lnSpc>
                <a:spcPct val="100000"/>
              </a:lnSpc>
              <a:spcBef>
                <a:spcPts val="1000"/>
              </a:spcBef>
              <a:spcAft>
                <a:spcPts val="1200"/>
              </a:spcAft>
              <a:buFont typeface="+mj-lt"/>
              <a:buAutoNum type="alphaLcPeriod"/>
              <a:defRPr lang="de-DE" sz="2000"/>
            </a:lvl2pPr>
            <a:lvl3pPr marL="914400" indent="-320040">
              <a:spcBef>
                <a:spcPts val="1000"/>
              </a:spcBef>
              <a:spcAft>
                <a:spcPts val="1200"/>
              </a:spcAft>
              <a:buFont typeface="+mj-lt"/>
              <a:buAutoNum type="arabicParenR"/>
              <a:defRPr lang="de-DE" sz="2000"/>
            </a:lvl3pPr>
            <a:lvl4pPr marL="1371600" indent="-320040">
              <a:spcBef>
                <a:spcPts val="1000"/>
              </a:spcBef>
              <a:spcAft>
                <a:spcPts val="1200"/>
              </a:spcAft>
              <a:buFont typeface="+mj-lt"/>
              <a:buAutoNum type="alphaLcParenR"/>
              <a:defRPr lang="de-DE" sz="2000"/>
            </a:lvl4pPr>
            <a:lvl5pPr marL="1828800" indent="-320040">
              <a:spcBef>
                <a:spcPts val="1000"/>
              </a:spcBef>
              <a:spcAft>
                <a:spcPts val="1200"/>
              </a:spcAft>
              <a:buFont typeface="+mj-lt"/>
              <a:buAutoNum type="romanLcPeriod"/>
              <a:defRPr lang="de-DE" sz="2000"/>
            </a:lvl5pPr>
          </a:lstStyle>
          <a:p>
            <a:pPr lvl="0" rtl="0"/>
            <a:r>
              <a:rPr lang="de-DE"/>
              <a:t>Klicken, um Inhalt hinzuzufügen</a:t>
            </a:r>
          </a:p>
          <a:p>
            <a:pPr lvl="1" rtl="0"/>
            <a:r>
              <a:rPr lang="de-DE"/>
              <a:t>Zweite Ebene</a:t>
            </a:r>
          </a:p>
          <a:p>
            <a:pPr lvl="2" rtl="0"/>
            <a:r>
              <a:rPr lang="de-DE"/>
              <a:t>Dritte Ebene</a:t>
            </a:r>
          </a:p>
          <a:p>
            <a:pPr lvl="3" rtl="0"/>
            <a:r>
              <a:rPr lang="de-DE"/>
              <a:t>Vierte Ebene</a:t>
            </a:r>
          </a:p>
          <a:p>
            <a:pPr lvl="4" rtl="0"/>
            <a:r>
              <a:rPr lang="de-DE"/>
              <a:t>Fünfte Ebene</a:t>
            </a:r>
          </a:p>
        </p:txBody>
      </p:sp>
      <p:sp>
        <p:nvSpPr>
          <p:cNvPr id="12" name="Inhaltsplatzhalter 7">
            <a:extLst>
              <a:ext uri="{FF2B5EF4-FFF2-40B4-BE49-F238E27FC236}">
                <a16:creationId xmlns:a16="http://schemas.microsoft.com/office/drawing/2014/main" id="{617CE1C3-9892-2E23-986F-80ABB41823D6}"/>
              </a:ext>
            </a:extLst>
          </p:cNvPr>
          <p:cNvSpPr>
            <a:spLocks noGrp="1"/>
          </p:cNvSpPr>
          <p:nvPr>
            <p:ph sz="quarter" idx="11" hasCustomPrompt="1"/>
          </p:nvPr>
        </p:nvSpPr>
        <p:spPr>
          <a:xfrm>
            <a:off x="5191727" y="2057401"/>
            <a:ext cx="6085857" cy="4119463"/>
          </a:xfrm>
        </p:spPr>
        <p:txBody>
          <a:bodyPr lIns="0" rtlCol="0">
            <a:normAutofit/>
          </a:bodyPr>
          <a:lstStyle>
            <a:lvl1pPr marL="0" indent="0">
              <a:lnSpc>
                <a:spcPct val="100000"/>
              </a:lnSpc>
              <a:spcBef>
                <a:spcPts val="1000"/>
              </a:spcBef>
              <a:spcAft>
                <a:spcPts val="1200"/>
              </a:spcAft>
              <a:buNone/>
              <a:defRPr lang="de-DE" sz="2000"/>
            </a:lvl1pPr>
            <a:lvl2pPr marL="228600" indent="-228600">
              <a:lnSpc>
                <a:spcPct val="100000"/>
              </a:lnSpc>
              <a:spcBef>
                <a:spcPts val="1000"/>
              </a:spcBef>
              <a:spcAft>
                <a:spcPts val="1200"/>
              </a:spcAft>
              <a:buFont typeface="Arial" panose="020B0604020202020204" pitchFamily="34" charset="0"/>
              <a:buChar char="•"/>
              <a:defRPr lang="de-DE" sz="2000"/>
            </a:lvl2pPr>
            <a:lvl3pPr marL="685800" indent="-228600">
              <a:spcBef>
                <a:spcPts val="1000"/>
              </a:spcBef>
              <a:spcAft>
                <a:spcPts val="1200"/>
              </a:spcAft>
              <a:buFont typeface="Arial" panose="020B0604020202020204" pitchFamily="34" charset="0"/>
              <a:buChar char="•"/>
              <a:defRPr lang="de-DE" sz="2000"/>
            </a:lvl3pPr>
            <a:lvl4pPr marL="1143000" indent="-228600">
              <a:spcBef>
                <a:spcPts val="1000"/>
              </a:spcBef>
              <a:spcAft>
                <a:spcPts val="1200"/>
              </a:spcAft>
              <a:buFont typeface="Arial" panose="020B0604020202020204" pitchFamily="34" charset="0"/>
              <a:buChar char="•"/>
              <a:defRPr lang="de-DE" sz="2000"/>
            </a:lvl4pPr>
            <a:lvl5pPr marL="1600200" indent="-228600">
              <a:spcBef>
                <a:spcPts val="1000"/>
              </a:spcBef>
              <a:spcAft>
                <a:spcPts val="1200"/>
              </a:spcAft>
              <a:buFont typeface="Arial" panose="020B0604020202020204" pitchFamily="34" charset="0"/>
              <a:buChar char="•"/>
              <a:defRPr lang="de-DE" sz="2000"/>
            </a:lvl5pPr>
          </a:lstStyle>
          <a:p>
            <a:pPr lvl="0" rtl="0"/>
            <a:r>
              <a:rPr lang="de-DE"/>
              <a:t>Klicken, um Inhalt hinzuzufügen</a:t>
            </a:r>
          </a:p>
          <a:p>
            <a:pPr lvl="1" rtl="0"/>
            <a:r>
              <a:rPr lang="de-DE"/>
              <a:t>Zweite Ebene</a:t>
            </a:r>
          </a:p>
          <a:p>
            <a:pPr lvl="2" rtl="0"/>
            <a:r>
              <a:rPr lang="de-DE"/>
              <a:t>Dritte Ebene</a:t>
            </a:r>
          </a:p>
          <a:p>
            <a:pPr lvl="3" rtl="0"/>
            <a:r>
              <a:rPr lang="de-DE"/>
              <a:t>Vierte Ebene</a:t>
            </a:r>
          </a:p>
          <a:p>
            <a:pPr lvl="4" rtl="0"/>
            <a:r>
              <a:rPr lang="de-DE"/>
              <a:t>Fünfte Ebene</a:t>
            </a:r>
          </a:p>
        </p:txBody>
      </p:sp>
      <p:sp>
        <p:nvSpPr>
          <p:cNvPr id="5" name="Rechteck 4">
            <a:extLst>
              <a:ext uri="{FF2B5EF4-FFF2-40B4-BE49-F238E27FC236}">
                <a16:creationId xmlns:a16="http://schemas.microsoft.com/office/drawing/2014/main" id="{94389812-0415-9025-AB21-4503F7DF3AB5}"/>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de-DE"/>
            </a:defPPr>
          </a:lstStyle>
          <a:p>
            <a:pPr algn="ctr" rtl="0"/>
            <a:endParaRPr lang="de-DE"/>
          </a:p>
        </p:txBody>
      </p:sp>
      <p:cxnSp>
        <p:nvCxnSpPr>
          <p:cNvPr id="6" name="Gerader Verbinder 5">
            <a:extLst>
              <a:ext uri="{FF2B5EF4-FFF2-40B4-BE49-F238E27FC236}">
                <a16:creationId xmlns:a16="http://schemas.microsoft.com/office/drawing/2014/main" id="{6459A5A0-86AD-344B-A0E4-6C55958151EE}"/>
              </a:ext>
              <a:ext uri="{C183D7F6-B498-43B3-948B-1728B52AA6E4}">
                <adec:decorative xmlns:adec="http://schemas.microsoft.com/office/drawing/2017/decorative" val="1"/>
              </a:ext>
            </a:extLst>
          </p:cNvPr>
          <p:cNvCxnSpPr>
            <a:cxnSpLocks/>
          </p:cNvCxnSpPr>
          <p:nvPr userDrawn="1"/>
        </p:nvCxnSpPr>
        <p:spPr>
          <a:xfrm>
            <a:off x="896628" y="0"/>
            <a:ext cx="0" cy="5943600"/>
          </a:xfrm>
          <a:prstGeom prst="line">
            <a:avLst/>
          </a:prstGeom>
          <a:ln w="19050">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3" name="Foliennummernplatzhalter 5">
            <a:extLst>
              <a:ext uri="{FF2B5EF4-FFF2-40B4-BE49-F238E27FC236}">
                <a16:creationId xmlns:a16="http://schemas.microsoft.com/office/drawing/2014/main" id="{D7B331F9-6D4A-5020-969F-E961AF374E19}"/>
              </a:ext>
            </a:extLst>
          </p:cNvPr>
          <p:cNvSpPr>
            <a:spLocks noGrp="1"/>
          </p:cNvSpPr>
          <p:nvPr>
            <p:ph type="sldNum" sz="quarter" idx="15"/>
          </p:nvPr>
        </p:nvSpPr>
        <p:spPr>
          <a:xfrm>
            <a:off x="412136" y="5943601"/>
            <a:ext cx="968983" cy="651912"/>
          </a:xfrm>
        </p:spPr>
        <p:txBody>
          <a:bodyPr rtlCol="0"/>
          <a:lstStyle>
            <a:defPPr>
              <a:defRPr lang="de-DE"/>
            </a:defPPr>
          </a:lstStyle>
          <a:p>
            <a:pPr rtl="0"/>
            <a:fld id="{18D65601-5AE2-46FC-B138-694DDD2B510D}" type="slidenum">
              <a:rPr lang="de-DE" smtClean="0"/>
              <a:pPr rtl="0"/>
              <a:t>‹#›</a:t>
            </a:fld>
            <a:endParaRPr lang="de-DE"/>
          </a:p>
        </p:txBody>
      </p:sp>
    </p:spTree>
    <p:extLst>
      <p:ext uri="{BB962C8B-B14F-4D97-AF65-F5344CB8AC3E}">
        <p14:creationId xmlns:p14="http://schemas.microsoft.com/office/powerpoint/2010/main" val="3207839005"/>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Titelbild und Inhalt">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7" name="Titel 6">
            <a:extLst>
              <a:ext uri="{FF2B5EF4-FFF2-40B4-BE49-F238E27FC236}">
                <a16:creationId xmlns:a16="http://schemas.microsoft.com/office/drawing/2014/main" id="{75B3424C-4925-A7F7-02CD-84526B2E22EF}"/>
              </a:ext>
            </a:extLst>
          </p:cNvPr>
          <p:cNvSpPr>
            <a:spLocks noGrp="1"/>
          </p:cNvSpPr>
          <p:nvPr>
            <p:ph type="title" hasCustomPrompt="1"/>
          </p:nvPr>
        </p:nvSpPr>
        <p:spPr>
          <a:xfrm>
            <a:off x="1468814" y="503852"/>
            <a:ext cx="9808773" cy="1427585"/>
          </a:xfrm>
        </p:spPr>
        <p:txBody>
          <a:bodyPr lIns="0" rtlCol="0">
            <a:normAutofit/>
          </a:bodyPr>
          <a:lstStyle>
            <a:lvl1pPr>
              <a:defRPr lang="de-DE" sz="3600"/>
            </a:lvl1pPr>
          </a:lstStyle>
          <a:p>
            <a:pPr rtl="0"/>
            <a:r>
              <a:rPr lang="de-DE"/>
              <a:t>Titel durch Klicken hinzufügen</a:t>
            </a:r>
          </a:p>
        </p:txBody>
      </p:sp>
      <p:sp>
        <p:nvSpPr>
          <p:cNvPr id="8" name="Bildplatzhalter 7">
            <a:extLst>
              <a:ext uri="{FF2B5EF4-FFF2-40B4-BE49-F238E27FC236}">
                <a16:creationId xmlns:a16="http://schemas.microsoft.com/office/drawing/2014/main" id="{357912CB-B8F8-1E65-094F-AD3220E6C79C}"/>
              </a:ext>
            </a:extLst>
          </p:cNvPr>
          <p:cNvSpPr>
            <a:spLocks noGrp="1"/>
          </p:cNvSpPr>
          <p:nvPr>
            <p:ph type="pic" sz="quarter" idx="12"/>
          </p:nvPr>
        </p:nvSpPr>
        <p:spPr>
          <a:xfrm>
            <a:off x="1503363" y="2061969"/>
            <a:ext cx="4592637" cy="4805362"/>
          </a:xfrm>
        </p:spPr>
        <p:txBody>
          <a:bodyPr rtlCol="0">
            <a:normAutofit/>
          </a:bodyPr>
          <a:lstStyle>
            <a:lvl1pPr marL="0" indent="0" algn="ctr">
              <a:buNone/>
              <a:defRPr lang="de-DE" sz="2000"/>
            </a:lvl1pPr>
          </a:lstStyle>
          <a:p>
            <a:pPr rtl="0"/>
            <a:r>
              <a:rPr lang="de-DE"/>
              <a:t>Klicken Sie, um ein Bild hinzuzufügen.</a:t>
            </a:r>
          </a:p>
        </p:txBody>
      </p:sp>
      <p:sp>
        <p:nvSpPr>
          <p:cNvPr id="12" name="Inhaltsplatzhalter 7">
            <a:extLst>
              <a:ext uri="{FF2B5EF4-FFF2-40B4-BE49-F238E27FC236}">
                <a16:creationId xmlns:a16="http://schemas.microsoft.com/office/drawing/2014/main" id="{617CE1C3-9892-2E23-986F-80ABB41823D6}"/>
              </a:ext>
            </a:extLst>
          </p:cNvPr>
          <p:cNvSpPr>
            <a:spLocks noGrp="1"/>
          </p:cNvSpPr>
          <p:nvPr>
            <p:ph sz="quarter" idx="11" hasCustomPrompt="1"/>
          </p:nvPr>
        </p:nvSpPr>
        <p:spPr>
          <a:xfrm>
            <a:off x="6787262" y="2052736"/>
            <a:ext cx="4490320" cy="4800598"/>
          </a:xfrm>
        </p:spPr>
        <p:txBody>
          <a:bodyPr lIns="0" rtlCol="0">
            <a:normAutofit/>
          </a:bodyPr>
          <a:lstStyle>
            <a:lvl1pPr marL="0" indent="0">
              <a:lnSpc>
                <a:spcPct val="100000"/>
              </a:lnSpc>
              <a:spcBef>
                <a:spcPts val="1000"/>
              </a:spcBef>
              <a:spcAft>
                <a:spcPts val="1200"/>
              </a:spcAft>
              <a:buNone/>
              <a:defRPr lang="de-DE" sz="2000"/>
            </a:lvl1pPr>
            <a:lvl2pPr marL="800100" indent="-342900">
              <a:lnSpc>
                <a:spcPct val="100000"/>
              </a:lnSpc>
              <a:spcBef>
                <a:spcPts val="1000"/>
              </a:spcBef>
              <a:spcAft>
                <a:spcPts val="1200"/>
              </a:spcAft>
              <a:buFont typeface="Arial" panose="020B0604020202020204" pitchFamily="34" charset="0"/>
              <a:buChar char="•"/>
              <a:defRPr lang="de-DE" sz="2000"/>
            </a:lvl2pPr>
            <a:lvl3pPr marL="1257300" indent="-342900">
              <a:spcBef>
                <a:spcPts val="1000"/>
              </a:spcBef>
              <a:spcAft>
                <a:spcPts val="1200"/>
              </a:spcAft>
              <a:buFont typeface="Arial" panose="020B0604020202020204" pitchFamily="34" charset="0"/>
              <a:buChar char="•"/>
              <a:defRPr lang="de-DE" sz="2000"/>
            </a:lvl3pPr>
            <a:lvl4pPr marL="1714500" indent="-342900">
              <a:spcBef>
                <a:spcPts val="1000"/>
              </a:spcBef>
              <a:spcAft>
                <a:spcPts val="1200"/>
              </a:spcAft>
              <a:buFont typeface="Arial" panose="020B0604020202020204" pitchFamily="34" charset="0"/>
              <a:buChar char="•"/>
              <a:defRPr lang="de-DE" sz="2000"/>
            </a:lvl4pPr>
            <a:lvl5pPr marL="2171700" indent="-342900">
              <a:spcBef>
                <a:spcPts val="1000"/>
              </a:spcBef>
              <a:spcAft>
                <a:spcPts val="1200"/>
              </a:spcAft>
              <a:buFont typeface="Arial" panose="020B0604020202020204" pitchFamily="34" charset="0"/>
              <a:buChar char="•"/>
              <a:defRPr lang="de-DE" sz="2000"/>
            </a:lvl5pPr>
          </a:lstStyle>
          <a:p>
            <a:pPr lvl="0" rtl="0"/>
            <a:r>
              <a:rPr lang="de-DE"/>
              <a:t>Klicken, um Inhalt hinzuzufügen</a:t>
            </a:r>
          </a:p>
          <a:p>
            <a:pPr lvl="1" rtl="0"/>
            <a:r>
              <a:rPr lang="de-DE"/>
              <a:t>Zweite Ebene</a:t>
            </a:r>
          </a:p>
          <a:p>
            <a:pPr lvl="2" rtl="0"/>
            <a:r>
              <a:rPr lang="de-DE"/>
              <a:t>Dritte Ebene</a:t>
            </a:r>
          </a:p>
          <a:p>
            <a:pPr lvl="3" rtl="0"/>
            <a:r>
              <a:rPr lang="de-DE"/>
              <a:t>Vierte Ebene</a:t>
            </a:r>
          </a:p>
          <a:p>
            <a:pPr lvl="4" rtl="0"/>
            <a:r>
              <a:rPr lang="de-DE"/>
              <a:t>Fünfte Ebene</a:t>
            </a:r>
          </a:p>
        </p:txBody>
      </p:sp>
      <p:sp>
        <p:nvSpPr>
          <p:cNvPr id="2" name="Foliennummernplatzhalter 5">
            <a:extLst>
              <a:ext uri="{FF2B5EF4-FFF2-40B4-BE49-F238E27FC236}">
                <a16:creationId xmlns:a16="http://schemas.microsoft.com/office/drawing/2014/main" id="{8809D86D-3DDE-CA24-4CAA-DF6944B9BCBB}"/>
              </a:ext>
            </a:extLst>
          </p:cNvPr>
          <p:cNvSpPr>
            <a:spLocks noGrp="1"/>
          </p:cNvSpPr>
          <p:nvPr>
            <p:ph type="sldNum" sz="quarter" idx="15"/>
          </p:nvPr>
        </p:nvSpPr>
        <p:spPr>
          <a:xfrm>
            <a:off x="412136" y="5943601"/>
            <a:ext cx="968983" cy="651912"/>
          </a:xfrm>
        </p:spPr>
        <p:txBody>
          <a:bodyPr rtlCol="0"/>
          <a:lstStyle>
            <a:defPPr>
              <a:defRPr lang="de-DE"/>
            </a:defPPr>
          </a:lstStyle>
          <a:p>
            <a:pPr rtl="0"/>
            <a:fld id="{18D65601-5AE2-46FC-B138-694DDD2B510D}" type="slidenum">
              <a:rPr lang="de-DE" smtClean="0"/>
              <a:pPr rtl="0"/>
              <a:t>‹#›</a:t>
            </a:fld>
            <a:endParaRPr lang="de-DE"/>
          </a:p>
        </p:txBody>
      </p:sp>
      <p:sp>
        <p:nvSpPr>
          <p:cNvPr id="5" name="Rechteck 4">
            <a:extLst>
              <a:ext uri="{FF2B5EF4-FFF2-40B4-BE49-F238E27FC236}">
                <a16:creationId xmlns:a16="http://schemas.microsoft.com/office/drawing/2014/main" id="{94389812-0415-9025-AB21-4503F7DF3AB5}"/>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de-DE"/>
            </a:defPPr>
          </a:lstStyle>
          <a:p>
            <a:pPr algn="ctr" rtl="0"/>
            <a:endParaRPr lang="de-DE"/>
          </a:p>
        </p:txBody>
      </p:sp>
      <p:cxnSp>
        <p:nvCxnSpPr>
          <p:cNvPr id="6" name="Gerader Verbinder 5">
            <a:extLst>
              <a:ext uri="{FF2B5EF4-FFF2-40B4-BE49-F238E27FC236}">
                <a16:creationId xmlns:a16="http://schemas.microsoft.com/office/drawing/2014/main" id="{6459A5A0-86AD-344B-A0E4-6C55958151EE}"/>
              </a:ext>
              <a:ext uri="{C183D7F6-B498-43B3-948B-1728B52AA6E4}">
                <adec:decorative xmlns:adec="http://schemas.microsoft.com/office/drawing/2017/decorative" val="1"/>
              </a:ext>
            </a:extLst>
          </p:cNvPr>
          <p:cNvCxnSpPr>
            <a:cxnSpLocks/>
          </p:cNvCxnSpPr>
          <p:nvPr userDrawn="1"/>
        </p:nvCxnSpPr>
        <p:spPr>
          <a:xfrm>
            <a:off x="896628" y="0"/>
            <a:ext cx="0" cy="5943600"/>
          </a:xfrm>
          <a:prstGeom prst="line">
            <a:avLst/>
          </a:prstGeom>
          <a:ln w="19050">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49087957"/>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Titelinhalt und Tabelle">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7" name="Titel 6">
            <a:extLst>
              <a:ext uri="{FF2B5EF4-FFF2-40B4-BE49-F238E27FC236}">
                <a16:creationId xmlns:a16="http://schemas.microsoft.com/office/drawing/2014/main" id="{75B3424C-4925-A7F7-02CD-84526B2E22EF}"/>
              </a:ext>
            </a:extLst>
          </p:cNvPr>
          <p:cNvSpPr>
            <a:spLocks noGrp="1"/>
          </p:cNvSpPr>
          <p:nvPr>
            <p:ph type="title" hasCustomPrompt="1"/>
          </p:nvPr>
        </p:nvSpPr>
        <p:spPr>
          <a:xfrm>
            <a:off x="1468814" y="503852"/>
            <a:ext cx="9808773" cy="1427585"/>
          </a:xfrm>
        </p:spPr>
        <p:txBody>
          <a:bodyPr lIns="0" rtlCol="0">
            <a:normAutofit/>
          </a:bodyPr>
          <a:lstStyle>
            <a:lvl1pPr>
              <a:defRPr lang="de-DE" sz="3600"/>
            </a:lvl1pPr>
          </a:lstStyle>
          <a:p>
            <a:pPr rtl="0"/>
            <a:r>
              <a:rPr lang="de-DE"/>
              <a:t>Titel durch Klicken hinzufügen</a:t>
            </a:r>
          </a:p>
        </p:txBody>
      </p:sp>
      <p:sp>
        <p:nvSpPr>
          <p:cNvPr id="12" name="Inhaltsplatzhalter 7">
            <a:extLst>
              <a:ext uri="{FF2B5EF4-FFF2-40B4-BE49-F238E27FC236}">
                <a16:creationId xmlns:a16="http://schemas.microsoft.com/office/drawing/2014/main" id="{617CE1C3-9892-2E23-986F-80ABB41823D6}"/>
              </a:ext>
            </a:extLst>
          </p:cNvPr>
          <p:cNvSpPr>
            <a:spLocks noGrp="1"/>
          </p:cNvSpPr>
          <p:nvPr>
            <p:ph sz="quarter" idx="11" hasCustomPrompt="1"/>
          </p:nvPr>
        </p:nvSpPr>
        <p:spPr>
          <a:xfrm>
            <a:off x="1468814" y="2057400"/>
            <a:ext cx="3091027" cy="3867538"/>
          </a:xfrm>
        </p:spPr>
        <p:txBody>
          <a:bodyPr lIns="0" rtlCol="0">
            <a:normAutofit/>
          </a:bodyPr>
          <a:lstStyle>
            <a:lvl1pPr marL="0" indent="0">
              <a:lnSpc>
                <a:spcPct val="100000"/>
              </a:lnSpc>
              <a:spcBef>
                <a:spcPts val="0"/>
              </a:spcBef>
              <a:spcAft>
                <a:spcPts val="1200"/>
              </a:spcAft>
              <a:buNone/>
              <a:defRPr lang="de-DE" sz="2000"/>
            </a:lvl1pPr>
            <a:lvl2pPr marL="800100" indent="-342900">
              <a:lnSpc>
                <a:spcPct val="100000"/>
              </a:lnSpc>
              <a:spcBef>
                <a:spcPts val="0"/>
              </a:spcBef>
              <a:spcAft>
                <a:spcPts val="1200"/>
              </a:spcAft>
              <a:buFont typeface="Arial" panose="020B0604020202020204" pitchFamily="34" charset="0"/>
              <a:buChar char="•"/>
              <a:defRPr lang="de-DE" sz="2000"/>
            </a:lvl2pPr>
            <a:lvl3pPr marL="1257300" indent="-342900">
              <a:spcBef>
                <a:spcPts val="0"/>
              </a:spcBef>
              <a:spcAft>
                <a:spcPts val="1200"/>
              </a:spcAft>
              <a:buFont typeface="Arial" panose="020B0604020202020204" pitchFamily="34" charset="0"/>
              <a:buChar char="•"/>
              <a:defRPr lang="de-DE" sz="2000"/>
            </a:lvl3pPr>
            <a:lvl4pPr marL="1714500" indent="-342900">
              <a:spcBef>
                <a:spcPts val="0"/>
              </a:spcBef>
              <a:spcAft>
                <a:spcPts val="1200"/>
              </a:spcAft>
              <a:buFont typeface="Arial" panose="020B0604020202020204" pitchFamily="34" charset="0"/>
              <a:buChar char="•"/>
              <a:defRPr lang="de-DE" sz="2000"/>
            </a:lvl4pPr>
            <a:lvl5pPr marL="2171700" indent="-342900">
              <a:spcBef>
                <a:spcPts val="0"/>
              </a:spcBef>
              <a:spcAft>
                <a:spcPts val="1200"/>
              </a:spcAft>
              <a:buFont typeface="Arial" panose="020B0604020202020204" pitchFamily="34" charset="0"/>
              <a:buChar char="•"/>
              <a:defRPr lang="de-DE" sz="2000"/>
            </a:lvl5pPr>
          </a:lstStyle>
          <a:p>
            <a:pPr lvl="0" rtl="0"/>
            <a:r>
              <a:rPr lang="de-DE"/>
              <a:t>Klicken, um Inhalt hinzuzufügen</a:t>
            </a:r>
          </a:p>
          <a:p>
            <a:pPr lvl="1" rtl="0"/>
            <a:r>
              <a:rPr lang="de-DE"/>
              <a:t>Zweite Ebene</a:t>
            </a:r>
          </a:p>
          <a:p>
            <a:pPr lvl="2" rtl="0"/>
            <a:r>
              <a:rPr lang="de-DE"/>
              <a:t>Dritte Ebene</a:t>
            </a:r>
          </a:p>
          <a:p>
            <a:pPr lvl="3" rtl="0"/>
            <a:r>
              <a:rPr lang="de-DE"/>
              <a:t>Vierte Ebene</a:t>
            </a:r>
          </a:p>
          <a:p>
            <a:pPr lvl="4" rtl="0"/>
            <a:r>
              <a:rPr lang="de-DE"/>
              <a:t>Fünfte Ebene</a:t>
            </a:r>
          </a:p>
        </p:txBody>
      </p:sp>
      <p:sp>
        <p:nvSpPr>
          <p:cNvPr id="14" name="Tabellenplatzhalter 13">
            <a:extLst>
              <a:ext uri="{FF2B5EF4-FFF2-40B4-BE49-F238E27FC236}">
                <a16:creationId xmlns:a16="http://schemas.microsoft.com/office/drawing/2014/main" id="{EA708189-1532-1BDD-104F-4D8556146CEE}"/>
              </a:ext>
            </a:extLst>
          </p:cNvPr>
          <p:cNvSpPr>
            <a:spLocks noGrp="1"/>
          </p:cNvSpPr>
          <p:nvPr>
            <p:ph type="tbl" sz="quarter" idx="12"/>
          </p:nvPr>
        </p:nvSpPr>
        <p:spPr>
          <a:xfrm>
            <a:off x="5097463" y="2051976"/>
            <a:ext cx="6180137" cy="3867538"/>
          </a:xfrm>
        </p:spPr>
        <p:txBody>
          <a:bodyPr rtlCol="0">
            <a:normAutofit/>
          </a:bodyPr>
          <a:lstStyle>
            <a:lvl1pPr>
              <a:defRPr lang="de-DE" sz="2000"/>
            </a:lvl1pPr>
          </a:lstStyle>
          <a:p>
            <a:pPr rtl="0"/>
            <a:r>
              <a:rPr lang="de-DE"/>
              <a:t>Klicken Sie zum Hinzufügen der Tabelle auf das Symbol.</a:t>
            </a:r>
          </a:p>
        </p:txBody>
      </p:sp>
      <p:sp>
        <p:nvSpPr>
          <p:cNvPr id="5" name="Rechteck 4">
            <a:extLst>
              <a:ext uri="{FF2B5EF4-FFF2-40B4-BE49-F238E27FC236}">
                <a16:creationId xmlns:a16="http://schemas.microsoft.com/office/drawing/2014/main" id="{94389812-0415-9025-AB21-4503F7DF3AB5}"/>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de-DE"/>
            </a:defPPr>
          </a:lstStyle>
          <a:p>
            <a:pPr algn="ctr" rtl="0"/>
            <a:endParaRPr lang="de-DE"/>
          </a:p>
        </p:txBody>
      </p:sp>
      <p:cxnSp>
        <p:nvCxnSpPr>
          <p:cNvPr id="6" name="Gerader Verbinder 5">
            <a:extLst>
              <a:ext uri="{FF2B5EF4-FFF2-40B4-BE49-F238E27FC236}">
                <a16:creationId xmlns:a16="http://schemas.microsoft.com/office/drawing/2014/main" id="{6459A5A0-86AD-344B-A0E4-6C55958151EE}"/>
              </a:ext>
              <a:ext uri="{C183D7F6-B498-43B3-948B-1728B52AA6E4}">
                <adec:decorative xmlns:adec="http://schemas.microsoft.com/office/drawing/2017/decorative" val="1"/>
              </a:ext>
            </a:extLst>
          </p:cNvPr>
          <p:cNvCxnSpPr>
            <a:cxnSpLocks/>
          </p:cNvCxnSpPr>
          <p:nvPr userDrawn="1"/>
        </p:nvCxnSpPr>
        <p:spPr>
          <a:xfrm>
            <a:off x="896628" y="0"/>
            <a:ext cx="0" cy="5943600"/>
          </a:xfrm>
          <a:prstGeom prst="line">
            <a:avLst/>
          </a:prstGeom>
          <a:ln w="19050">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2" name="Foliennummernplatzhalter 5">
            <a:extLst>
              <a:ext uri="{FF2B5EF4-FFF2-40B4-BE49-F238E27FC236}">
                <a16:creationId xmlns:a16="http://schemas.microsoft.com/office/drawing/2014/main" id="{6E0EC71B-95A1-C740-6B1F-F8DF02E2D164}"/>
              </a:ext>
            </a:extLst>
          </p:cNvPr>
          <p:cNvSpPr>
            <a:spLocks noGrp="1"/>
          </p:cNvSpPr>
          <p:nvPr>
            <p:ph type="sldNum" sz="quarter" idx="15"/>
          </p:nvPr>
        </p:nvSpPr>
        <p:spPr>
          <a:xfrm>
            <a:off x="412136" y="5943601"/>
            <a:ext cx="968983" cy="651912"/>
          </a:xfrm>
        </p:spPr>
        <p:txBody>
          <a:bodyPr rtlCol="0"/>
          <a:lstStyle>
            <a:defPPr>
              <a:defRPr lang="de-DE"/>
            </a:defPPr>
          </a:lstStyle>
          <a:p>
            <a:pPr rtl="0"/>
            <a:fld id="{18D65601-5AE2-46FC-B138-694DDD2B510D}" type="slidenum">
              <a:rPr lang="de-DE" smtClean="0"/>
              <a:pPr rtl="0"/>
              <a:t>‹#›</a:t>
            </a:fld>
            <a:endParaRPr lang="de-DE"/>
          </a:p>
        </p:txBody>
      </p:sp>
    </p:spTree>
    <p:extLst>
      <p:ext uri="{BB962C8B-B14F-4D97-AF65-F5344CB8AC3E}">
        <p14:creationId xmlns:p14="http://schemas.microsoft.com/office/powerpoint/2010/main" val="3758575240"/>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Titel und 2 Inhalte 2">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5" name="Rechteck 4">
            <a:extLst>
              <a:ext uri="{FF2B5EF4-FFF2-40B4-BE49-F238E27FC236}">
                <a16:creationId xmlns:a16="http://schemas.microsoft.com/office/drawing/2014/main" id="{94389812-0415-9025-AB21-4503F7DF3AB5}"/>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de-DE"/>
            </a:defPPr>
          </a:lstStyle>
          <a:p>
            <a:pPr algn="ctr" rtl="0"/>
            <a:endParaRPr lang="de-DE"/>
          </a:p>
        </p:txBody>
      </p:sp>
      <p:cxnSp>
        <p:nvCxnSpPr>
          <p:cNvPr id="6" name="Gerader Verbinder 5">
            <a:extLst>
              <a:ext uri="{FF2B5EF4-FFF2-40B4-BE49-F238E27FC236}">
                <a16:creationId xmlns:a16="http://schemas.microsoft.com/office/drawing/2014/main" id="{6459A5A0-86AD-344B-A0E4-6C55958151EE}"/>
              </a:ext>
              <a:ext uri="{C183D7F6-B498-43B3-948B-1728B52AA6E4}">
                <adec:decorative xmlns:adec="http://schemas.microsoft.com/office/drawing/2017/decorative" val="1"/>
              </a:ext>
            </a:extLst>
          </p:cNvPr>
          <p:cNvCxnSpPr>
            <a:cxnSpLocks/>
          </p:cNvCxnSpPr>
          <p:nvPr userDrawn="1"/>
        </p:nvCxnSpPr>
        <p:spPr>
          <a:xfrm>
            <a:off x="896628" y="0"/>
            <a:ext cx="0" cy="5943600"/>
          </a:xfrm>
          <a:prstGeom prst="line">
            <a:avLst/>
          </a:prstGeom>
          <a:ln w="19050">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7" name="Titel 6">
            <a:extLst>
              <a:ext uri="{FF2B5EF4-FFF2-40B4-BE49-F238E27FC236}">
                <a16:creationId xmlns:a16="http://schemas.microsoft.com/office/drawing/2014/main" id="{75B3424C-4925-A7F7-02CD-84526B2E22EF}"/>
              </a:ext>
            </a:extLst>
          </p:cNvPr>
          <p:cNvSpPr>
            <a:spLocks noGrp="1"/>
          </p:cNvSpPr>
          <p:nvPr>
            <p:ph type="title" hasCustomPrompt="1"/>
          </p:nvPr>
        </p:nvSpPr>
        <p:spPr>
          <a:xfrm>
            <a:off x="1468814" y="503852"/>
            <a:ext cx="9808773" cy="1427585"/>
          </a:xfrm>
        </p:spPr>
        <p:txBody>
          <a:bodyPr lIns="0" rtlCol="0">
            <a:normAutofit/>
          </a:bodyPr>
          <a:lstStyle>
            <a:lvl1pPr>
              <a:defRPr lang="de-DE" sz="3600"/>
            </a:lvl1pPr>
          </a:lstStyle>
          <a:p>
            <a:pPr rtl="0"/>
            <a:r>
              <a:rPr lang="de-DE"/>
              <a:t>Titel durch Klicken hinzufügen</a:t>
            </a:r>
          </a:p>
        </p:txBody>
      </p:sp>
      <p:sp>
        <p:nvSpPr>
          <p:cNvPr id="8" name="Inhaltsplatzhalter 7">
            <a:extLst>
              <a:ext uri="{FF2B5EF4-FFF2-40B4-BE49-F238E27FC236}">
                <a16:creationId xmlns:a16="http://schemas.microsoft.com/office/drawing/2014/main" id="{8B0AB10A-3CAB-D4C0-3CB1-401461802BD3}"/>
              </a:ext>
            </a:extLst>
          </p:cNvPr>
          <p:cNvSpPr>
            <a:spLocks noGrp="1"/>
          </p:cNvSpPr>
          <p:nvPr>
            <p:ph sz="quarter" idx="10" hasCustomPrompt="1"/>
          </p:nvPr>
        </p:nvSpPr>
        <p:spPr>
          <a:xfrm>
            <a:off x="1468814" y="2066731"/>
            <a:ext cx="6452876" cy="3867538"/>
          </a:xfrm>
        </p:spPr>
        <p:txBody>
          <a:bodyPr lIns="0" rtlCol="0">
            <a:normAutofit/>
          </a:bodyPr>
          <a:lstStyle>
            <a:lvl1pPr>
              <a:lnSpc>
                <a:spcPct val="100000"/>
              </a:lnSpc>
              <a:spcAft>
                <a:spcPts val="600"/>
              </a:spcAft>
              <a:defRPr lang="de-DE" sz="2000"/>
            </a:lvl1pPr>
            <a:lvl2pPr>
              <a:lnSpc>
                <a:spcPct val="100000"/>
              </a:lnSpc>
              <a:spcAft>
                <a:spcPts val="600"/>
              </a:spcAft>
              <a:defRPr lang="de-DE" sz="2000"/>
            </a:lvl2pPr>
            <a:lvl3pPr>
              <a:lnSpc>
                <a:spcPct val="100000"/>
              </a:lnSpc>
              <a:spcBef>
                <a:spcPts val="1000"/>
              </a:spcBef>
              <a:spcAft>
                <a:spcPts val="600"/>
              </a:spcAft>
              <a:defRPr lang="de-DE" sz="2000"/>
            </a:lvl3pPr>
            <a:lvl4pPr>
              <a:lnSpc>
                <a:spcPct val="100000"/>
              </a:lnSpc>
              <a:spcAft>
                <a:spcPts val="1200"/>
              </a:spcAft>
              <a:defRPr lang="de-DE" sz="2000"/>
            </a:lvl4pPr>
            <a:lvl5pPr>
              <a:defRPr lang="de-DE" sz="2000"/>
            </a:lvl5pPr>
          </a:lstStyle>
          <a:p>
            <a:pPr lvl="0" rtl="0"/>
            <a:r>
              <a:rPr lang="de-DE"/>
              <a:t>Klicken, um Inhalt hinzuzufügen</a:t>
            </a:r>
          </a:p>
          <a:p>
            <a:pPr lvl="1" rtl="0"/>
            <a:r>
              <a:rPr lang="de-DE"/>
              <a:t>Zweite Ebene</a:t>
            </a:r>
          </a:p>
          <a:p>
            <a:pPr lvl="2" rtl="0"/>
            <a:r>
              <a:rPr lang="de-DE"/>
              <a:t>Dritte Ebene</a:t>
            </a:r>
          </a:p>
          <a:p>
            <a:pPr lvl="3" rtl="0"/>
            <a:r>
              <a:rPr lang="de-DE"/>
              <a:t>Vierte Ebene</a:t>
            </a:r>
          </a:p>
          <a:p>
            <a:pPr lvl="4" rtl="0"/>
            <a:r>
              <a:rPr lang="de-DE"/>
              <a:t>Fünfte Ebene</a:t>
            </a:r>
          </a:p>
        </p:txBody>
      </p:sp>
      <p:sp>
        <p:nvSpPr>
          <p:cNvPr id="11" name="Inhaltsplatzhalter 7">
            <a:extLst>
              <a:ext uri="{FF2B5EF4-FFF2-40B4-BE49-F238E27FC236}">
                <a16:creationId xmlns:a16="http://schemas.microsoft.com/office/drawing/2014/main" id="{7DBA8ADB-B20F-8404-46AB-AF67E25C7C75}"/>
              </a:ext>
            </a:extLst>
          </p:cNvPr>
          <p:cNvSpPr>
            <a:spLocks noGrp="1"/>
          </p:cNvSpPr>
          <p:nvPr>
            <p:ph sz="quarter" idx="11" hasCustomPrompt="1"/>
          </p:nvPr>
        </p:nvSpPr>
        <p:spPr>
          <a:xfrm>
            <a:off x="8169196" y="2066731"/>
            <a:ext cx="3108391" cy="3867538"/>
          </a:xfrm>
        </p:spPr>
        <p:txBody>
          <a:bodyPr lIns="0" rtlCol="0">
            <a:normAutofit/>
          </a:bodyPr>
          <a:lstStyle>
            <a:lvl1pPr marL="0" indent="0">
              <a:lnSpc>
                <a:spcPct val="100000"/>
              </a:lnSpc>
              <a:spcAft>
                <a:spcPts val="600"/>
              </a:spcAft>
              <a:buNone/>
              <a:defRPr lang="de-DE" sz="2000"/>
            </a:lvl1pPr>
            <a:lvl2pPr marL="800100" indent="-342900">
              <a:lnSpc>
                <a:spcPct val="100000"/>
              </a:lnSpc>
              <a:spcAft>
                <a:spcPts val="600"/>
              </a:spcAft>
              <a:buFont typeface="Arial" panose="020B0604020202020204" pitchFamily="34" charset="0"/>
              <a:buChar char="•"/>
              <a:defRPr lang="de-DE" sz="2000"/>
            </a:lvl2pPr>
            <a:lvl3pPr marL="1257300" indent="-342900">
              <a:buFont typeface="Arial" panose="020B0604020202020204" pitchFamily="34" charset="0"/>
              <a:buChar char="•"/>
              <a:defRPr lang="de-DE" sz="2000"/>
            </a:lvl3pPr>
            <a:lvl4pPr marL="1714500" indent="-342900">
              <a:buFont typeface="Arial" panose="020B0604020202020204" pitchFamily="34" charset="0"/>
              <a:buChar char="•"/>
              <a:defRPr lang="de-DE" sz="2000"/>
            </a:lvl4pPr>
            <a:lvl5pPr marL="2171700" indent="-342900">
              <a:buFont typeface="Arial" panose="020B0604020202020204" pitchFamily="34" charset="0"/>
              <a:buChar char="•"/>
              <a:defRPr lang="de-DE" sz="2000"/>
            </a:lvl5pPr>
          </a:lstStyle>
          <a:p>
            <a:pPr lvl="0" rtl="0"/>
            <a:r>
              <a:rPr lang="de-DE"/>
              <a:t>Klicken, um Inhalt hinzuzufügen</a:t>
            </a:r>
          </a:p>
          <a:p>
            <a:pPr lvl="1" rtl="0"/>
            <a:r>
              <a:rPr lang="de-DE"/>
              <a:t>Zweite Ebene</a:t>
            </a:r>
          </a:p>
          <a:p>
            <a:pPr lvl="2" rtl="0"/>
            <a:r>
              <a:rPr lang="de-DE"/>
              <a:t>Dritte Ebene</a:t>
            </a:r>
          </a:p>
          <a:p>
            <a:pPr lvl="3" rtl="0"/>
            <a:r>
              <a:rPr lang="de-DE"/>
              <a:t>Vierte Ebene</a:t>
            </a:r>
          </a:p>
          <a:p>
            <a:pPr lvl="4" rtl="0"/>
            <a:r>
              <a:rPr lang="de-DE"/>
              <a:t>Fünfte Ebene</a:t>
            </a:r>
          </a:p>
        </p:txBody>
      </p:sp>
      <p:sp>
        <p:nvSpPr>
          <p:cNvPr id="2" name="Foliennummernplatzhalter 5">
            <a:extLst>
              <a:ext uri="{FF2B5EF4-FFF2-40B4-BE49-F238E27FC236}">
                <a16:creationId xmlns:a16="http://schemas.microsoft.com/office/drawing/2014/main" id="{8814D5F7-E70A-5F97-5C8F-95B9E1B6D492}"/>
              </a:ext>
            </a:extLst>
          </p:cNvPr>
          <p:cNvSpPr>
            <a:spLocks noGrp="1"/>
          </p:cNvSpPr>
          <p:nvPr>
            <p:ph type="sldNum" sz="quarter" idx="15"/>
          </p:nvPr>
        </p:nvSpPr>
        <p:spPr>
          <a:xfrm>
            <a:off x="412136" y="5943601"/>
            <a:ext cx="968983" cy="651912"/>
          </a:xfrm>
        </p:spPr>
        <p:txBody>
          <a:bodyPr rtlCol="0"/>
          <a:lstStyle>
            <a:defPPr>
              <a:defRPr lang="de-DE"/>
            </a:defPPr>
          </a:lstStyle>
          <a:p>
            <a:pPr rtl="0"/>
            <a:fld id="{18D65601-5AE2-46FC-B138-694DDD2B510D}" type="slidenum">
              <a:rPr lang="de-DE" smtClean="0"/>
              <a:pPr rtl="0"/>
              <a:t>‹#›</a:t>
            </a:fld>
            <a:endParaRPr lang="de-DE"/>
          </a:p>
        </p:txBody>
      </p:sp>
    </p:spTree>
    <p:extLst>
      <p:ext uri="{BB962C8B-B14F-4D97-AF65-F5344CB8AC3E}">
        <p14:creationId xmlns:p14="http://schemas.microsoft.com/office/powerpoint/2010/main" val="1691330621"/>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Titel und Tabelle">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5" name="Rechteck 4">
            <a:extLst>
              <a:ext uri="{FF2B5EF4-FFF2-40B4-BE49-F238E27FC236}">
                <a16:creationId xmlns:a16="http://schemas.microsoft.com/office/drawing/2014/main" id="{94389812-0415-9025-AB21-4503F7DF3AB5}"/>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de-DE"/>
            </a:defPPr>
          </a:lstStyle>
          <a:p>
            <a:pPr algn="ctr" rtl="0"/>
            <a:endParaRPr lang="de-DE"/>
          </a:p>
        </p:txBody>
      </p:sp>
      <p:cxnSp>
        <p:nvCxnSpPr>
          <p:cNvPr id="6" name="Gerader Verbinder 5">
            <a:extLst>
              <a:ext uri="{FF2B5EF4-FFF2-40B4-BE49-F238E27FC236}">
                <a16:creationId xmlns:a16="http://schemas.microsoft.com/office/drawing/2014/main" id="{6459A5A0-86AD-344B-A0E4-6C55958151EE}"/>
              </a:ext>
              <a:ext uri="{C183D7F6-B498-43B3-948B-1728B52AA6E4}">
                <adec:decorative xmlns:adec="http://schemas.microsoft.com/office/drawing/2017/decorative" val="1"/>
              </a:ext>
            </a:extLst>
          </p:cNvPr>
          <p:cNvCxnSpPr>
            <a:cxnSpLocks/>
          </p:cNvCxnSpPr>
          <p:nvPr userDrawn="1"/>
        </p:nvCxnSpPr>
        <p:spPr>
          <a:xfrm>
            <a:off x="896628" y="0"/>
            <a:ext cx="0" cy="5943600"/>
          </a:xfrm>
          <a:prstGeom prst="line">
            <a:avLst/>
          </a:prstGeom>
          <a:ln w="19050">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7" name="Titel 6">
            <a:extLst>
              <a:ext uri="{FF2B5EF4-FFF2-40B4-BE49-F238E27FC236}">
                <a16:creationId xmlns:a16="http://schemas.microsoft.com/office/drawing/2014/main" id="{75B3424C-4925-A7F7-02CD-84526B2E22EF}"/>
              </a:ext>
            </a:extLst>
          </p:cNvPr>
          <p:cNvSpPr>
            <a:spLocks noGrp="1"/>
          </p:cNvSpPr>
          <p:nvPr>
            <p:ph type="title" hasCustomPrompt="1"/>
          </p:nvPr>
        </p:nvSpPr>
        <p:spPr>
          <a:xfrm>
            <a:off x="1468814" y="503852"/>
            <a:ext cx="9808773" cy="1427585"/>
          </a:xfrm>
        </p:spPr>
        <p:txBody>
          <a:bodyPr lIns="0" rtlCol="0">
            <a:normAutofit/>
          </a:bodyPr>
          <a:lstStyle>
            <a:lvl1pPr>
              <a:defRPr lang="de-DE" sz="3600"/>
            </a:lvl1pPr>
          </a:lstStyle>
          <a:p>
            <a:pPr rtl="0"/>
            <a:r>
              <a:rPr lang="de-DE"/>
              <a:t>Titel durch Klicken hinzufügen</a:t>
            </a:r>
          </a:p>
        </p:txBody>
      </p:sp>
      <p:sp>
        <p:nvSpPr>
          <p:cNvPr id="9" name="Tabellenplatzhalter 8">
            <a:extLst>
              <a:ext uri="{FF2B5EF4-FFF2-40B4-BE49-F238E27FC236}">
                <a16:creationId xmlns:a16="http://schemas.microsoft.com/office/drawing/2014/main" id="{CB43608F-0A38-CF4A-4B3B-F1212E786FDE}"/>
              </a:ext>
            </a:extLst>
          </p:cNvPr>
          <p:cNvSpPr>
            <a:spLocks noGrp="1"/>
          </p:cNvSpPr>
          <p:nvPr>
            <p:ph type="tbl" sz="quarter" idx="10"/>
          </p:nvPr>
        </p:nvSpPr>
        <p:spPr>
          <a:xfrm>
            <a:off x="1487488" y="2057400"/>
            <a:ext cx="9790112" cy="3886200"/>
          </a:xfrm>
        </p:spPr>
        <p:txBody>
          <a:bodyPr rtlCol="0">
            <a:normAutofit/>
          </a:bodyPr>
          <a:lstStyle>
            <a:lvl1pPr>
              <a:defRPr lang="de-DE" sz="2400"/>
            </a:lvl1pPr>
          </a:lstStyle>
          <a:p>
            <a:pPr rtl="0"/>
            <a:r>
              <a:rPr lang="de-DE"/>
              <a:t>Klicken Sie zum Hinzufügen der Tabelle auf das Symbol.</a:t>
            </a:r>
          </a:p>
        </p:txBody>
      </p:sp>
      <p:sp>
        <p:nvSpPr>
          <p:cNvPr id="2" name="Foliennummernplatzhalter 5">
            <a:extLst>
              <a:ext uri="{FF2B5EF4-FFF2-40B4-BE49-F238E27FC236}">
                <a16:creationId xmlns:a16="http://schemas.microsoft.com/office/drawing/2014/main" id="{05DA3688-07D1-82D9-6818-C95E9A69C2F1}"/>
              </a:ext>
            </a:extLst>
          </p:cNvPr>
          <p:cNvSpPr>
            <a:spLocks noGrp="1"/>
          </p:cNvSpPr>
          <p:nvPr>
            <p:ph type="sldNum" sz="quarter" idx="15"/>
          </p:nvPr>
        </p:nvSpPr>
        <p:spPr>
          <a:xfrm>
            <a:off x="412136" y="5943601"/>
            <a:ext cx="968983" cy="651912"/>
          </a:xfrm>
        </p:spPr>
        <p:txBody>
          <a:bodyPr rtlCol="0"/>
          <a:lstStyle>
            <a:defPPr>
              <a:defRPr lang="de-DE"/>
            </a:defPPr>
          </a:lstStyle>
          <a:p>
            <a:pPr rtl="0"/>
            <a:fld id="{18D65601-5AE2-46FC-B138-694DDD2B510D}" type="slidenum">
              <a:rPr lang="de-DE" smtClean="0"/>
              <a:pPr rtl="0"/>
              <a:t>‹#›</a:t>
            </a:fld>
            <a:endParaRPr lang="de-DE"/>
          </a:p>
        </p:txBody>
      </p:sp>
    </p:spTree>
    <p:extLst>
      <p:ext uri="{BB962C8B-B14F-4D97-AF65-F5344CB8AC3E}">
        <p14:creationId xmlns:p14="http://schemas.microsoft.com/office/powerpoint/2010/main" val="2226908226"/>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Vielen Dank 1">
    <p:bg>
      <p:bgPr>
        <a:solidFill>
          <a:schemeClr val="accent2">
            <a:lumMod val="50000"/>
          </a:schemeClr>
        </a:solidFill>
        <a:effectLst/>
      </p:bgPr>
    </p:bg>
    <p:spTree>
      <p:nvGrpSpPr>
        <p:cNvPr id="1" name=""/>
        <p:cNvGrpSpPr/>
        <p:nvPr/>
      </p:nvGrpSpPr>
      <p:grpSpPr>
        <a:xfrm>
          <a:off x="0" y="0"/>
          <a:ext cx="0" cy="0"/>
          <a:chOff x="0" y="0"/>
          <a:chExt cx="0" cy="0"/>
        </a:xfrm>
      </p:grpSpPr>
      <p:sp>
        <p:nvSpPr>
          <p:cNvPr id="2" name="Rechteck 1">
            <a:extLst>
              <a:ext uri="{FF2B5EF4-FFF2-40B4-BE49-F238E27FC236}">
                <a16:creationId xmlns:a16="http://schemas.microsoft.com/office/drawing/2014/main" id="{E1B5E70F-EF03-B535-2505-BC971E3BC36D}"/>
              </a:ext>
              <a:ext uri="{C183D7F6-B498-43B3-948B-1728B52AA6E4}">
                <adec:decorative xmlns:adec="http://schemas.microsoft.com/office/drawing/2017/decorative" val="1"/>
              </a:ext>
            </a:extLst>
          </p:cNvPr>
          <p:cNvSpPr/>
          <p:nvPr userDrawn="1"/>
        </p:nvSpPr>
        <p:spPr>
          <a:xfrm>
            <a:off x="0" y="594360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de-DE"/>
            </a:defPPr>
          </a:lstStyle>
          <a:p>
            <a:pPr algn="ctr" rtl="0"/>
            <a:endParaRPr lang="de-DE"/>
          </a:p>
        </p:txBody>
      </p:sp>
      <p:cxnSp>
        <p:nvCxnSpPr>
          <p:cNvPr id="3" name="Gerader Verbinder 2">
            <a:extLst>
              <a:ext uri="{FF2B5EF4-FFF2-40B4-BE49-F238E27FC236}">
                <a16:creationId xmlns:a16="http://schemas.microsoft.com/office/drawing/2014/main" id="{8794424E-93DD-A404-D05E-EF6030A76D3B}"/>
              </a:ext>
              <a:ext uri="{C183D7F6-B498-43B3-948B-1728B52AA6E4}">
                <adec:decorative xmlns:adec="http://schemas.microsoft.com/office/drawing/2017/decorative" val="1"/>
              </a:ext>
            </a:extLst>
          </p:cNvPr>
          <p:cNvCxnSpPr>
            <a:cxnSpLocks/>
          </p:cNvCxnSpPr>
          <p:nvPr userDrawn="1"/>
        </p:nvCxnSpPr>
        <p:spPr>
          <a:xfrm>
            <a:off x="896628" y="0"/>
            <a:ext cx="0" cy="6858000"/>
          </a:xfrm>
          <a:prstGeom prst="line">
            <a:avLst/>
          </a:prstGeom>
          <a:ln w="19050">
            <a:solidFill>
              <a:schemeClr val="accent5">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7" name="Rechteck 6">
            <a:extLst>
              <a:ext uri="{FF2B5EF4-FFF2-40B4-BE49-F238E27FC236}">
                <a16:creationId xmlns:a16="http://schemas.microsoft.com/office/drawing/2014/main" id="{B03A3B6B-5129-A46A-A20C-5D7BC706C9B1}"/>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de-DE"/>
            </a:defPPr>
          </a:lstStyle>
          <a:p>
            <a:pPr algn="ctr" rtl="0"/>
            <a:endParaRPr lang="de-DE"/>
          </a:p>
        </p:txBody>
      </p:sp>
      <p:sp>
        <p:nvSpPr>
          <p:cNvPr id="8" name="Titel 7">
            <a:extLst>
              <a:ext uri="{FF2B5EF4-FFF2-40B4-BE49-F238E27FC236}">
                <a16:creationId xmlns:a16="http://schemas.microsoft.com/office/drawing/2014/main" id="{24E401A1-8CEE-5E1B-343B-D737433AE63F}"/>
              </a:ext>
            </a:extLst>
          </p:cNvPr>
          <p:cNvSpPr>
            <a:spLocks noGrp="1"/>
          </p:cNvSpPr>
          <p:nvPr>
            <p:ph type="title" hasCustomPrompt="1"/>
          </p:nvPr>
        </p:nvSpPr>
        <p:spPr>
          <a:xfrm>
            <a:off x="1317614" y="690511"/>
            <a:ext cx="4964671" cy="5253089"/>
          </a:xfrm>
        </p:spPr>
        <p:txBody>
          <a:bodyPr rtlCol="0" anchor="b">
            <a:normAutofit/>
          </a:bodyPr>
          <a:lstStyle>
            <a:lvl1pPr>
              <a:defRPr lang="de-DE" sz="6000">
                <a:solidFill>
                  <a:schemeClr val="bg1"/>
                </a:solidFill>
              </a:defRPr>
            </a:lvl1pPr>
          </a:lstStyle>
          <a:p>
            <a:pPr rtl="0"/>
            <a:r>
              <a:rPr lang="de-DE"/>
              <a:t>Titel durch Klicken hinzufügen</a:t>
            </a:r>
          </a:p>
        </p:txBody>
      </p:sp>
      <p:sp>
        <p:nvSpPr>
          <p:cNvPr id="10" name="Inhaltsplatzhalter 9">
            <a:extLst>
              <a:ext uri="{FF2B5EF4-FFF2-40B4-BE49-F238E27FC236}">
                <a16:creationId xmlns:a16="http://schemas.microsoft.com/office/drawing/2014/main" id="{AD608249-3D60-D3B2-68C5-778D0EA18F2D}"/>
              </a:ext>
            </a:extLst>
          </p:cNvPr>
          <p:cNvSpPr>
            <a:spLocks noGrp="1"/>
          </p:cNvSpPr>
          <p:nvPr>
            <p:ph sz="quarter" idx="10" hasCustomPrompt="1"/>
          </p:nvPr>
        </p:nvSpPr>
        <p:spPr>
          <a:xfrm>
            <a:off x="6282286" y="690465"/>
            <a:ext cx="4784372" cy="5253089"/>
          </a:xfrm>
        </p:spPr>
        <p:txBody>
          <a:bodyPr rtlCol="0" anchor="ctr">
            <a:normAutofit/>
          </a:bodyPr>
          <a:lstStyle>
            <a:lvl1pPr marL="0" indent="0">
              <a:lnSpc>
                <a:spcPct val="100000"/>
              </a:lnSpc>
              <a:spcBef>
                <a:spcPts val="0"/>
              </a:spcBef>
              <a:spcAft>
                <a:spcPts val="1200"/>
              </a:spcAft>
              <a:buNone/>
              <a:defRPr lang="de-DE" sz="2000">
                <a:solidFill>
                  <a:schemeClr val="bg1"/>
                </a:solidFill>
              </a:defRPr>
            </a:lvl1pPr>
            <a:lvl2pPr marL="742950" indent="-285750">
              <a:lnSpc>
                <a:spcPct val="100000"/>
              </a:lnSpc>
              <a:spcBef>
                <a:spcPts val="0"/>
              </a:spcBef>
              <a:spcAft>
                <a:spcPts val="1200"/>
              </a:spcAft>
              <a:buFont typeface="Arial" panose="020B0604020202020204" pitchFamily="34" charset="0"/>
              <a:buChar char="•"/>
              <a:defRPr lang="de-DE" sz="1800">
                <a:solidFill>
                  <a:schemeClr val="bg1"/>
                </a:solidFill>
              </a:defRPr>
            </a:lvl2pPr>
            <a:lvl3pPr marL="1200150" indent="-285750">
              <a:lnSpc>
                <a:spcPct val="100000"/>
              </a:lnSpc>
              <a:spcBef>
                <a:spcPts val="0"/>
              </a:spcBef>
              <a:spcAft>
                <a:spcPts val="1200"/>
              </a:spcAft>
              <a:buFont typeface="Arial" panose="020B0604020202020204" pitchFamily="34" charset="0"/>
              <a:buChar char="•"/>
              <a:defRPr lang="de-DE" sz="1600">
                <a:solidFill>
                  <a:schemeClr val="bg1"/>
                </a:solidFill>
              </a:defRPr>
            </a:lvl3pPr>
            <a:lvl4pPr marL="1657350" indent="-285750">
              <a:lnSpc>
                <a:spcPct val="100000"/>
              </a:lnSpc>
              <a:spcBef>
                <a:spcPts val="0"/>
              </a:spcBef>
              <a:spcAft>
                <a:spcPts val="1200"/>
              </a:spcAft>
              <a:buFont typeface="Arial" panose="020B0604020202020204" pitchFamily="34" charset="0"/>
              <a:buChar char="•"/>
              <a:defRPr lang="de-DE" sz="1400">
                <a:solidFill>
                  <a:schemeClr val="bg1"/>
                </a:solidFill>
              </a:defRPr>
            </a:lvl4pPr>
            <a:lvl5pPr marL="2114550" indent="-285750">
              <a:lnSpc>
                <a:spcPct val="100000"/>
              </a:lnSpc>
              <a:spcBef>
                <a:spcPts val="0"/>
              </a:spcBef>
              <a:spcAft>
                <a:spcPts val="1200"/>
              </a:spcAft>
              <a:buFont typeface="Arial" panose="020B0604020202020204" pitchFamily="34" charset="0"/>
              <a:buChar char="•"/>
              <a:defRPr lang="de-DE" sz="1400">
                <a:solidFill>
                  <a:schemeClr val="bg1"/>
                </a:solidFill>
              </a:defRPr>
            </a:lvl5pPr>
          </a:lstStyle>
          <a:p>
            <a:pPr lvl="0" rtl="0"/>
            <a:r>
              <a:rPr lang="de-DE"/>
              <a:t>Klicken, um Inhalt hinzuzufügen</a:t>
            </a:r>
          </a:p>
          <a:p>
            <a:pPr lvl="1" rtl="0"/>
            <a:r>
              <a:rPr lang="de-DE"/>
              <a:t>Zweite Ebene</a:t>
            </a:r>
          </a:p>
          <a:p>
            <a:pPr lvl="2" rtl="0"/>
            <a:r>
              <a:rPr lang="de-DE"/>
              <a:t>Dritte Ebene</a:t>
            </a:r>
          </a:p>
          <a:p>
            <a:pPr lvl="3" rtl="0"/>
            <a:r>
              <a:rPr lang="de-DE"/>
              <a:t>Vierte Ebene</a:t>
            </a:r>
          </a:p>
          <a:p>
            <a:pPr lvl="4" rtl="0"/>
            <a:r>
              <a:rPr lang="de-DE"/>
              <a:t>Fünfte Ebene</a:t>
            </a:r>
          </a:p>
        </p:txBody>
      </p:sp>
    </p:spTree>
    <p:extLst>
      <p:ext uri="{BB962C8B-B14F-4D97-AF65-F5344CB8AC3E}">
        <p14:creationId xmlns:p14="http://schemas.microsoft.com/office/powerpoint/2010/main" val="1325647706"/>
      </p:ext>
    </p:extLst>
  </p:cSld>
  <p:clrMapOvr>
    <a:masterClrMapping/>
  </p:clrMapOvr>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slideLayout" Target="../slideLayouts/slideLayout68.xml"/><Relationship Id="rId7" Type="http://schemas.openxmlformats.org/officeDocument/2006/relationships/slideLayout" Target="../slideLayouts/slideLayout7.xml"/><Relationship Id="rId71"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66" Type="http://schemas.openxmlformats.org/officeDocument/2006/relationships/slideLayout" Target="../slideLayouts/slideLayout66.xml"/><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Layout" Target="../slideLayouts/slideLayout64.xml"/><Relationship Id="rId69" Type="http://schemas.openxmlformats.org/officeDocument/2006/relationships/slideLayout" Target="../slideLayouts/slideLayout69.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slideLayout" Target="../slideLayouts/slideLayout67.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70" Type="http://schemas.openxmlformats.org/officeDocument/2006/relationships/slideLayout" Target="../slideLayouts/slideLayout70.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78.xml"/><Relationship Id="rId13" Type="http://schemas.openxmlformats.org/officeDocument/2006/relationships/slideLayout" Target="../slideLayouts/slideLayout83.xml"/><Relationship Id="rId3" Type="http://schemas.openxmlformats.org/officeDocument/2006/relationships/slideLayout" Target="../slideLayouts/slideLayout73.xml"/><Relationship Id="rId7" Type="http://schemas.openxmlformats.org/officeDocument/2006/relationships/slideLayout" Target="../slideLayouts/slideLayout77.xml"/><Relationship Id="rId12" Type="http://schemas.openxmlformats.org/officeDocument/2006/relationships/slideLayout" Target="../slideLayouts/slideLayout82.xml"/><Relationship Id="rId2" Type="http://schemas.openxmlformats.org/officeDocument/2006/relationships/slideLayout" Target="../slideLayouts/slideLayout72.xml"/><Relationship Id="rId1" Type="http://schemas.openxmlformats.org/officeDocument/2006/relationships/slideLayout" Target="../slideLayouts/slideLayout71.xml"/><Relationship Id="rId6" Type="http://schemas.openxmlformats.org/officeDocument/2006/relationships/slideLayout" Target="../slideLayouts/slideLayout76.xml"/><Relationship Id="rId11" Type="http://schemas.openxmlformats.org/officeDocument/2006/relationships/slideLayout" Target="../slideLayouts/slideLayout81.xml"/><Relationship Id="rId5" Type="http://schemas.openxmlformats.org/officeDocument/2006/relationships/slideLayout" Target="../slideLayouts/slideLayout75.xml"/><Relationship Id="rId10" Type="http://schemas.openxmlformats.org/officeDocument/2006/relationships/slideLayout" Target="../slideLayouts/slideLayout80.xml"/><Relationship Id="rId4" Type="http://schemas.openxmlformats.org/officeDocument/2006/relationships/slideLayout" Target="../slideLayouts/slideLayout74.xml"/><Relationship Id="rId9" Type="http://schemas.openxmlformats.org/officeDocument/2006/relationships/slideLayout" Target="../slideLayouts/slideLayout79.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alpha val="99000"/>
          </a:schemeClr>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8" y="548640"/>
            <a:ext cx="10653578" cy="1132258"/>
          </a:xfrm>
          <a:prstGeom prst="rect">
            <a:avLst/>
          </a:prstGeom>
        </p:spPr>
        <p:txBody>
          <a:bodyPr vert="horz" lIns="91440" tIns="45720" rIns="91440" bIns="45720" rtlCol="0" anchor="t">
            <a:normAutofit/>
          </a:bodyPr>
          <a:lstStyle/>
          <a:p>
            <a:r>
              <a:rPr lang="de-DE"/>
              <a:t>Mastertitelformat bearbeiten</a:t>
            </a:r>
            <a:endParaRPr lang="en-US" dirty="0"/>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139035" y="110364"/>
            <a:ext cx="3494314" cy="365125"/>
          </a:xfrm>
          <a:prstGeom prst="rect">
            <a:avLst/>
          </a:prstGeom>
        </p:spPr>
        <p:txBody>
          <a:bodyPr vert="horz" lIns="91440" tIns="45720" rIns="91440" bIns="45720" rtlCol="0" anchor="ctr"/>
          <a:lstStyle>
            <a:lvl1pPr algn="l">
              <a:lnSpc>
                <a:spcPct val="80000"/>
              </a:lnSpc>
              <a:defRPr sz="1000">
                <a:solidFill>
                  <a:schemeClr val="tx1"/>
                </a:solidFill>
                <a:latin typeface="+mn-lt"/>
              </a:defRPr>
            </a:lvl1pPr>
          </a:lstStyle>
          <a:p>
            <a:fld id="{E2D2F0CB-8BED-3748-8B15-758A52C2D13F}" type="datetime1">
              <a:rPr lang="en-US" smtClean="0"/>
              <a:pPr/>
              <a:t>3/9/2026</a:t>
            </a:fld>
            <a:endParaRPr lang="en-US" dirty="0"/>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5967194" y="110364"/>
            <a:ext cx="5303520" cy="365125"/>
          </a:xfrm>
          <a:prstGeom prst="rect">
            <a:avLst/>
          </a:prstGeom>
        </p:spPr>
        <p:txBody>
          <a:bodyPr vert="horz" lIns="91440" tIns="45720" rIns="91440" bIns="45720" rtlCol="0" anchor="ctr"/>
          <a:lstStyle>
            <a:lvl1pPr algn="l">
              <a:lnSpc>
                <a:spcPct val="80000"/>
              </a:lnSpc>
              <a:defRPr sz="1000">
                <a:solidFill>
                  <a:schemeClr val="tx1"/>
                </a:solidFill>
                <a:latin typeface="+mn-lt"/>
              </a:defRPr>
            </a:lvl1pPr>
          </a:lstStyle>
          <a:p>
            <a:r>
              <a:rPr lang="en-US" dirty="0"/>
              <a:t>Shaping the future of our industry</a:t>
            </a:r>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627219" y="110364"/>
            <a:ext cx="429207" cy="365125"/>
          </a:xfrm>
          <a:prstGeom prst="rect">
            <a:avLst/>
          </a:prstGeom>
        </p:spPr>
        <p:txBody>
          <a:bodyPr vert="horz" lIns="91440" tIns="45720" rIns="91440" bIns="45720" rtlCol="0" anchor="ctr"/>
          <a:lstStyle>
            <a:lvl1pPr algn="r">
              <a:lnSpc>
                <a:spcPct val="80000"/>
              </a:lnSpc>
              <a:defRPr sz="1000">
                <a:solidFill>
                  <a:schemeClr val="tx1"/>
                </a:solidFill>
                <a:latin typeface="+mn-lt"/>
              </a:defRPr>
            </a:lvl1pPr>
          </a:lstStyle>
          <a:p>
            <a:fld id="{CC057153-B650-4DEB-B370-79DDCFDCE934}" type="slidenum">
              <a:rPr lang="en-US" smtClean="0"/>
              <a:pPr/>
              <a:t>‹#›</a:t>
            </a:fld>
            <a:endParaRPr lang="en-US" dirty="0"/>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7" y="1715532"/>
            <a:ext cx="10653579" cy="4593828"/>
          </a:xfrm>
          <a:prstGeom prst="rect">
            <a:avLst/>
          </a:prstGeom>
        </p:spPr>
        <p:txBody>
          <a:bodyPr vert="horz" lIns="91440" tIns="45720" rIns="91440" bIns="45720" rtlCol="0">
            <a:norm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Tree>
    <p:extLst>
      <p:ext uri="{BB962C8B-B14F-4D97-AF65-F5344CB8AC3E}">
        <p14:creationId xmlns:p14="http://schemas.microsoft.com/office/powerpoint/2010/main" val="918653949"/>
      </p:ext>
    </p:extLst>
  </p:cSld>
  <p:clrMap bg1="lt1" tx1="dk1" bg2="lt2" tx2="dk2" accent1="accent1" accent2="accent2" accent3="accent3" accent4="accent4" accent5="accent5" accent6="accent6" hlink="hlink" folHlink="folHlink"/>
  <p:sldLayoutIdLst>
    <p:sldLayoutId id="2147483783" r:id="rId1"/>
    <p:sldLayoutId id="2147483851" r:id="rId2"/>
    <p:sldLayoutId id="2147483784" r:id="rId3"/>
    <p:sldLayoutId id="2147483785" r:id="rId4"/>
    <p:sldLayoutId id="2147483831" r:id="rId5"/>
    <p:sldLayoutId id="2147483837" r:id="rId6"/>
    <p:sldLayoutId id="2147483852" r:id="rId7"/>
    <p:sldLayoutId id="2147483786" r:id="rId8"/>
    <p:sldLayoutId id="2147483787" r:id="rId9"/>
    <p:sldLayoutId id="2147483788" r:id="rId10"/>
    <p:sldLayoutId id="2147483789" r:id="rId11"/>
    <p:sldLayoutId id="2147483832" r:id="rId12"/>
    <p:sldLayoutId id="2147483835" r:id="rId13"/>
    <p:sldLayoutId id="2147483836" r:id="rId14"/>
    <p:sldLayoutId id="2147483790" r:id="rId15"/>
    <p:sldLayoutId id="2147483838" r:id="rId16"/>
    <p:sldLayoutId id="2147483791" r:id="rId17"/>
    <p:sldLayoutId id="2147483839" r:id="rId18"/>
    <p:sldLayoutId id="2147483792" r:id="rId19"/>
    <p:sldLayoutId id="2147483793" r:id="rId20"/>
    <p:sldLayoutId id="2147483794" r:id="rId21"/>
    <p:sldLayoutId id="2147483795" r:id="rId22"/>
    <p:sldLayoutId id="2147483796" r:id="rId23"/>
    <p:sldLayoutId id="2147483843" r:id="rId24"/>
    <p:sldLayoutId id="2147483833" r:id="rId25"/>
    <p:sldLayoutId id="2147483834" r:id="rId26"/>
    <p:sldLayoutId id="2147483797" r:id="rId27"/>
    <p:sldLayoutId id="2147483798" r:id="rId28"/>
    <p:sldLayoutId id="2147483799" r:id="rId29"/>
    <p:sldLayoutId id="2147483800" r:id="rId30"/>
    <p:sldLayoutId id="2147483801" r:id="rId31"/>
    <p:sldLayoutId id="2147483802" r:id="rId32"/>
    <p:sldLayoutId id="2147483803" r:id="rId33"/>
    <p:sldLayoutId id="2147483804" r:id="rId34"/>
    <p:sldLayoutId id="2147483805" r:id="rId35"/>
    <p:sldLayoutId id="2147483806" r:id="rId36"/>
    <p:sldLayoutId id="2147483807" r:id="rId37"/>
    <p:sldLayoutId id="2147483808" r:id="rId38"/>
    <p:sldLayoutId id="2147483809" r:id="rId39"/>
    <p:sldLayoutId id="2147483810" r:id="rId40"/>
    <p:sldLayoutId id="2147483811" r:id="rId41"/>
    <p:sldLayoutId id="2147483812" r:id="rId42"/>
    <p:sldLayoutId id="2147483813" r:id="rId43"/>
    <p:sldLayoutId id="2147483840" r:id="rId44"/>
    <p:sldLayoutId id="2147483841" r:id="rId45"/>
    <p:sldLayoutId id="2147483842" r:id="rId46"/>
    <p:sldLayoutId id="2147483828" r:id="rId47"/>
    <p:sldLayoutId id="2147483814" r:id="rId48"/>
    <p:sldLayoutId id="2147483815" r:id="rId49"/>
    <p:sldLayoutId id="2147483816" r:id="rId50"/>
    <p:sldLayoutId id="2147483844" r:id="rId51"/>
    <p:sldLayoutId id="2147483845" r:id="rId52"/>
    <p:sldLayoutId id="2147483846" r:id="rId53"/>
    <p:sldLayoutId id="2147483817" r:id="rId54"/>
    <p:sldLayoutId id="2147483818" r:id="rId55"/>
    <p:sldLayoutId id="2147483819" r:id="rId56"/>
    <p:sldLayoutId id="2147483820" r:id="rId57"/>
    <p:sldLayoutId id="2147483821" r:id="rId58"/>
    <p:sldLayoutId id="2147483822" r:id="rId59"/>
    <p:sldLayoutId id="2147483847" r:id="rId60"/>
    <p:sldLayoutId id="2147483848" r:id="rId61"/>
    <p:sldLayoutId id="2147483823" r:id="rId62"/>
    <p:sldLayoutId id="2147483824" r:id="rId63"/>
    <p:sldLayoutId id="2147483825" r:id="rId64"/>
    <p:sldLayoutId id="2147483826" r:id="rId65"/>
    <p:sldLayoutId id="2147483827" r:id="rId66"/>
    <p:sldLayoutId id="2147483850" r:id="rId67"/>
    <p:sldLayoutId id="2147483829" r:id="rId68"/>
    <p:sldLayoutId id="2147483830" r:id="rId69"/>
    <p:sldLayoutId id="2147483849" r:id="rId70"/>
  </p:sldLayoutIdLst>
  <p:hf hdr="0"/>
  <p:txStyles>
    <p:titleStyle>
      <a:lvl1pPr algn="l" defTabSz="914400" rtl="0" eaLnBrk="1" latinLnBrk="0" hangingPunct="1">
        <a:lnSpc>
          <a:spcPct val="80000"/>
        </a:lnSpc>
        <a:spcBef>
          <a:spcPct val="0"/>
        </a:spcBef>
        <a:buNone/>
        <a:defRPr sz="5600" b="0" i="0" kern="1200" spc="-200" baseline="0">
          <a:solidFill>
            <a:schemeClr val="tx1"/>
          </a:solidFill>
          <a:latin typeface="+mj-lt"/>
          <a:ea typeface="+mj-ea"/>
          <a:cs typeface="+mj-cs"/>
        </a:defRPr>
      </a:lvl1pPr>
    </p:titleStyle>
    <p:bodyStyle>
      <a:lvl1pPr marL="0" indent="0" algn="l" defTabSz="914400" rtl="0" eaLnBrk="1" latinLnBrk="0" hangingPunct="1">
        <a:lnSpc>
          <a:spcPct val="80000"/>
        </a:lnSpc>
        <a:spcBef>
          <a:spcPts val="1000"/>
        </a:spcBef>
        <a:buFont typeface="Arial" panose="020B0604020202020204" pitchFamily="34" charset="0"/>
        <a:buNone/>
        <a:defRPr sz="1400" kern="1200" baseline="0">
          <a:solidFill>
            <a:schemeClr val="tx1"/>
          </a:solidFill>
          <a:latin typeface="+mn-lt"/>
          <a:ea typeface="+mn-ea"/>
          <a:cs typeface="+mn-cs"/>
        </a:defRPr>
      </a:lvl1pPr>
      <a:lvl2pPr marL="228600" indent="0" algn="l" defTabSz="914400" rtl="0" eaLnBrk="1" latinLnBrk="0" hangingPunct="1">
        <a:lnSpc>
          <a:spcPct val="80000"/>
        </a:lnSpc>
        <a:spcBef>
          <a:spcPts val="1000"/>
        </a:spcBef>
        <a:buFont typeface="Arial" panose="020B0604020202020204" pitchFamily="34" charset="0"/>
        <a:buNone/>
        <a:defRPr sz="1400" kern="1200" baseline="0">
          <a:solidFill>
            <a:schemeClr val="tx1"/>
          </a:solidFill>
          <a:latin typeface="+mn-lt"/>
          <a:ea typeface="+mn-ea"/>
          <a:cs typeface="+mn-cs"/>
        </a:defRPr>
      </a:lvl2pPr>
      <a:lvl3pPr marL="457200" indent="0" algn="l" defTabSz="914400" rtl="0" eaLnBrk="1" latinLnBrk="0" hangingPunct="1">
        <a:lnSpc>
          <a:spcPct val="80000"/>
        </a:lnSpc>
        <a:spcBef>
          <a:spcPts val="1000"/>
        </a:spcBef>
        <a:buFont typeface="Arial" panose="020B0604020202020204" pitchFamily="34" charset="0"/>
        <a:buNone/>
        <a:defRPr sz="1400" kern="1200" baseline="0">
          <a:solidFill>
            <a:schemeClr val="tx1"/>
          </a:solidFill>
          <a:latin typeface="+mn-lt"/>
          <a:ea typeface="+mn-ea"/>
          <a:cs typeface="+mn-cs"/>
        </a:defRPr>
      </a:lvl3pPr>
      <a:lvl4pPr marL="685800" indent="0" algn="l" defTabSz="914400" rtl="0" eaLnBrk="1" latinLnBrk="0" hangingPunct="1">
        <a:lnSpc>
          <a:spcPct val="80000"/>
        </a:lnSpc>
        <a:spcBef>
          <a:spcPts val="1000"/>
        </a:spcBef>
        <a:buFont typeface="Arial" panose="020B0604020202020204" pitchFamily="34" charset="0"/>
        <a:buNone/>
        <a:defRPr sz="1400" kern="1200" baseline="0">
          <a:solidFill>
            <a:schemeClr val="tx1"/>
          </a:solidFill>
          <a:latin typeface="+mn-lt"/>
          <a:ea typeface="+mn-ea"/>
          <a:cs typeface="+mn-cs"/>
        </a:defRPr>
      </a:lvl4pPr>
      <a:lvl5pPr marL="914400" indent="0" algn="l" defTabSz="914400" rtl="0" eaLnBrk="1" latinLnBrk="0" hangingPunct="1">
        <a:lnSpc>
          <a:spcPct val="80000"/>
        </a:lnSpc>
        <a:spcBef>
          <a:spcPts val="1000"/>
        </a:spcBef>
        <a:buFont typeface="Arial" panose="020B0604020202020204" pitchFamily="34" charset="0"/>
        <a:buNone/>
        <a:defRPr sz="1400" kern="120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5" orient="horz" pos="2160">
          <p15:clr>
            <a:srgbClr val="F26B43"/>
          </p15:clr>
        </p15:guide>
        <p15:guide id="6" pos="3840">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a:extLst>
              <a:ext uri="{FF2B5EF4-FFF2-40B4-BE49-F238E27FC236}">
                <a16:creationId xmlns:a16="http://schemas.microsoft.com/office/drawing/2014/main" id="{0B82F216-62F1-7E0B-63FD-51C27CDAA1B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defPPr>
              <a:defRPr lang="de-DE"/>
            </a:defPPr>
          </a:lstStyle>
          <a:p>
            <a:pPr rtl="0"/>
            <a:r>
              <a:rPr lang="de-DE"/>
              <a:t>Titelmasterformat durch Klicken bearbeiten</a:t>
            </a:r>
          </a:p>
        </p:txBody>
      </p:sp>
      <p:sp>
        <p:nvSpPr>
          <p:cNvPr id="3" name="Textplatzhalter 2">
            <a:extLst>
              <a:ext uri="{FF2B5EF4-FFF2-40B4-BE49-F238E27FC236}">
                <a16:creationId xmlns:a16="http://schemas.microsoft.com/office/drawing/2014/main" id="{7E61F31D-B959-2AD8-9208-FF08B574DB4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defPPr>
              <a:defRPr lang="de-DE"/>
            </a:defPPr>
          </a:lstStyle>
          <a:p>
            <a:pPr lvl="0" rtl="0"/>
            <a:r>
              <a:rPr lang="de-DE"/>
              <a:t>Textmasterformat durch Klicken bearbeiten</a:t>
            </a:r>
          </a:p>
          <a:p>
            <a:pPr lvl="1" rtl="0"/>
            <a:r>
              <a:rPr lang="de-DE"/>
              <a:t>Zweite Ebene</a:t>
            </a:r>
          </a:p>
          <a:p>
            <a:pPr lvl="2" rtl="0"/>
            <a:r>
              <a:rPr lang="de-DE"/>
              <a:t>Dritte Ebene</a:t>
            </a:r>
          </a:p>
          <a:p>
            <a:pPr lvl="3" rtl="0"/>
            <a:r>
              <a:rPr lang="de-DE"/>
              <a:t>Vierte Ebene</a:t>
            </a:r>
          </a:p>
          <a:p>
            <a:pPr lvl="4" rtl="0"/>
            <a:r>
              <a:rPr lang="de-DE"/>
              <a:t>Fünfte Ebene</a:t>
            </a:r>
          </a:p>
        </p:txBody>
      </p:sp>
      <p:sp>
        <p:nvSpPr>
          <p:cNvPr id="4" name="Datumsplatzhalter 3">
            <a:extLst>
              <a:ext uri="{FF2B5EF4-FFF2-40B4-BE49-F238E27FC236}">
                <a16:creationId xmlns:a16="http://schemas.microsoft.com/office/drawing/2014/main" id="{EF32C8C7-5C6C-400B-AEC0-4D8178161BB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lang="de-DE" sz="900" b="0" cap="all" spc="150" baseline="0">
                <a:solidFill>
                  <a:schemeClr val="bg2">
                    <a:lumMod val="50000"/>
                  </a:schemeClr>
                </a:solidFill>
                <a:latin typeface="Univers Light" panose="020B0403020202020204" pitchFamily="34" charset="0"/>
              </a:defRPr>
            </a:lvl1pPr>
          </a:lstStyle>
          <a:p>
            <a:pPr rtl="0"/>
            <a:endParaRPr lang="de-DE"/>
          </a:p>
        </p:txBody>
      </p:sp>
      <p:sp>
        <p:nvSpPr>
          <p:cNvPr id="5" name="Fußzeilenplatzhalter 4">
            <a:extLst>
              <a:ext uri="{FF2B5EF4-FFF2-40B4-BE49-F238E27FC236}">
                <a16:creationId xmlns:a16="http://schemas.microsoft.com/office/drawing/2014/main" id="{4B7105D6-7B52-4B7D-9473-BCD571A93A0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lang="de-DE" sz="900" b="0" cap="all" spc="150" baseline="0">
                <a:solidFill>
                  <a:schemeClr val="bg2">
                    <a:lumMod val="50000"/>
                  </a:schemeClr>
                </a:solidFill>
                <a:latin typeface="Univers Light" panose="020B0403020202020204" pitchFamily="34" charset="0"/>
              </a:defRPr>
            </a:lvl1pPr>
          </a:lstStyle>
          <a:p>
            <a:pPr rtl="0"/>
            <a:endParaRPr lang="de-DE"/>
          </a:p>
        </p:txBody>
      </p:sp>
      <p:sp>
        <p:nvSpPr>
          <p:cNvPr id="6" name="Foliennummernplatzhalter 5">
            <a:extLst>
              <a:ext uri="{FF2B5EF4-FFF2-40B4-BE49-F238E27FC236}">
                <a16:creationId xmlns:a16="http://schemas.microsoft.com/office/drawing/2014/main" id="{B13EAA0A-7090-4FA3-AD1C-CD4570404021}"/>
              </a:ext>
            </a:extLst>
          </p:cNvPr>
          <p:cNvSpPr>
            <a:spLocks noGrp="1"/>
          </p:cNvSpPr>
          <p:nvPr>
            <p:ph type="sldNum" sz="quarter" idx="4"/>
          </p:nvPr>
        </p:nvSpPr>
        <p:spPr>
          <a:xfrm>
            <a:off x="412136" y="5943601"/>
            <a:ext cx="968983" cy="651912"/>
          </a:xfrm>
          <a:prstGeom prst="rect">
            <a:avLst/>
          </a:prstGeom>
        </p:spPr>
        <p:txBody>
          <a:bodyPr vert="horz" lIns="91440" tIns="45720" rIns="91440" bIns="45720" rtlCol="0" anchor="ctr"/>
          <a:lstStyle>
            <a:lvl1pPr algn="ctr">
              <a:defRPr lang="de-DE" sz="1200" b="1" spc="150" baseline="0">
                <a:solidFill>
                  <a:schemeClr val="tx1"/>
                </a:solidFill>
                <a:latin typeface="+mn-lt"/>
              </a:defRPr>
            </a:lvl1pPr>
          </a:lstStyle>
          <a:p>
            <a:pPr rtl="0"/>
            <a:fld id="{18D65601-5AE2-46FC-B138-694DDD2B510D}" type="slidenum">
              <a:rPr lang="de-DE" smtClean="0"/>
              <a:pPr rtl="0"/>
              <a:t>‹#›</a:t>
            </a:fld>
            <a:endParaRPr lang="de-DE"/>
          </a:p>
        </p:txBody>
      </p:sp>
    </p:spTree>
    <p:extLst>
      <p:ext uri="{BB962C8B-B14F-4D97-AF65-F5344CB8AC3E}">
        <p14:creationId xmlns:p14="http://schemas.microsoft.com/office/powerpoint/2010/main" val="2416066639"/>
      </p:ext>
    </p:extLst>
  </p:cSld>
  <p:clrMap bg1="lt1" tx1="dk1" bg2="lt2" tx2="dk2" accent1="accent1" accent2="accent2" accent3="accent3" accent4="accent4" accent5="accent5" accent6="accent6" hlink="hlink" folHlink="folHlink"/>
  <p:sldLayoutIdLst>
    <p:sldLayoutId id="2147483879" r:id="rId1"/>
    <p:sldLayoutId id="2147483880" r:id="rId2"/>
    <p:sldLayoutId id="2147483881" r:id="rId3"/>
    <p:sldLayoutId id="2147483882" r:id="rId4"/>
    <p:sldLayoutId id="2147483883" r:id="rId5"/>
    <p:sldLayoutId id="2147483884" r:id="rId6"/>
    <p:sldLayoutId id="2147483885" r:id="rId7"/>
    <p:sldLayoutId id="2147483886" r:id="rId8"/>
    <p:sldLayoutId id="2147483887" r:id="rId9"/>
    <p:sldLayoutId id="2147483888" r:id="rId10"/>
    <p:sldLayoutId id="2147483889" r:id="rId11"/>
    <p:sldLayoutId id="2147483890" r:id="rId12"/>
    <p:sldLayoutId id="2147483891" r:id="rId13"/>
  </p:sldLayoutIdLst>
  <p:hf hdr="0" ftr="0" dt="0"/>
  <p:txStyles>
    <p:titleStyle>
      <a:lvl1pPr algn="l" defTabSz="914400" rtl="0" eaLnBrk="1" latinLnBrk="0" hangingPunct="1">
        <a:lnSpc>
          <a:spcPct val="90000"/>
        </a:lnSpc>
        <a:spcBef>
          <a:spcPct val="0"/>
        </a:spcBef>
        <a:buNone/>
        <a:defRPr lang="de-DE"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lang="de-DE"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lang="de-DE"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lang="de-DE"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lang="de-DE"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lang="de-DE"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lang="de-DE"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lang="de-DE"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lang="de-DE"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lang="de-DE" sz="1800" kern="1200">
          <a:solidFill>
            <a:schemeClr val="tx1"/>
          </a:solidFill>
          <a:latin typeface="+mn-lt"/>
          <a:ea typeface="+mn-ea"/>
          <a:cs typeface="+mn-cs"/>
        </a:defRPr>
      </a:lvl9pPr>
    </p:bodyStyle>
    <p:otherStyle>
      <a:defPPr>
        <a:defRPr lang="de-DE"/>
      </a:defPPr>
      <a:lvl1pPr marL="0" algn="l" defTabSz="914400" rtl="0" eaLnBrk="1" latinLnBrk="0" hangingPunct="1">
        <a:defRPr lang="de-DE" sz="1800" kern="1200">
          <a:solidFill>
            <a:schemeClr val="tx1"/>
          </a:solidFill>
          <a:latin typeface="+mn-lt"/>
          <a:ea typeface="+mn-ea"/>
          <a:cs typeface="+mn-cs"/>
        </a:defRPr>
      </a:lvl1pPr>
      <a:lvl2pPr marL="457200" algn="l" defTabSz="914400" rtl="0" eaLnBrk="1" latinLnBrk="0" hangingPunct="1">
        <a:defRPr lang="de-DE" sz="1800" kern="1200">
          <a:solidFill>
            <a:schemeClr val="tx1"/>
          </a:solidFill>
          <a:latin typeface="+mn-lt"/>
          <a:ea typeface="+mn-ea"/>
          <a:cs typeface="+mn-cs"/>
        </a:defRPr>
      </a:lvl2pPr>
      <a:lvl3pPr marL="914400" algn="l" defTabSz="914400" rtl="0" eaLnBrk="1" latinLnBrk="0" hangingPunct="1">
        <a:defRPr lang="de-DE" sz="1800" kern="1200">
          <a:solidFill>
            <a:schemeClr val="tx1"/>
          </a:solidFill>
          <a:latin typeface="+mn-lt"/>
          <a:ea typeface="+mn-ea"/>
          <a:cs typeface="+mn-cs"/>
        </a:defRPr>
      </a:lvl3pPr>
      <a:lvl4pPr marL="1371600" algn="l" defTabSz="914400" rtl="0" eaLnBrk="1" latinLnBrk="0" hangingPunct="1">
        <a:defRPr lang="de-DE" sz="1800" kern="1200">
          <a:solidFill>
            <a:schemeClr val="tx1"/>
          </a:solidFill>
          <a:latin typeface="+mn-lt"/>
          <a:ea typeface="+mn-ea"/>
          <a:cs typeface="+mn-cs"/>
        </a:defRPr>
      </a:lvl4pPr>
      <a:lvl5pPr marL="1828800" algn="l" defTabSz="914400" rtl="0" eaLnBrk="1" latinLnBrk="0" hangingPunct="1">
        <a:defRPr lang="de-DE" sz="1800" kern="1200">
          <a:solidFill>
            <a:schemeClr val="tx1"/>
          </a:solidFill>
          <a:latin typeface="+mn-lt"/>
          <a:ea typeface="+mn-ea"/>
          <a:cs typeface="+mn-cs"/>
        </a:defRPr>
      </a:lvl5pPr>
      <a:lvl6pPr marL="2286000" algn="l" defTabSz="914400" rtl="0" eaLnBrk="1" latinLnBrk="0" hangingPunct="1">
        <a:defRPr lang="de-DE" sz="1800" kern="1200">
          <a:solidFill>
            <a:schemeClr val="tx1"/>
          </a:solidFill>
          <a:latin typeface="+mn-lt"/>
          <a:ea typeface="+mn-ea"/>
          <a:cs typeface="+mn-cs"/>
        </a:defRPr>
      </a:lvl6pPr>
      <a:lvl7pPr marL="2743200" algn="l" defTabSz="914400" rtl="0" eaLnBrk="1" latinLnBrk="0" hangingPunct="1">
        <a:defRPr lang="de-DE" sz="1800" kern="1200">
          <a:solidFill>
            <a:schemeClr val="tx1"/>
          </a:solidFill>
          <a:latin typeface="+mn-lt"/>
          <a:ea typeface="+mn-ea"/>
          <a:cs typeface="+mn-cs"/>
        </a:defRPr>
      </a:lvl7pPr>
      <a:lvl8pPr marL="3200400" algn="l" defTabSz="914400" rtl="0" eaLnBrk="1" latinLnBrk="0" hangingPunct="1">
        <a:defRPr lang="de-DE" sz="1800" kern="1200">
          <a:solidFill>
            <a:schemeClr val="tx1"/>
          </a:solidFill>
          <a:latin typeface="+mn-lt"/>
          <a:ea typeface="+mn-ea"/>
          <a:cs typeface="+mn-cs"/>
        </a:defRPr>
      </a:lvl8pPr>
      <a:lvl9pPr marL="3657600" algn="l" defTabSz="914400" rtl="0" eaLnBrk="1" latinLnBrk="0" hangingPunct="1">
        <a:defRPr lang="de-DE"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xml"/><Relationship Id="rId1" Type="http://schemas.openxmlformats.org/officeDocument/2006/relationships/slideLayout" Target="../slideLayouts/slideLayout5.xml"/><Relationship Id="rId5" Type="http://schemas.openxmlformats.org/officeDocument/2006/relationships/image" Target="../media/image3.png"/><Relationship Id="rId4" Type="http://schemas.microsoft.com/office/2007/relationships/hdphoto" Target="../media/hdphoto1.wdp"/></Relationships>
</file>

<file path=ppt/slides/_rels/slide4.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26.png"/><Relationship Id="rId7" Type="http://schemas.openxmlformats.org/officeDocument/2006/relationships/image" Target="../media/image28.png"/><Relationship Id="rId12" Type="http://schemas.openxmlformats.org/officeDocument/2006/relationships/hyperlink" Target="https://blogs.ubc.ca/communicatingscience2019w111/category/biological-sciences/"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microsoft.com/office/2007/relationships/hdphoto" Target="../media/hdphoto3.wdp"/><Relationship Id="rId11" Type="http://schemas.microsoft.com/office/2007/relationships/hdphoto" Target="../media/hdphoto4.wdp"/><Relationship Id="rId5" Type="http://schemas.openxmlformats.org/officeDocument/2006/relationships/image" Target="../media/image27.png"/><Relationship Id="rId10" Type="http://schemas.openxmlformats.org/officeDocument/2006/relationships/image" Target="../media/image31.png"/><Relationship Id="rId4" Type="http://schemas.microsoft.com/office/2007/relationships/hdphoto" Target="../media/hdphoto2.wdp"/><Relationship Id="rId9" Type="http://schemas.openxmlformats.org/officeDocument/2006/relationships/image" Target="../media/image30.sv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1.png"/><Relationship Id="rId7" Type="http://schemas.openxmlformats.org/officeDocument/2006/relationships/image" Target="../media/image30.svg"/><Relationship Id="rId2" Type="http://schemas.openxmlformats.org/officeDocument/2006/relationships/image" Target="../media/image32.png"/><Relationship Id="rId1" Type="http://schemas.openxmlformats.org/officeDocument/2006/relationships/slideLayout" Target="../slideLayouts/slideLayout2.xml"/><Relationship Id="rId6" Type="http://schemas.openxmlformats.org/officeDocument/2006/relationships/image" Target="../media/image29.png"/><Relationship Id="rId5" Type="http://schemas.openxmlformats.org/officeDocument/2006/relationships/hyperlink" Target="https://blogs.ubc.ca/communicatingscience2019w111/category/biological-sciences/" TargetMode="External"/><Relationship Id="rId4" Type="http://schemas.microsoft.com/office/2007/relationships/hdphoto" Target="../media/hdphoto4.wdp"/></Relationships>
</file>

<file path=ppt/slides/_rels/slide8.xml.rels><?xml version="1.0" encoding="UTF-8" standalone="yes"?>
<Relationships xmlns="http://schemas.openxmlformats.org/package/2006/relationships"><Relationship Id="rId3" Type="http://schemas.openxmlformats.org/officeDocument/2006/relationships/image" Target="../media/image34.jpeg"/><Relationship Id="rId7" Type="http://schemas.openxmlformats.org/officeDocument/2006/relationships/image" Target="../media/image30.svg"/><Relationship Id="rId2" Type="http://schemas.openxmlformats.org/officeDocument/2006/relationships/image" Target="../media/image33.png"/><Relationship Id="rId1" Type="http://schemas.openxmlformats.org/officeDocument/2006/relationships/slideLayout" Target="../slideLayouts/slideLayout2.xml"/><Relationship Id="rId6" Type="http://schemas.openxmlformats.org/officeDocument/2006/relationships/image" Target="../media/image29.png"/><Relationship Id="rId5" Type="http://schemas.openxmlformats.org/officeDocument/2006/relationships/image" Target="../media/image36.png"/><Relationship Id="rId4" Type="http://schemas.openxmlformats.org/officeDocument/2006/relationships/image" Target="../media/image3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0.sv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30.sv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8" Type="http://schemas.openxmlformats.org/officeDocument/2006/relationships/image" Target="../media/image30.svg"/><Relationship Id="rId3" Type="http://schemas.openxmlformats.org/officeDocument/2006/relationships/image" Target="../media/image39.png"/><Relationship Id="rId7" Type="http://schemas.openxmlformats.org/officeDocument/2006/relationships/image" Target="../media/image29.png"/><Relationship Id="rId2" Type="http://schemas.openxmlformats.org/officeDocument/2006/relationships/image" Target="../media/image38.png"/><Relationship Id="rId1" Type="http://schemas.openxmlformats.org/officeDocument/2006/relationships/slideLayout" Target="../slideLayouts/slideLayout2.xml"/><Relationship Id="rId6" Type="http://schemas.openxmlformats.org/officeDocument/2006/relationships/image" Target="../media/image42.svg"/><Relationship Id="rId5" Type="http://schemas.openxmlformats.org/officeDocument/2006/relationships/image" Target="../media/image41.png"/><Relationship Id="rId4" Type="http://schemas.openxmlformats.org/officeDocument/2006/relationships/image" Target="../media/image40.svg"/></Relationships>
</file>

<file path=ppt/slides/_rels/slide18.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jpeg"/><Relationship Id="rId1" Type="http://schemas.openxmlformats.org/officeDocument/2006/relationships/slideLayout" Target="../slideLayouts/slideLayout2.xml"/><Relationship Id="rId6" Type="http://schemas.openxmlformats.org/officeDocument/2006/relationships/image" Target="../media/image30.svg"/><Relationship Id="rId5" Type="http://schemas.openxmlformats.org/officeDocument/2006/relationships/image" Target="../media/image29.png"/><Relationship Id="rId4" Type="http://schemas.openxmlformats.org/officeDocument/2006/relationships/image" Target="../media/image45.png"/></Relationships>
</file>

<file path=ppt/slides/_rels/slide19.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2.xml"/><Relationship Id="rId5" Type="http://schemas.openxmlformats.org/officeDocument/2006/relationships/image" Target="../media/image49.png"/><Relationship Id="rId4" Type="http://schemas.openxmlformats.org/officeDocument/2006/relationships/image" Target="../media/image48.png"/></Relationships>
</file>

<file path=ppt/slides/_rels/slide20.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5.xml"/></Relationships>
</file>

<file path=ppt/slides/_rels/slide25.xml.rels><?xml version="1.0" encoding="UTF-8" standalone="yes"?>
<Relationships xmlns="http://schemas.openxmlformats.org/package/2006/relationships"><Relationship Id="rId8" Type="http://schemas.openxmlformats.org/officeDocument/2006/relationships/image" Target="../media/image53.svg"/><Relationship Id="rId3" Type="http://schemas.openxmlformats.org/officeDocument/2006/relationships/diagramLayout" Target="../diagrams/layout1.xml"/><Relationship Id="rId7" Type="http://schemas.openxmlformats.org/officeDocument/2006/relationships/image" Target="../media/image52.png"/><Relationship Id="rId2" Type="http://schemas.openxmlformats.org/officeDocument/2006/relationships/diagramData" Target="../diagrams/data1.xml"/><Relationship Id="rId1" Type="http://schemas.openxmlformats.org/officeDocument/2006/relationships/slideLayout" Target="../slideLayouts/slideLayout75.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slide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CF76B8-B112-B266-858A-D7E394A354C4}"/>
              </a:ext>
            </a:extLst>
          </p:cNvPr>
          <p:cNvSpPr>
            <a:spLocks noGrp="1"/>
          </p:cNvSpPr>
          <p:nvPr>
            <p:ph type="title"/>
          </p:nvPr>
        </p:nvSpPr>
        <p:spPr/>
        <p:txBody>
          <a:bodyPr/>
          <a:lstStyle/>
          <a:p>
            <a:r>
              <a:rPr lang="de-DE"/>
              <a:t>Hands-on</a:t>
            </a:r>
            <a:endParaRPr lang="en-US"/>
          </a:p>
        </p:txBody>
      </p:sp>
      <p:sp>
        <p:nvSpPr>
          <p:cNvPr id="3" name="Date Placeholder 2">
            <a:extLst>
              <a:ext uri="{FF2B5EF4-FFF2-40B4-BE49-F238E27FC236}">
                <a16:creationId xmlns:a16="http://schemas.microsoft.com/office/drawing/2014/main" id="{710A13E9-E6D8-EF4D-A012-526184BAC3F3}"/>
              </a:ext>
            </a:extLst>
          </p:cNvPr>
          <p:cNvSpPr>
            <a:spLocks noGrp="1"/>
          </p:cNvSpPr>
          <p:nvPr>
            <p:ph type="dt" sz="half" idx="10"/>
          </p:nvPr>
        </p:nvSpPr>
        <p:spPr/>
        <p:txBody>
          <a:bodyPr/>
          <a:lstStyle/>
          <a:p>
            <a:fld id="{B1718F38-94AC-4B28-B69B-662CDAB3677F}" type="datetime1">
              <a:rPr lang="en-US" smtClean="0"/>
              <a:t>3/9/2026</a:t>
            </a:fld>
            <a:endParaRPr lang="en-US" dirty="0"/>
          </a:p>
        </p:txBody>
      </p:sp>
      <p:sp>
        <p:nvSpPr>
          <p:cNvPr id="4" name="Footer Placeholder 3">
            <a:extLst>
              <a:ext uri="{FF2B5EF4-FFF2-40B4-BE49-F238E27FC236}">
                <a16:creationId xmlns:a16="http://schemas.microsoft.com/office/drawing/2014/main" id="{43447C00-740B-D4E8-101E-53D8EE5EF941}"/>
              </a:ext>
            </a:extLst>
          </p:cNvPr>
          <p:cNvSpPr>
            <a:spLocks noGrp="1"/>
          </p:cNvSpPr>
          <p:nvPr>
            <p:ph type="ftr" sz="quarter" idx="11"/>
          </p:nvPr>
        </p:nvSpPr>
        <p:spPr/>
        <p:txBody>
          <a:bodyPr/>
          <a:lstStyle/>
          <a:p>
            <a:r>
              <a:rPr lang="en-US"/>
              <a:t>Sample Footer Text</a:t>
            </a:r>
            <a:endParaRPr lang="en-US" dirty="0"/>
          </a:p>
        </p:txBody>
      </p:sp>
      <p:sp>
        <p:nvSpPr>
          <p:cNvPr id="5" name="Slide Number Placeholder 4">
            <a:extLst>
              <a:ext uri="{FF2B5EF4-FFF2-40B4-BE49-F238E27FC236}">
                <a16:creationId xmlns:a16="http://schemas.microsoft.com/office/drawing/2014/main" id="{03411070-55F7-C284-251E-2D1F45AA3558}"/>
              </a:ext>
            </a:extLst>
          </p:cNvPr>
          <p:cNvSpPr>
            <a:spLocks noGrp="1"/>
          </p:cNvSpPr>
          <p:nvPr>
            <p:ph type="sldNum" sz="quarter" idx="12"/>
          </p:nvPr>
        </p:nvSpPr>
        <p:spPr/>
        <p:txBody>
          <a:bodyPr/>
          <a:lstStyle/>
          <a:p>
            <a:fld id="{CC057153-B650-4DEB-B370-79DDCFDCE934}" type="slidenum">
              <a:rPr lang="en-US" smtClean="0"/>
              <a:t>1</a:t>
            </a:fld>
            <a:endParaRPr lang="en-US" dirty="0"/>
          </a:p>
        </p:txBody>
      </p:sp>
      <p:sp>
        <p:nvSpPr>
          <p:cNvPr id="6" name="Content Placeholder 5">
            <a:extLst>
              <a:ext uri="{FF2B5EF4-FFF2-40B4-BE49-F238E27FC236}">
                <a16:creationId xmlns:a16="http://schemas.microsoft.com/office/drawing/2014/main" id="{C8758356-75D7-7B05-01D4-7AADE99A3AD2}"/>
              </a:ext>
            </a:extLst>
          </p:cNvPr>
          <p:cNvSpPr>
            <a:spLocks noGrp="1"/>
          </p:cNvSpPr>
          <p:nvPr>
            <p:ph idx="1"/>
          </p:nvPr>
        </p:nvSpPr>
        <p:spPr/>
        <p:txBody>
          <a:bodyPr/>
          <a:lstStyle/>
          <a:p>
            <a:pPr marL="342900" indent="-342900">
              <a:buFont typeface="+mj-lt"/>
              <a:buAutoNum type="arabicPeriod"/>
            </a:pPr>
            <a:r>
              <a:rPr lang="de-DE"/>
              <a:t>discuss SPGs of aquatic invertebrates</a:t>
            </a:r>
          </a:p>
          <a:p>
            <a:pPr marL="342900" indent="-342900">
              <a:buFont typeface="+mj-lt"/>
              <a:buAutoNum type="arabicPeriod"/>
            </a:pPr>
            <a:r>
              <a:rPr lang="de-DE"/>
              <a:t>discuss available DLT simulation outcome</a:t>
            </a:r>
          </a:p>
          <a:p>
            <a:pPr marL="342900" indent="-342900">
              <a:buFont typeface="+mj-lt"/>
              <a:buAutoNum type="arabicPeriod"/>
            </a:pPr>
            <a:r>
              <a:rPr lang="de-DE"/>
              <a:t>Do analysis,  outcome </a:t>
            </a:r>
          </a:p>
          <a:p>
            <a:pPr marL="571500" lvl="1" indent="-342900">
              <a:buFont typeface="+mj-lt"/>
              <a:buAutoNum type="arabicPeriod"/>
            </a:pPr>
            <a:r>
              <a:rPr lang="de-DE"/>
              <a:t>Material: HDF arr.dat, HDF viewer, Jupyter Notebook</a:t>
            </a:r>
          </a:p>
          <a:p>
            <a:pPr marL="342900" indent="-342900">
              <a:buFont typeface="+mj-lt"/>
              <a:buAutoNum type="arabicPeriod"/>
            </a:pPr>
            <a:endParaRPr lang="de-DE"/>
          </a:p>
          <a:p>
            <a:pPr marL="342900" indent="-342900">
              <a:buFont typeface="+mj-lt"/>
              <a:buAutoNum type="arabicPeriod"/>
            </a:pPr>
            <a:endParaRPr lang="en-US"/>
          </a:p>
        </p:txBody>
      </p:sp>
    </p:spTree>
    <p:extLst>
      <p:ext uri="{BB962C8B-B14F-4D97-AF65-F5344CB8AC3E}">
        <p14:creationId xmlns:p14="http://schemas.microsoft.com/office/powerpoint/2010/main" val="34463869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945B7C-B01F-F6B2-4DD0-4F016A2835C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6DE8CA-898A-BEAC-11D1-25644954C5EF}"/>
              </a:ext>
            </a:extLst>
          </p:cNvPr>
          <p:cNvSpPr>
            <a:spLocks noGrp="1"/>
          </p:cNvSpPr>
          <p:nvPr>
            <p:ph type="title"/>
          </p:nvPr>
        </p:nvSpPr>
        <p:spPr/>
        <p:txBody>
          <a:bodyPr/>
          <a:lstStyle/>
          <a:p>
            <a:r>
              <a:rPr lang="de-DE"/>
              <a:t>Hands-on</a:t>
            </a:r>
            <a:endParaRPr lang="en-US"/>
          </a:p>
        </p:txBody>
      </p:sp>
      <p:sp>
        <p:nvSpPr>
          <p:cNvPr id="5" name="Slide Number Placeholder 4">
            <a:extLst>
              <a:ext uri="{FF2B5EF4-FFF2-40B4-BE49-F238E27FC236}">
                <a16:creationId xmlns:a16="http://schemas.microsoft.com/office/drawing/2014/main" id="{F1888C38-FF71-4373-C8FB-1D749E4DF764}"/>
              </a:ext>
            </a:extLst>
          </p:cNvPr>
          <p:cNvSpPr>
            <a:spLocks noGrp="1"/>
          </p:cNvSpPr>
          <p:nvPr>
            <p:ph type="sldNum" sz="quarter" idx="12"/>
          </p:nvPr>
        </p:nvSpPr>
        <p:spPr/>
        <p:txBody>
          <a:bodyPr/>
          <a:lstStyle/>
          <a:p>
            <a:fld id="{CC057153-B650-4DEB-B370-79DDCFDCE934}" type="slidenum">
              <a:rPr lang="en-US" smtClean="0"/>
              <a:t>2</a:t>
            </a:fld>
            <a:endParaRPr lang="en-US" dirty="0"/>
          </a:p>
        </p:txBody>
      </p:sp>
      <p:sp>
        <p:nvSpPr>
          <p:cNvPr id="6" name="Content Placeholder 5">
            <a:extLst>
              <a:ext uri="{FF2B5EF4-FFF2-40B4-BE49-F238E27FC236}">
                <a16:creationId xmlns:a16="http://schemas.microsoft.com/office/drawing/2014/main" id="{8CBA9AC3-68F8-7ED9-33A4-7241D78A60AD}"/>
              </a:ext>
            </a:extLst>
          </p:cNvPr>
          <p:cNvSpPr>
            <a:spLocks noGrp="1"/>
          </p:cNvSpPr>
          <p:nvPr>
            <p:ph idx="1"/>
          </p:nvPr>
        </p:nvSpPr>
        <p:spPr/>
        <p:txBody>
          <a:bodyPr/>
          <a:lstStyle/>
          <a:p>
            <a:endParaRPr lang="de-DE"/>
          </a:p>
          <a:p>
            <a:pPr marL="342900" indent="-342900">
              <a:buFont typeface="+mj-lt"/>
              <a:buAutoNum type="arabicPeriod"/>
            </a:pPr>
            <a:endParaRPr lang="en-US"/>
          </a:p>
        </p:txBody>
      </p:sp>
      <p:graphicFrame>
        <p:nvGraphicFramePr>
          <p:cNvPr id="7" name="Tabelle 6">
            <a:extLst>
              <a:ext uri="{FF2B5EF4-FFF2-40B4-BE49-F238E27FC236}">
                <a16:creationId xmlns:a16="http://schemas.microsoft.com/office/drawing/2014/main" id="{C46D634C-8844-728D-0D47-EBBCD4276C05}"/>
              </a:ext>
            </a:extLst>
          </p:cNvPr>
          <p:cNvGraphicFramePr>
            <a:graphicFrameLocks noGrp="1"/>
          </p:cNvGraphicFramePr>
          <p:nvPr>
            <p:extLst>
              <p:ext uri="{D42A27DB-BD31-4B8C-83A1-F6EECF244321}">
                <p14:modId xmlns:p14="http://schemas.microsoft.com/office/powerpoint/2010/main" val="3570861826"/>
              </p:ext>
            </p:extLst>
          </p:nvPr>
        </p:nvGraphicFramePr>
        <p:xfrm>
          <a:off x="3883314" y="596609"/>
          <a:ext cx="5634564" cy="518160"/>
        </p:xfrm>
        <a:graphic>
          <a:graphicData uri="http://schemas.openxmlformats.org/drawingml/2006/table">
            <a:tbl>
              <a:tblPr firstRow="1" bandRow="1">
                <a:tableStyleId>{5940675A-B579-460E-94D1-54222C63F5DA}</a:tableStyleId>
              </a:tblPr>
              <a:tblGrid>
                <a:gridCol w="1003091">
                  <a:extLst>
                    <a:ext uri="{9D8B030D-6E8A-4147-A177-3AD203B41FA5}">
                      <a16:colId xmlns:a16="http://schemas.microsoft.com/office/drawing/2014/main" val="3649867992"/>
                    </a:ext>
                  </a:extLst>
                </a:gridCol>
                <a:gridCol w="4631473">
                  <a:extLst>
                    <a:ext uri="{9D8B030D-6E8A-4147-A177-3AD203B41FA5}">
                      <a16:colId xmlns:a16="http://schemas.microsoft.com/office/drawing/2014/main" val="2413726196"/>
                    </a:ext>
                  </a:extLst>
                </a:gridCol>
              </a:tblGrid>
              <a:tr h="178525">
                <a:tc>
                  <a:txBody>
                    <a:bodyPr/>
                    <a:lstStyle/>
                    <a:p>
                      <a:r>
                        <a:rPr lang="de-DE" sz="1400">
                          <a:solidFill>
                            <a:schemeClr val="bg1">
                              <a:lumMod val="95000"/>
                            </a:schemeClr>
                          </a:solidFill>
                        </a:rPr>
                        <a:t>Case Study </a:t>
                      </a:r>
                    </a:p>
                  </a:txBody>
                  <a:tcPr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1400">
                          <a:sym typeface="Wingdings" panose="05000000000000000000" pitchFamily="2" charset="2"/>
                        </a:rPr>
                        <a:t>Regulatory Framework of Higher-tier Landscape-level Aquatic Risk Assessment in Europe</a:t>
                      </a:r>
                      <a:endParaRPr lang="de-DE" sz="1400"/>
                    </a:p>
                  </a:txBody>
                  <a:tcPr>
                    <a:lnL w="9525" cap="flat" cmpd="sng" algn="ctr">
                      <a:no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solidFill>
                      <a:schemeClr val="accent1">
                        <a:lumMod val="40000"/>
                        <a:lumOff val="60000"/>
                      </a:schemeClr>
                    </a:solidFill>
                  </a:tcPr>
                </a:tc>
                <a:extLst>
                  <a:ext uri="{0D108BD9-81ED-4DB2-BD59-A6C34878D82A}">
                    <a16:rowId xmlns:a16="http://schemas.microsoft.com/office/drawing/2014/main" val="387969346"/>
                  </a:ext>
                </a:extLst>
              </a:tr>
            </a:tbl>
          </a:graphicData>
        </a:graphic>
      </p:graphicFrame>
    </p:spTree>
    <p:extLst>
      <p:ext uri="{BB962C8B-B14F-4D97-AF65-F5344CB8AC3E}">
        <p14:creationId xmlns:p14="http://schemas.microsoft.com/office/powerpoint/2010/main" val="39917854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F9E4FE-D3BC-6D74-1E74-08B33C2C4898}"/>
              </a:ext>
            </a:extLst>
          </p:cNvPr>
          <p:cNvSpPr>
            <a:spLocks noGrp="1"/>
          </p:cNvSpPr>
          <p:nvPr>
            <p:ph type="ctrTitle"/>
          </p:nvPr>
        </p:nvSpPr>
        <p:spPr/>
        <p:txBody>
          <a:bodyPr>
            <a:normAutofit/>
          </a:bodyPr>
          <a:lstStyle/>
          <a:p>
            <a:r>
              <a:rPr lang="de-DE"/>
              <a:t>xLandscape Case Study</a:t>
            </a:r>
            <a:br>
              <a:rPr lang="de-DE"/>
            </a:br>
            <a:r>
              <a:rPr lang="de-DE" sz="4900">
                <a:solidFill>
                  <a:schemeClr val="tx1">
                    <a:lumMod val="50000"/>
                    <a:lumOff val="50000"/>
                  </a:schemeClr>
                </a:solidFill>
              </a:rPr>
              <a:t>Context: Aquatic Risk Assessment </a:t>
            </a:r>
            <a:endParaRPr lang="en-US">
              <a:solidFill>
                <a:schemeClr val="tx1">
                  <a:lumMod val="50000"/>
                  <a:lumOff val="50000"/>
                </a:schemeClr>
              </a:solidFill>
            </a:endParaRPr>
          </a:p>
        </p:txBody>
      </p:sp>
      <p:sp>
        <p:nvSpPr>
          <p:cNvPr id="3" name="Subtitle 2">
            <a:extLst>
              <a:ext uri="{FF2B5EF4-FFF2-40B4-BE49-F238E27FC236}">
                <a16:creationId xmlns:a16="http://schemas.microsoft.com/office/drawing/2014/main" id="{505509C6-05BD-9F7D-3F4C-D48827F51213}"/>
              </a:ext>
            </a:extLst>
          </p:cNvPr>
          <p:cNvSpPr>
            <a:spLocks noGrp="1"/>
          </p:cNvSpPr>
          <p:nvPr>
            <p:ph type="subTitle" idx="1"/>
          </p:nvPr>
        </p:nvSpPr>
        <p:spPr>
          <a:xfrm>
            <a:off x="133581" y="4184423"/>
            <a:ext cx="6657637" cy="480373"/>
          </a:xfrm>
        </p:spPr>
        <p:txBody>
          <a:bodyPr/>
          <a:lstStyle/>
          <a:p>
            <a:r>
              <a:rPr lang="de-DE">
                <a:solidFill>
                  <a:schemeClr val="tx1">
                    <a:lumMod val="50000"/>
                    <a:lumOff val="50000"/>
                  </a:schemeClr>
                </a:solidFill>
              </a:rPr>
              <a:t>Risk of aquatic invertebrates due to insecticide use in arable crops.</a:t>
            </a:r>
            <a:endParaRPr lang="en-US">
              <a:solidFill>
                <a:schemeClr val="tx1">
                  <a:lumMod val="50000"/>
                  <a:lumOff val="50000"/>
                </a:schemeClr>
              </a:solidFill>
            </a:endParaRPr>
          </a:p>
        </p:txBody>
      </p:sp>
      <p:pic>
        <p:nvPicPr>
          <p:cNvPr id="7" name="Picture Placeholder 6">
            <a:extLst>
              <a:ext uri="{FF2B5EF4-FFF2-40B4-BE49-F238E27FC236}">
                <a16:creationId xmlns:a16="http://schemas.microsoft.com/office/drawing/2014/main" id="{4766DAF8-4510-DA04-3E84-6A96D1AA2AFF}"/>
              </a:ext>
            </a:extLst>
          </p:cNvPr>
          <p:cNvPicPr>
            <a:picLocks noGrp="1" noChangeAspect="1"/>
          </p:cNvPicPr>
          <p:nvPr>
            <p:ph type="pic" sz="quarter" idx="13"/>
          </p:nvPr>
        </p:nvPicPr>
        <p:blipFill>
          <a:blip r:embed="rId3">
            <a:extLst>
              <a:ext uri="{BEBA8EAE-BF5A-486C-A8C5-ECC9F3942E4B}">
                <a14:imgProps xmlns:a14="http://schemas.microsoft.com/office/drawing/2010/main">
                  <a14:imgLayer r:embed="rId4">
                    <a14:imgEffect>
                      <a14:colorTemperature colorTemp="7200"/>
                    </a14:imgEffect>
                    <a14:imgEffect>
                      <a14:brightnessContrast bright="20000"/>
                    </a14:imgEffect>
                  </a14:imgLayer>
                </a14:imgProps>
              </a:ext>
            </a:extLst>
          </a:blip>
          <a:srcRect t="10864" b="10864"/>
          <a:stretch/>
        </p:blipFill>
        <p:spPr>
          <a:prstGeom prst="rect">
            <a:avLst/>
          </a:prstGeom>
          <a:blipFill dpi="0" rotWithShape="1">
            <a:blip r:embed="rId5">
              <a:alphaModFix amt="60000"/>
            </a:blip>
            <a:srcRect/>
            <a:stretch>
              <a:fillRect t="-218" b="218"/>
            </a:stretch>
          </a:blipFill>
        </p:spPr>
      </p:pic>
      <p:sp>
        <p:nvSpPr>
          <p:cNvPr id="4" name="Sprechblase: oval 3">
            <a:extLst>
              <a:ext uri="{FF2B5EF4-FFF2-40B4-BE49-F238E27FC236}">
                <a16:creationId xmlns:a16="http://schemas.microsoft.com/office/drawing/2014/main" id="{57268F90-4676-8058-F1DA-85F9EA8736AA}"/>
              </a:ext>
            </a:extLst>
          </p:cNvPr>
          <p:cNvSpPr/>
          <p:nvPr/>
        </p:nvSpPr>
        <p:spPr>
          <a:xfrm>
            <a:off x="8758070" y="5095941"/>
            <a:ext cx="2697950" cy="751560"/>
          </a:xfrm>
          <a:prstGeom prst="wedgeEllipseCallout">
            <a:avLst>
              <a:gd name="adj1" fmla="val -46520"/>
              <a:gd name="adj2" fmla="val 88564"/>
            </a:avLst>
          </a:prstGeom>
          <a:solidFill>
            <a:srgbClr val="95B8BF"/>
          </a:solidFill>
          <a:ln w="12700" cap="flat" cmpd="sng" algn="ctr">
            <a:noFill/>
            <a:prstDash val="solid"/>
            <a:miter lim="800000"/>
          </a:ln>
          <a:effectLst/>
        </p:spPr>
        <p:txBody>
          <a:bodyPr lIns="36000" tIns="36000" rIns="36000" b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de-DE" sz="1400" b="0" i="0" u="none" strike="noStrike" kern="0" cap="none" spc="0" normalizeH="0" baseline="0" noProof="0">
                <a:ln>
                  <a:noFill/>
                </a:ln>
                <a:solidFill>
                  <a:prstClr val="white"/>
                </a:solidFill>
                <a:effectLst/>
                <a:uLnTx/>
                <a:uFillTx/>
                <a:latin typeface="Univers Light"/>
                <a:ea typeface="+mn-ea"/>
                <a:cs typeface="+mn-cs"/>
                <a:sym typeface="Wingdings" panose="05000000000000000000" pitchFamily="2" charset="2"/>
              </a:rPr>
              <a:t>A classical use of Landscape Modelling!</a:t>
            </a:r>
            <a:endParaRPr kumimoji="0" lang="de-DE" sz="1400" b="0" i="0" u="none" strike="noStrike" kern="0" cap="none" spc="0" normalizeH="0" baseline="0" noProof="0">
              <a:ln>
                <a:noFill/>
              </a:ln>
              <a:solidFill>
                <a:prstClr val="white"/>
              </a:solidFill>
              <a:effectLst/>
              <a:uLnTx/>
              <a:uFillTx/>
              <a:latin typeface="Univers Light"/>
              <a:ea typeface="+mn-ea"/>
              <a:cs typeface="+mn-cs"/>
            </a:endParaRPr>
          </a:p>
        </p:txBody>
      </p:sp>
    </p:spTree>
    <p:extLst>
      <p:ext uri="{BB962C8B-B14F-4D97-AF65-F5344CB8AC3E}">
        <p14:creationId xmlns:p14="http://schemas.microsoft.com/office/powerpoint/2010/main" val="14232004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B6BCAE5-2A88-427C-AF8D-757D1DECA790}"/>
              </a:ext>
            </a:extLst>
          </p:cNvPr>
          <p:cNvSpPr>
            <a:spLocks noGrp="1"/>
          </p:cNvSpPr>
          <p:nvPr>
            <p:ph type="title"/>
          </p:nvPr>
        </p:nvSpPr>
        <p:spPr>
          <a:xfrm>
            <a:off x="109728" y="548640"/>
            <a:ext cx="11946698" cy="1132258"/>
          </a:xfrm>
        </p:spPr>
        <p:txBody>
          <a:bodyPr>
            <a:normAutofit fontScale="90000"/>
          </a:bodyPr>
          <a:lstStyle/>
          <a:p>
            <a:r>
              <a:rPr lang="de-DE"/>
              <a:t>Problem Formulation: </a:t>
            </a:r>
            <a:r>
              <a:rPr lang="de-DE" sz="4900">
                <a:solidFill>
                  <a:schemeClr val="tx1">
                    <a:lumMod val="50000"/>
                    <a:lumOff val="50000"/>
                  </a:schemeClr>
                </a:solidFill>
              </a:rPr>
              <a:t>lower Tier indicated risk</a:t>
            </a:r>
            <a:endParaRPr lang="de-DE"/>
          </a:p>
        </p:txBody>
      </p:sp>
      <p:sp>
        <p:nvSpPr>
          <p:cNvPr id="14" name="Inhaltsplatzhalter 5">
            <a:extLst>
              <a:ext uri="{FF2B5EF4-FFF2-40B4-BE49-F238E27FC236}">
                <a16:creationId xmlns:a16="http://schemas.microsoft.com/office/drawing/2014/main" id="{4136FCA0-E643-5031-6276-25B614F63819}"/>
              </a:ext>
            </a:extLst>
          </p:cNvPr>
          <p:cNvSpPr txBox="1">
            <a:spLocks/>
          </p:cNvSpPr>
          <p:nvPr/>
        </p:nvSpPr>
        <p:spPr>
          <a:xfrm>
            <a:off x="178320" y="3081927"/>
            <a:ext cx="11809513" cy="1780006"/>
          </a:xfrm>
          <a:prstGeom prst="rect">
            <a:avLst/>
          </a:prstGeom>
          <a:solidFill>
            <a:schemeClr val="accent1">
              <a:lumMod val="20000"/>
              <a:lumOff val="80000"/>
            </a:schemeClr>
          </a:solidFill>
        </p:spPr>
        <p:txBody>
          <a:bodyPr vert="horz" lIns="91440" tIns="45720" rIns="91440" bIns="45720" rtlCol="0">
            <a:noAutofit/>
          </a:bodyPr>
          <a:lstStyle>
            <a:lvl1pPr marL="0" indent="0" algn="l" defTabSz="914400" rtl="0" eaLnBrk="1" latinLnBrk="0" hangingPunct="1">
              <a:lnSpc>
                <a:spcPct val="80000"/>
              </a:lnSpc>
              <a:spcBef>
                <a:spcPts val="1000"/>
              </a:spcBef>
              <a:buFont typeface="Arial" panose="020B0604020202020204" pitchFamily="34" charset="0"/>
              <a:buNone/>
              <a:defRPr sz="1400" kern="1200" baseline="0">
                <a:solidFill>
                  <a:schemeClr val="tx1"/>
                </a:solidFill>
                <a:latin typeface="+mn-lt"/>
                <a:ea typeface="+mn-ea"/>
                <a:cs typeface="+mn-cs"/>
              </a:defRPr>
            </a:lvl1pPr>
            <a:lvl2pPr marL="228600" indent="0" algn="l" defTabSz="914400" rtl="0" eaLnBrk="1" latinLnBrk="0" hangingPunct="1">
              <a:lnSpc>
                <a:spcPct val="80000"/>
              </a:lnSpc>
              <a:spcBef>
                <a:spcPts val="1000"/>
              </a:spcBef>
              <a:buFont typeface="Arial" panose="020B0604020202020204" pitchFamily="34" charset="0"/>
              <a:buNone/>
              <a:defRPr sz="1400" kern="1200" baseline="0">
                <a:solidFill>
                  <a:schemeClr val="tx1"/>
                </a:solidFill>
                <a:latin typeface="+mn-lt"/>
                <a:ea typeface="+mn-ea"/>
                <a:cs typeface="+mn-cs"/>
              </a:defRPr>
            </a:lvl2pPr>
            <a:lvl3pPr marL="457200" indent="0" algn="l" defTabSz="914400" rtl="0" eaLnBrk="1" latinLnBrk="0" hangingPunct="1">
              <a:lnSpc>
                <a:spcPct val="80000"/>
              </a:lnSpc>
              <a:spcBef>
                <a:spcPts val="1000"/>
              </a:spcBef>
              <a:buFont typeface="Arial" panose="020B0604020202020204" pitchFamily="34" charset="0"/>
              <a:buNone/>
              <a:defRPr sz="1400" kern="1200" baseline="0">
                <a:solidFill>
                  <a:schemeClr val="tx1"/>
                </a:solidFill>
                <a:latin typeface="+mn-lt"/>
                <a:ea typeface="+mn-ea"/>
                <a:cs typeface="+mn-cs"/>
              </a:defRPr>
            </a:lvl3pPr>
            <a:lvl4pPr marL="685800" indent="0" algn="l" defTabSz="914400" rtl="0" eaLnBrk="1" latinLnBrk="0" hangingPunct="1">
              <a:lnSpc>
                <a:spcPct val="80000"/>
              </a:lnSpc>
              <a:spcBef>
                <a:spcPts val="1000"/>
              </a:spcBef>
              <a:buFont typeface="Arial" panose="020B0604020202020204" pitchFamily="34" charset="0"/>
              <a:buNone/>
              <a:defRPr sz="1400" kern="1200" baseline="0">
                <a:solidFill>
                  <a:schemeClr val="tx1"/>
                </a:solidFill>
                <a:latin typeface="+mn-lt"/>
                <a:ea typeface="+mn-ea"/>
                <a:cs typeface="+mn-cs"/>
              </a:defRPr>
            </a:lvl4pPr>
            <a:lvl5pPr marL="914400" indent="0" algn="l" defTabSz="914400" rtl="0" eaLnBrk="1" latinLnBrk="0" hangingPunct="1">
              <a:lnSpc>
                <a:spcPct val="80000"/>
              </a:lnSpc>
              <a:spcBef>
                <a:spcPts val="1000"/>
              </a:spcBef>
              <a:buFont typeface="Arial" panose="020B0604020202020204" pitchFamily="34" charset="0"/>
              <a:buNone/>
              <a:defRPr sz="1400" kern="120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de-DE" sz="1600" b="1"/>
              <a:t>Key environmental concern is the </a:t>
            </a:r>
            <a:r>
              <a:rPr lang="de-DE" sz="1800" b="1"/>
              <a:t>very high toxicity to aquatic invertebrates</a:t>
            </a:r>
            <a:r>
              <a:rPr lang="de-DE" sz="1600"/>
              <a:t> </a:t>
            </a:r>
            <a:endParaRPr lang="de-DE"/>
          </a:p>
          <a:p>
            <a:pPr marL="357188">
              <a:lnSpc>
                <a:spcPct val="100000"/>
              </a:lnSpc>
            </a:pPr>
            <a:r>
              <a:rPr lang="de-DE"/>
              <a:t>We assume a </a:t>
            </a:r>
            <a:r>
              <a:rPr lang="de-DE" b="1"/>
              <a:t>Regulatory Acceptable Concentration of RAC ~ 1 ng/L</a:t>
            </a:r>
          </a:p>
          <a:p>
            <a:pPr marL="357188">
              <a:lnSpc>
                <a:spcPct val="100000"/>
              </a:lnSpc>
            </a:pPr>
            <a:r>
              <a:rPr lang="de-DE"/>
              <a:t>If exposure, </a:t>
            </a:r>
            <a:r>
              <a:rPr lang="de-DE" b="1"/>
              <a:t>PECsw ≤ RAC ⇒ Risk acceptable</a:t>
            </a:r>
          </a:p>
          <a:p>
            <a:pPr marL="357188">
              <a:lnSpc>
                <a:spcPct val="100000"/>
              </a:lnSpc>
            </a:pPr>
            <a:r>
              <a:rPr lang="de-DE"/>
              <a:t>Our CaseStudy </a:t>
            </a:r>
            <a:r>
              <a:rPr lang="de-DE" b="1"/>
              <a:t>'SynPyrethroid' </a:t>
            </a:r>
            <a:r>
              <a:rPr lang="de-DE"/>
              <a:t>is used </a:t>
            </a:r>
            <a:r>
              <a:rPr lang="de-DE" b="1"/>
              <a:t>in arable crops</a:t>
            </a:r>
            <a:r>
              <a:rPr lang="de-DE"/>
              <a:t>, at an </a:t>
            </a:r>
            <a:r>
              <a:rPr lang="de-DE" b="1"/>
              <a:t>application rate </a:t>
            </a:r>
            <a:r>
              <a:rPr lang="de-DE"/>
              <a:t>of 1x </a:t>
            </a:r>
            <a:r>
              <a:rPr lang="de-DE" b="1"/>
              <a:t>7.5 g a.s./ha </a:t>
            </a:r>
            <a:endParaRPr lang="de-DE"/>
          </a:p>
          <a:p>
            <a:pPr marL="357188">
              <a:lnSpc>
                <a:spcPct val="100000"/>
              </a:lnSpc>
            </a:pPr>
            <a:r>
              <a:rPr lang="de-DE"/>
              <a:t>Standard, edge-of-the-field exposure assessment results in </a:t>
            </a:r>
            <a:r>
              <a:rPr lang="de-DE" b="1"/>
              <a:t>PECsw_FOCUS ~ 2 ng/L </a:t>
            </a:r>
            <a:r>
              <a:rPr lang="de-DE">
                <a:sym typeface="Wingdings" panose="05000000000000000000" pitchFamily="2" charset="2"/>
              </a:rPr>
              <a:t></a:t>
            </a:r>
            <a:r>
              <a:rPr lang="de-DE" sz="1600" b="1">
                <a:sym typeface="Wingdings" panose="05000000000000000000" pitchFamily="2" charset="2"/>
              </a:rPr>
              <a:t>unaccepable risk</a:t>
            </a:r>
            <a:endParaRPr lang="de-DE" b="1"/>
          </a:p>
        </p:txBody>
      </p:sp>
      <p:pic>
        <p:nvPicPr>
          <p:cNvPr id="1028" name="Picture 4">
            <a:extLst>
              <a:ext uri="{FF2B5EF4-FFF2-40B4-BE49-F238E27FC236}">
                <a16:creationId xmlns:a16="http://schemas.microsoft.com/office/drawing/2014/main" id="{0C8084C8-7983-7863-8383-1418FECD542B}"/>
              </a:ext>
            </a:extLst>
          </p:cNvPr>
          <p:cNvPicPr>
            <a:picLocks noChangeAspect="1" noChangeArrowheads="1"/>
          </p:cNvPicPr>
          <p:nvPr/>
        </p:nvPicPr>
        <p:blipFill rotWithShape="1">
          <a:blip r:embed="rId3">
            <a:extLst>
              <a:ext uri="{BEBA8EAE-BF5A-486C-A8C5-ECC9F3942E4B}">
                <a14:imgProps xmlns:a14="http://schemas.microsoft.com/office/drawing/2010/main">
                  <a14:imgLayer r:embed="rId4">
                    <a14:imgEffect>
                      <a14:brightnessContrast bright="20000"/>
                    </a14:imgEffect>
                  </a14:imgLayer>
                </a14:imgProps>
              </a:ext>
              <a:ext uri="{28A0092B-C50C-407E-A947-70E740481C1C}">
                <a14:useLocalDpi xmlns:a14="http://schemas.microsoft.com/office/drawing/2010/main" val="0"/>
              </a:ext>
            </a:extLst>
          </a:blip>
          <a:srcRect l="10801" t="1610" r="7906" b="1030"/>
          <a:stretch>
            <a:fillRect/>
          </a:stretch>
        </p:blipFill>
        <p:spPr bwMode="auto">
          <a:xfrm>
            <a:off x="5010622" y="1457378"/>
            <a:ext cx="533920" cy="511566"/>
          </a:xfrm>
          <a:prstGeom prst="rect">
            <a:avLst/>
          </a:prstGeom>
          <a:noFill/>
          <a:extLst>
            <a:ext uri="{909E8E84-426E-40DD-AFC4-6F175D3DCCD1}">
              <a14:hiddenFill xmlns:a14="http://schemas.microsoft.com/office/drawing/2010/main">
                <a:solidFill>
                  <a:srgbClr val="FFFFFF"/>
                </a:solidFill>
              </a14:hiddenFill>
            </a:ext>
          </a:extLst>
        </p:spPr>
      </p:pic>
      <p:sp>
        <p:nvSpPr>
          <p:cNvPr id="5" name="Foliennummernplatzhalter 4">
            <a:extLst>
              <a:ext uri="{FF2B5EF4-FFF2-40B4-BE49-F238E27FC236}">
                <a16:creationId xmlns:a16="http://schemas.microsoft.com/office/drawing/2014/main" id="{947EABA5-182A-695E-E972-5869A35D88BA}"/>
              </a:ext>
            </a:extLst>
          </p:cNvPr>
          <p:cNvSpPr>
            <a:spLocks noGrp="1"/>
          </p:cNvSpPr>
          <p:nvPr>
            <p:ph type="sldNum" sz="quarter" idx="12"/>
          </p:nvPr>
        </p:nvSpPr>
        <p:spPr/>
        <p:txBody>
          <a:bodyPr/>
          <a:lstStyle/>
          <a:p>
            <a:fld id="{CC057153-B650-4DEB-B370-79DDCFDCE934}" type="slidenum">
              <a:rPr lang="en-US" smtClean="0"/>
              <a:t>4</a:t>
            </a:fld>
            <a:endParaRPr lang="en-US" dirty="0"/>
          </a:p>
        </p:txBody>
      </p:sp>
      <p:sp>
        <p:nvSpPr>
          <p:cNvPr id="6" name="Inhaltsplatzhalter 5">
            <a:extLst>
              <a:ext uri="{FF2B5EF4-FFF2-40B4-BE49-F238E27FC236}">
                <a16:creationId xmlns:a16="http://schemas.microsoft.com/office/drawing/2014/main" id="{0AC2D38C-FD1E-456F-AD08-F400EDFA48DB}"/>
              </a:ext>
            </a:extLst>
          </p:cNvPr>
          <p:cNvSpPr>
            <a:spLocks noGrp="1"/>
          </p:cNvSpPr>
          <p:nvPr>
            <p:ph idx="1"/>
          </p:nvPr>
        </p:nvSpPr>
        <p:spPr>
          <a:xfrm>
            <a:off x="137159" y="1715532"/>
            <a:ext cx="11809513" cy="1165352"/>
          </a:xfrm>
        </p:spPr>
        <p:txBody>
          <a:bodyPr>
            <a:noAutofit/>
          </a:bodyPr>
          <a:lstStyle/>
          <a:p>
            <a:pPr>
              <a:lnSpc>
                <a:spcPct val="100000"/>
              </a:lnSpc>
            </a:pPr>
            <a:r>
              <a:rPr lang="de-DE" b="1">
                <a:solidFill>
                  <a:schemeClr val="tx1">
                    <a:lumMod val="65000"/>
                    <a:lumOff val="35000"/>
                  </a:schemeClr>
                </a:solidFill>
              </a:rPr>
              <a:t>Pyrethrum </a:t>
            </a:r>
            <a:r>
              <a:rPr lang="de-DE">
                <a:solidFill>
                  <a:schemeClr val="tx1">
                    <a:lumMod val="65000"/>
                    <a:lumOff val="35000"/>
                  </a:schemeClr>
                </a:solidFill>
              </a:rPr>
              <a:t>is known as insect pest control since antiquity            (Persian insect powder). Synthetic derivatives, </a:t>
            </a:r>
            <a:r>
              <a:rPr lang="de-DE" b="1">
                <a:solidFill>
                  <a:schemeClr val="tx1">
                    <a:lumMod val="65000"/>
                    <a:lumOff val="35000"/>
                  </a:schemeClr>
                </a:solidFill>
              </a:rPr>
              <a:t>pyrethroids</a:t>
            </a:r>
            <a:r>
              <a:rPr lang="de-DE">
                <a:solidFill>
                  <a:schemeClr val="tx1">
                    <a:lumMod val="65000"/>
                    <a:lumOff val="35000"/>
                  </a:schemeClr>
                </a:solidFill>
              </a:rPr>
              <a:t>, </a:t>
            </a:r>
            <a:br>
              <a:rPr lang="de-DE">
                <a:solidFill>
                  <a:schemeClr val="tx1">
                    <a:lumMod val="65000"/>
                    <a:lumOff val="35000"/>
                  </a:schemeClr>
                </a:solidFill>
              </a:rPr>
            </a:br>
            <a:r>
              <a:rPr lang="de-DE">
                <a:solidFill>
                  <a:schemeClr val="tx1">
                    <a:lumMod val="65000"/>
                    <a:lumOff val="35000"/>
                  </a:schemeClr>
                </a:solidFill>
              </a:rPr>
              <a:t>appeared in the 1970s, which overcome photoinstability of natural ancestors and which toxicity is selective to arthropods </a:t>
            </a:r>
            <a:r>
              <a:rPr lang="de-DE" sz="1100">
                <a:solidFill>
                  <a:schemeClr val="tx1">
                    <a:lumMod val="65000"/>
                    <a:lumOff val="35000"/>
                  </a:schemeClr>
                </a:solidFill>
              </a:rPr>
              <a:t>(</a:t>
            </a:r>
            <a:r>
              <a:rPr lang="de-DE" sz="1100">
                <a:solidFill>
                  <a:schemeClr val="tx1">
                    <a:lumMod val="65000"/>
                    <a:lumOff val="35000"/>
                  </a:schemeClr>
                </a:solidFill>
                <a:sym typeface="Wingdings" panose="05000000000000000000" pitchFamily="2" charset="2"/>
              </a:rPr>
              <a:t>SupportingDocs)</a:t>
            </a:r>
            <a:r>
              <a:rPr lang="de-DE">
                <a:solidFill>
                  <a:schemeClr val="tx1">
                    <a:lumMod val="65000"/>
                    <a:lumOff val="35000"/>
                  </a:schemeClr>
                </a:solidFill>
                <a:sym typeface="Wingdings" panose="05000000000000000000" pitchFamily="2" charset="2"/>
              </a:rPr>
              <a:t>.</a:t>
            </a:r>
            <a:endParaRPr lang="de-DE">
              <a:solidFill>
                <a:schemeClr val="tx1">
                  <a:lumMod val="65000"/>
                  <a:lumOff val="35000"/>
                </a:schemeClr>
              </a:solidFill>
            </a:endParaRPr>
          </a:p>
          <a:p>
            <a:pPr>
              <a:lnSpc>
                <a:spcPct val="100000"/>
              </a:lnSpc>
            </a:pPr>
            <a:r>
              <a:rPr lang="de-DE">
                <a:solidFill>
                  <a:schemeClr val="tx1">
                    <a:lumMod val="65000"/>
                    <a:lumOff val="35000"/>
                  </a:schemeClr>
                </a:solidFill>
              </a:rPr>
              <a:t>There is a high </a:t>
            </a:r>
            <a:r>
              <a:rPr lang="de-DE" b="1">
                <a:solidFill>
                  <a:schemeClr val="tx1">
                    <a:lumMod val="65000"/>
                    <a:lumOff val="35000"/>
                  </a:schemeClr>
                </a:solidFill>
              </a:rPr>
              <a:t>demand for phyrethroid pest and vector control </a:t>
            </a:r>
            <a:r>
              <a:rPr lang="de-DE" sz="1200">
                <a:solidFill>
                  <a:schemeClr val="tx1">
                    <a:lumMod val="65000"/>
                    <a:lumOff val="35000"/>
                  </a:schemeClr>
                </a:solidFill>
              </a:rPr>
              <a:t>(eg, cicada </a:t>
            </a:r>
            <a:r>
              <a:rPr lang="de-DE" sz="1200" i="1">
                <a:solidFill>
                  <a:schemeClr val="tx1">
                    <a:lumMod val="65000"/>
                    <a:lumOff val="35000"/>
                  </a:schemeClr>
                </a:solidFill>
              </a:rPr>
              <a:t>Philaenus spumarius spreading Xylella fastidiosa, killing olive trees</a:t>
            </a:r>
            <a:r>
              <a:rPr lang="de-DE" sz="1200">
                <a:solidFill>
                  <a:schemeClr val="tx1">
                    <a:lumMod val="65000"/>
                    <a:lumOff val="35000"/>
                  </a:schemeClr>
                </a:solidFill>
              </a:rPr>
              <a:t>)</a:t>
            </a:r>
            <a:r>
              <a:rPr lang="de-DE">
                <a:solidFill>
                  <a:schemeClr val="tx1">
                    <a:lumMod val="65000"/>
                    <a:lumOff val="35000"/>
                  </a:schemeClr>
                </a:solidFill>
              </a:rPr>
              <a:t>.  Pyrethroid pesticides are authorised in many crops </a:t>
            </a:r>
            <a:r>
              <a:rPr lang="de-DE" sz="1200">
                <a:solidFill>
                  <a:schemeClr val="tx1">
                    <a:lumMod val="65000"/>
                    <a:lumOff val="35000"/>
                  </a:schemeClr>
                </a:solidFill>
              </a:rPr>
              <a:t>(eg, cereals, oilseed, soybeans, fruit, olives, cotton, vegetables, rice)</a:t>
            </a:r>
            <a:r>
              <a:rPr lang="de-DE">
                <a:solidFill>
                  <a:schemeClr val="tx1">
                    <a:lumMod val="65000"/>
                    <a:lumOff val="35000"/>
                  </a:schemeClr>
                </a:solidFill>
              </a:rPr>
              <a:t>, in countries across the world. </a:t>
            </a:r>
          </a:p>
          <a:p>
            <a:pPr>
              <a:lnSpc>
                <a:spcPct val="100000"/>
              </a:lnSpc>
            </a:pPr>
            <a:endParaRPr lang="de-DE"/>
          </a:p>
        </p:txBody>
      </p:sp>
      <p:pic>
        <p:nvPicPr>
          <p:cNvPr id="7" name="Picture 5">
            <a:extLst>
              <a:ext uri="{FF2B5EF4-FFF2-40B4-BE49-F238E27FC236}">
                <a16:creationId xmlns:a16="http://schemas.microsoft.com/office/drawing/2014/main" id="{2B889424-B546-58DB-1EEB-C4545BC28885}"/>
              </a:ext>
            </a:extLst>
          </p:cNvPr>
          <p:cNvPicPr>
            <a:picLocks noChangeAspect="1"/>
          </p:cNvPicPr>
          <p:nvPr/>
        </p:nvPicPr>
        <p:blipFill rotWithShape="1">
          <a:blip r:embed="rId5" cstate="screen">
            <a:extLst>
              <a:ext uri="{BEBA8EAE-BF5A-486C-A8C5-ECC9F3942E4B}">
                <a14:imgProps xmlns:a14="http://schemas.microsoft.com/office/drawing/2010/main">
                  <a14:imgLayer r:embed="rId6">
                    <a14:imgEffect>
                      <a14:saturation sat="66000"/>
                    </a14:imgEffect>
                  </a14:imgLayer>
                </a14:imgProps>
              </a:ext>
              <a:ext uri="{28A0092B-C50C-407E-A947-70E740481C1C}">
                <a14:useLocalDpi xmlns:a14="http://schemas.microsoft.com/office/drawing/2010/main"/>
              </a:ext>
            </a:extLst>
          </a:blip>
          <a:srcRect/>
          <a:stretch/>
        </p:blipFill>
        <p:spPr>
          <a:xfrm>
            <a:off x="10053954" y="3678976"/>
            <a:ext cx="1901191" cy="1141663"/>
          </a:xfrm>
          <a:prstGeom prst="rect">
            <a:avLst/>
          </a:prstGeom>
        </p:spPr>
      </p:pic>
      <p:sp>
        <p:nvSpPr>
          <p:cNvPr id="9" name="TextBox 36">
            <a:extLst>
              <a:ext uri="{FF2B5EF4-FFF2-40B4-BE49-F238E27FC236}">
                <a16:creationId xmlns:a16="http://schemas.microsoft.com/office/drawing/2014/main" id="{0878978D-81AA-6E88-25EE-3BDF8C81D4D3}"/>
              </a:ext>
            </a:extLst>
          </p:cNvPr>
          <p:cNvSpPr txBox="1"/>
          <p:nvPr/>
        </p:nvSpPr>
        <p:spPr>
          <a:xfrm>
            <a:off x="5846584" y="6624310"/>
            <a:ext cx="6397455" cy="2308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900" b="0" u="none" strike="noStrike" kern="1200" cap="none" spc="0" normalizeH="0" baseline="0" noProof="0" dirty="0">
                <a:ln>
                  <a:noFill/>
                </a:ln>
                <a:solidFill>
                  <a:schemeClr val="tx1">
                    <a:lumMod val="50000"/>
                    <a:lumOff val="50000"/>
                  </a:schemeClr>
                </a:solidFill>
                <a:effectLst/>
                <a:uLnTx/>
                <a:uFillTx/>
                <a:latin typeface="Arial" panose="020B0604020202020204"/>
                <a:cs typeface="Arial"/>
              </a:rPr>
              <a:t>FOCUS Surface Water Scenarios (2001) SANCO/4802/2001 rev</a:t>
            </a:r>
            <a:r>
              <a:rPr kumimoji="0" lang="en-GB" sz="900" b="0" u="none" strike="noStrike" kern="1200" cap="none" spc="0" normalizeH="0" baseline="0" noProof="0">
                <a:ln>
                  <a:noFill/>
                </a:ln>
                <a:solidFill>
                  <a:schemeClr val="tx1">
                    <a:lumMod val="50000"/>
                    <a:lumOff val="50000"/>
                  </a:schemeClr>
                </a:solidFill>
                <a:effectLst/>
                <a:uLnTx/>
                <a:uFillTx/>
                <a:latin typeface="Arial" panose="020B0604020202020204"/>
                <a:cs typeface="Arial"/>
              </a:rPr>
              <a:t>. 2; </a:t>
            </a:r>
            <a:r>
              <a:rPr kumimoji="0" lang="en-US" sz="900" b="0" u="none" strike="noStrike" kern="1200" cap="none" spc="0" normalizeH="0" baseline="0" noProof="0">
                <a:ln>
                  <a:noFill/>
                </a:ln>
                <a:solidFill>
                  <a:schemeClr val="tx1">
                    <a:lumMod val="50000"/>
                    <a:lumOff val="50000"/>
                  </a:schemeClr>
                </a:solidFill>
                <a:effectLst/>
                <a:uLnTx/>
                <a:uFillTx/>
                <a:latin typeface="Arial" panose="020B0604020202020204"/>
                <a:cs typeface="Arial"/>
              </a:rPr>
              <a:t>FOCUS </a:t>
            </a:r>
            <a:r>
              <a:rPr kumimoji="0" lang="en-US" sz="900" b="0" u="none" strike="noStrike" kern="1200" cap="none" spc="0" normalizeH="0" baseline="0" noProof="0" dirty="0">
                <a:ln>
                  <a:noFill/>
                </a:ln>
                <a:solidFill>
                  <a:schemeClr val="tx1">
                    <a:lumMod val="50000"/>
                    <a:lumOff val="50000"/>
                  </a:schemeClr>
                </a:solidFill>
                <a:effectLst/>
                <a:uLnTx/>
                <a:uFillTx/>
                <a:latin typeface="Arial" panose="020B0604020202020204"/>
                <a:cs typeface="Arial"/>
              </a:rPr>
              <a:t>Surface Water (2015) Generic guidance v 1.4 </a:t>
            </a:r>
          </a:p>
        </p:txBody>
      </p:sp>
      <p:sp>
        <p:nvSpPr>
          <p:cNvPr id="10" name="Textfeld 9">
            <a:extLst>
              <a:ext uri="{FF2B5EF4-FFF2-40B4-BE49-F238E27FC236}">
                <a16:creationId xmlns:a16="http://schemas.microsoft.com/office/drawing/2014/main" id="{38BD3286-9448-6CEB-F0EC-2CF8533BF7E2}"/>
              </a:ext>
            </a:extLst>
          </p:cNvPr>
          <p:cNvSpPr txBox="1"/>
          <p:nvPr/>
        </p:nvSpPr>
        <p:spPr>
          <a:xfrm>
            <a:off x="10660045" y="3485761"/>
            <a:ext cx="1531956" cy="246221"/>
          </a:xfrm>
          <a:prstGeom prst="rect">
            <a:avLst/>
          </a:prstGeom>
          <a:noFill/>
        </p:spPr>
        <p:txBody>
          <a:bodyPr wrap="square">
            <a:spAutoFit/>
          </a:bodyPr>
          <a:lstStyle/>
          <a:p>
            <a:r>
              <a:rPr lang="de-DE" sz="1000">
                <a:solidFill>
                  <a:schemeClr val="tx1">
                    <a:lumMod val="50000"/>
                    <a:lumOff val="50000"/>
                  </a:schemeClr>
                </a:solidFill>
              </a:rPr>
              <a:t>FOCUSsw approach</a:t>
            </a:r>
          </a:p>
        </p:txBody>
      </p:sp>
      <p:pic>
        <p:nvPicPr>
          <p:cNvPr id="11" name="Picture 2" descr="Deltamethrin">
            <a:extLst>
              <a:ext uri="{FF2B5EF4-FFF2-40B4-BE49-F238E27FC236}">
                <a16:creationId xmlns:a16="http://schemas.microsoft.com/office/drawing/2014/main" id="{2C7CF859-C973-40E0-1131-B20A1CBFA0C0}"/>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300068" y="1364879"/>
            <a:ext cx="1687765" cy="676641"/>
          </a:xfrm>
          <a:prstGeom prst="rect">
            <a:avLst/>
          </a:prstGeom>
          <a:noFill/>
          <a:extLst>
            <a:ext uri="{909E8E84-426E-40DD-AFC4-6F175D3DCCD1}">
              <a14:hiddenFill xmlns:a14="http://schemas.microsoft.com/office/drawing/2010/main">
                <a:solidFill>
                  <a:srgbClr val="FFFFFF"/>
                </a:solidFill>
              </a14:hiddenFill>
            </a:ext>
          </a:extLst>
        </p:spPr>
      </p:pic>
      <p:pic>
        <p:nvPicPr>
          <p:cNvPr id="16" name="Grafik 15" descr="Häkchen mit einfarbiger Füllung">
            <a:extLst>
              <a:ext uri="{FF2B5EF4-FFF2-40B4-BE49-F238E27FC236}">
                <a16:creationId xmlns:a16="http://schemas.microsoft.com/office/drawing/2014/main" id="{4504E54A-0E01-77A1-25F6-87FE8BE6DF58}"/>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0" y="10855"/>
            <a:ext cx="505522" cy="505522"/>
          </a:xfrm>
          <a:prstGeom prst="rect">
            <a:avLst/>
          </a:prstGeom>
        </p:spPr>
      </p:pic>
      <p:pic>
        <p:nvPicPr>
          <p:cNvPr id="4" name="Picture 4">
            <a:extLst>
              <a:ext uri="{FF2B5EF4-FFF2-40B4-BE49-F238E27FC236}">
                <a16:creationId xmlns:a16="http://schemas.microsoft.com/office/drawing/2014/main" id="{8209905D-D5FA-6BDC-5EB6-78E4CDB1D468}"/>
              </a:ext>
            </a:extLst>
          </p:cNvPr>
          <p:cNvPicPr>
            <a:picLocks noChangeAspect="1"/>
          </p:cNvPicPr>
          <p:nvPr/>
        </p:nvPicPr>
        <p:blipFill>
          <a:blip r:embed="rId10">
            <a:extLst>
              <a:ext uri="{BEBA8EAE-BF5A-486C-A8C5-ECC9F3942E4B}">
                <a14:imgProps xmlns:a14="http://schemas.microsoft.com/office/drawing/2010/main">
                  <a14:imgLayer r:embed="rId11">
                    <a14:imgEffect>
                      <a14:saturation sat="66000"/>
                    </a14:imgEffect>
                    <a14:imgEffect>
                      <a14:brightnessContrast bright="20000" contrast="20000"/>
                    </a14:imgEffect>
                  </a14:imgLayer>
                </a14:imgProps>
              </a:ext>
              <a:ext uri="{837473B0-CC2E-450A-ABE3-18F120FF3D39}">
                <a1611:picAttrSrcUrl xmlns:a1611="http://schemas.microsoft.com/office/drawing/2016/11/main" r:id="rId12"/>
              </a:ext>
            </a:extLst>
          </a:blip>
          <a:srcRect l="12225" t="30736"/>
          <a:stretch>
            <a:fillRect/>
          </a:stretch>
        </p:blipFill>
        <p:spPr>
          <a:xfrm>
            <a:off x="8816512" y="3175427"/>
            <a:ext cx="1545735" cy="813166"/>
          </a:xfrm>
          <a:prstGeom prst="rect">
            <a:avLst/>
          </a:prstGeom>
        </p:spPr>
      </p:pic>
      <p:sp>
        <p:nvSpPr>
          <p:cNvPr id="17" name="Inhaltsplatzhalter 5">
            <a:extLst>
              <a:ext uri="{FF2B5EF4-FFF2-40B4-BE49-F238E27FC236}">
                <a16:creationId xmlns:a16="http://schemas.microsoft.com/office/drawing/2014/main" id="{BB0A3B86-BE04-78DB-00C4-78B420597A8B}"/>
              </a:ext>
            </a:extLst>
          </p:cNvPr>
          <p:cNvSpPr txBox="1">
            <a:spLocks/>
          </p:cNvSpPr>
          <p:nvPr/>
        </p:nvSpPr>
        <p:spPr>
          <a:xfrm>
            <a:off x="178320" y="4981991"/>
            <a:ext cx="11809513" cy="1438035"/>
          </a:xfrm>
          <a:prstGeom prst="rect">
            <a:avLst/>
          </a:prstGeom>
          <a:solidFill>
            <a:schemeClr val="accent1">
              <a:lumMod val="40000"/>
              <a:lumOff val="60000"/>
            </a:schemeClr>
          </a:solidFill>
        </p:spPr>
        <p:txBody>
          <a:bodyPr vert="horz" lIns="91440" tIns="45720" rIns="91440" bIns="45720" rtlCol="0">
            <a:noAutofit/>
          </a:bodyPr>
          <a:lstStyle>
            <a:lvl1pPr marL="0" indent="0" algn="l" defTabSz="914400" rtl="0" eaLnBrk="1" latinLnBrk="0" hangingPunct="1">
              <a:lnSpc>
                <a:spcPct val="80000"/>
              </a:lnSpc>
              <a:spcBef>
                <a:spcPts val="1000"/>
              </a:spcBef>
              <a:buFont typeface="Arial" panose="020B0604020202020204" pitchFamily="34" charset="0"/>
              <a:buNone/>
              <a:defRPr sz="1400" kern="1200" baseline="0">
                <a:solidFill>
                  <a:schemeClr val="tx1"/>
                </a:solidFill>
                <a:latin typeface="+mn-lt"/>
                <a:ea typeface="+mn-ea"/>
                <a:cs typeface="+mn-cs"/>
              </a:defRPr>
            </a:lvl1pPr>
            <a:lvl2pPr marL="228600" indent="0" algn="l" defTabSz="914400" rtl="0" eaLnBrk="1" latinLnBrk="0" hangingPunct="1">
              <a:lnSpc>
                <a:spcPct val="80000"/>
              </a:lnSpc>
              <a:spcBef>
                <a:spcPts val="1000"/>
              </a:spcBef>
              <a:buFont typeface="Arial" panose="020B0604020202020204" pitchFamily="34" charset="0"/>
              <a:buNone/>
              <a:defRPr sz="1400" kern="1200" baseline="0">
                <a:solidFill>
                  <a:schemeClr val="tx1"/>
                </a:solidFill>
                <a:latin typeface="+mn-lt"/>
                <a:ea typeface="+mn-ea"/>
                <a:cs typeface="+mn-cs"/>
              </a:defRPr>
            </a:lvl2pPr>
            <a:lvl3pPr marL="457200" indent="0" algn="l" defTabSz="914400" rtl="0" eaLnBrk="1" latinLnBrk="0" hangingPunct="1">
              <a:lnSpc>
                <a:spcPct val="80000"/>
              </a:lnSpc>
              <a:spcBef>
                <a:spcPts val="1000"/>
              </a:spcBef>
              <a:buFont typeface="Arial" panose="020B0604020202020204" pitchFamily="34" charset="0"/>
              <a:buNone/>
              <a:defRPr sz="1400" kern="1200" baseline="0">
                <a:solidFill>
                  <a:schemeClr val="tx1"/>
                </a:solidFill>
                <a:latin typeface="+mn-lt"/>
                <a:ea typeface="+mn-ea"/>
                <a:cs typeface="+mn-cs"/>
              </a:defRPr>
            </a:lvl3pPr>
            <a:lvl4pPr marL="685800" indent="0" algn="l" defTabSz="914400" rtl="0" eaLnBrk="1" latinLnBrk="0" hangingPunct="1">
              <a:lnSpc>
                <a:spcPct val="80000"/>
              </a:lnSpc>
              <a:spcBef>
                <a:spcPts val="1000"/>
              </a:spcBef>
              <a:buFont typeface="Arial" panose="020B0604020202020204" pitchFamily="34" charset="0"/>
              <a:buNone/>
              <a:defRPr sz="1400" kern="1200" baseline="0">
                <a:solidFill>
                  <a:schemeClr val="tx1"/>
                </a:solidFill>
                <a:latin typeface="+mn-lt"/>
                <a:ea typeface="+mn-ea"/>
                <a:cs typeface="+mn-cs"/>
              </a:defRPr>
            </a:lvl4pPr>
            <a:lvl5pPr marL="914400" indent="0" algn="l" defTabSz="914400" rtl="0" eaLnBrk="1" latinLnBrk="0" hangingPunct="1">
              <a:lnSpc>
                <a:spcPct val="80000"/>
              </a:lnSpc>
              <a:spcBef>
                <a:spcPts val="1000"/>
              </a:spcBef>
              <a:buFont typeface="Arial" panose="020B0604020202020204" pitchFamily="34" charset="0"/>
              <a:buNone/>
              <a:defRPr sz="1400" kern="120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Bef>
                <a:spcPts val="1800"/>
              </a:spcBef>
            </a:pPr>
            <a:r>
              <a:rPr lang="de-DE" sz="1800" b="1"/>
              <a:t>Objectives </a:t>
            </a:r>
            <a:r>
              <a:rPr lang="de-DE" sz="1600">
                <a:sym typeface="Wingdings" panose="05000000000000000000" pitchFamily="2" charset="2"/>
              </a:rPr>
              <a:t></a:t>
            </a:r>
            <a:r>
              <a:rPr lang="de-DE" sz="1800" b="1">
                <a:sym typeface="Wingdings" panose="05000000000000000000" pitchFamily="2" charset="2"/>
              </a:rPr>
              <a:t>Higher-Tier Risk Assessment for Aquatic Invertebrates</a:t>
            </a:r>
            <a:endParaRPr lang="de-DE" b="1"/>
          </a:p>
          <a:p>
            <a:pPr marL="623888" indent="-342900">
              <a:lnSpc>
                <a:spcPct val="100000"/>
              </a:lnSpc>
              <a:buFont typeface="+mj-lt"/>
              <a:buAutoNum type="arabicParenBoth"/>
            </a:pPr>
            <a:r>
              <a:rPr lang="de-DE" b="1"/>
              <a:t>Make exposure assessment more realistic. Design approach</a:t>
            </a:r>
            <a:r>
              <a:rPr lang="de-DE"/>
              <a:t> </a:t>
            </a:r>
            <a:r>
              <a:rPr lang="de-DE" b="1"/>
              <a:t>guided by Specific Protection Goals</a:t>
            </a:r>
            <a:r>
              <a:rPr lang="de-DE"/>
              <a:t>. </a:t>
            </a:r>
          </a:p>
          <a:p>
            <a:pPr marL="623888" indent="-342900">
              <a:lnSpc>
                <a:spcPct val="100000"/>
              </a:lnSpc>
              <a:buFont typeface="+mj-lt"/>
              <a:buAutoNum type="arabicParenBoth"/>
            </a:pPr>
            <a:r>
              <a:rPr lang="de-DE" b="1"/>
              <a:t>Link effect to exposure modelling</a:t>
            </a:r>
            <a:r>
              <a:rPr lang="de-DE"/>
              <a:t>. Identify </a:t>
            </a:r>
            <a:r>
              <a:rPr lang="de-DE" b="1"/>
              <a:t>effective risk management </a:t>
            </a:r>
            <a:r>
              <a:rPr lang="de-DE"/>
              <a:t>measures. Support </a:t>
            </a:r>
            <a:r>
              <a:rPr lang="de-DE" b="1"/>
              <a:t>weight-of-evidence assessment</a:t>
            </a:r>
            <a:r>
              <a:rPr lang="de-DE"/>
              <a:t>.</a:t>
            </a:r>
          </a:p>
          <a:p>
            <a:pPr marL="623888" indent="-342900">
              <a:lnSpc>
                <a:spcPct val="100000"/>
              </a:lnSpc>
              <a:buFont typeface="+mj-lt"/>
              <a:buAutoNum type="arabicParenBoth"/>
            </a:pPr>
            <a:r>
              <a:rPr lang="de-DE" b="1"/>
              <a:t>Responsibility and Innovation</a:t>
            </a:r>
            <a:r>
              <a:rPr lang="de-DE"/>
              <a:t>: increase </a:t>
            </a:r>
            <a:r>
              <a:rPr lang="de-DE" b="1"/>
              <a:t>knowledge on real-world exposure and effects</a:t>
            </a:r>
            <a:r>
              <a:rPr lang="de-DE"/>
              <a:t>, also for next generation of approaches.</a:t>
            </a:r>
          </a:p>
          <a:p>
            <a:pPr>
              <a:lnSpc>
                <a:spcPct val="100000"/>
              </a:lnSpc>
            </a:pPr>
            <a:endParaRPr lang="de-DE"/>
          </a:p>
        </p:txBody>
      </p:sp>
    </p:spTree>
    <p:extLst>
      <p:ext uri="{BB962C8B-B14F-4D97-AF65-F5344CB8AC3E}">
        <p14:creationId xmlns:p14="http://schemas.microsoft.com/office/powerpoint/2010/main" val="39255589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par>
                                <p:cTn id="8" presetID="10" presetClass="entr" presetSubtype="0" fill="hold"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500"/>
                                        <p:tgtEl>
                                          <p:spTgt spid="10"/>
                                        </p:tgtEl>
                                      </p:cBhvr>
                                    </p:animEffect>
                                  </p:childTnLst>
                                </p:cTn>
                              </p:par>
                              <p:par>
                                <p:cTn id="14" presetID="10" presetClass="entr" presetSubtype="0" fill="hold" nodeType="with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fade">
                                      <p:cBhvr>
                                        <p:cTn id="16" dur="500"/>
                                        <p:tgtEl>
                                          <p:spTgt spid="4"/>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500"/>
                                        <p:tgtEl>
                                          <p:spTgt spid="9"/>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7"/>
                                        </p:tgtEl>
                                        <p:attrNameLst>
                                          <p:attrName>style.visibility</p:attrName>
                                        </p:attrNameLst>
                                      </p:cBhvr>
                                      <p:to>
                                        <p:strVal val="visible"/>
                                      </p:to>
                                    </p:set>
                                    <p:animEffect transition="in" filter="fade">
                                      <p:cBhvr>
                                        <p:cTn id="24"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9" grpId="0"/>
      <p:bldP spid="10" grpId="0"/>
      <p:bldP spid="17" grpId="0" animBg="1"/>
    </p:bldLst>
  </p:timing>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3942ED9-C936-74A4-3F30-6646C2C496A1}"/>
              </a:ext>
            </a:extLst>
          </p:cNvPr>
          <p:cNvSpPr>
            <a:spLocks noGrp="1"/>
          </p:cNvSpPr>
          <p:nvPr>
            <p:ph type="title"/>
          </p:nvPr>
        </p:nvSpPr>
        <p:spPr/>
        <p:txBody>
          <a:bodyPr/>
          <a:lstStyle/>
          <a:p>
            <a:r>
              <a:rPr lang="de-DE"/>
              <a:t>Questions, Discussion Points</a:t>
            </a:r>
          </a:p>
        </p:txBody>
      </p:sp>
      <p:sp>
        <p:nvSpPr>
          <p:cNvPr id="3" name="Datumsplatzhalter 2">
            <a:extLst>
              <a:ext uri="{FF2B5EF4-FFF2-40B4-BE49-F238E27FC236}">
                <a16:creationId xmlns:a16="http://schemas.microsoft.com/office/drawing/2014/main" id="{DF623AE6-8132-61B5-D57F-DC45A1870760}"/>
              </a:ext>
            </a:extLst>
          </p:cNvPr>
          <p:cNvSpPr>
            <a:spLocks noGrp="1"/>
          </p:cNvSpPr>
          <p:nvPr>
            <p:ph type="dt" sz="half" idx="10"/>
          </p:nvPr>
        </p:nvSpPr>
        <p:spPr/>
        <p:txBody>
          <a:bodyPr/>
          <a:lstStyle/>
          <a:p>
            <a:fld id="{B1718F38-94AC-4B28-B69B-662CDAB3677F}" type="datetime1">
              <a:rPr lang="en-US" smtClean="0"/>
              <a:t>3/9/2026</a:t>
            </a:fld>
            <a:endParaRPr lang="en-US" dirty="0"/>
          </a:p>
        </p:txBody>
      </p:sp>
      <p:sp>
        <p:nvSpPr>
          <p:cNvPr id="4" name="Fußzeilenplatzhalter 3">
            <a:extLst>
              <a:ext uri="{FF2B5EF4-FFF2-40B4-BE49-F238E27FC236}">
                <a16:creationId xmlns:a16="http://schemas.microsoft.com/office/drawing/2014/main" id="{85609208-4A1F-5050-F5E9-C9BB65839801}"/>
              </a:ext>
            </a:extLst>
          </p:cNvPr>
          <p:cNvSpPr>
            <a:spLocks noGrp="1"/>
          </p:cNvSpPr>
          <p:nvPr>
            <p:ph type="ftr" sz="quarter" idx="11"/>
          </p:nvPr>
        </p:nvSpPr>
        <p:spPr/>
        <p:txBody>
          <a:bodyPr/>
          <a:lstStyle/>
          <a:p>
            <a:r>
              <a:rPr lang="en-US"/>
              <a:t>Sample Footer Text</a:t>
            </a:r>
            <a:endParaRPr lang="en-US" dirty="0"/>
          </a:p>
        </p:txBody>
      </p:sp>
      <p:sp>
        <p:nvSpPr>
          <p:cNvPr id="5" name="Foliennummernplatzhalter 4">
            <a:extLst>
              <a:ext uri="{FF2B5EF4-FFF2-40B4-BE49-F238E27FC236}">
                <a16:creationId xmlns:a16="http://schemas.microsoft.com/office/drawing/2014/main" id="{E6B716C4-DD39-DC41-61E9-FCC17BC888B0}"/>
              </a:ext>
            </a:extLst>
          </p:cNvPr>
          <p:cNvSpPr>
            <a:spLocks noGrp="1"/>
          </p:cNvSpPr>
          <p:nvPr>
            <p:ph type="sldNum" sz="quarter" idx="12"/>
          </p:nvPr>
        </p:nvSpPr>
        <p:spPr/>
        <p:txBody>
          <a:bodyPr/>
          <a:lstStyle/>
          <a:p>
            <a:fld id="{CC057153-B650-4DEB-B370-79DDCFDCE934}" type="slidenum">
              <a:rPr lang="en-US" smtClean="0"/>
              <a:t>5</a:t>
            </a:fld>
            <a:endParaRPr lang="en-US" dirty="0"/>
          </a:p>
        </p:txBody>
      </p:sp>
      <p:sp>
        <p:nvSpPr>
          <p:cNvPr id="6" name="Inhaltsplatzhalter 5">
            <a:extLst>
              <a:ext uri="{FF2B5EF4-FFF2-40B4-BE49-F238E27FC236}">
                <a16:creationId xmlns:a16="http://schemas.microsoft.com/office/drawing/2014/main" id="{21F4E432-B6E2-2CFC-4740-E48770E60D72}"/>
              </a:ext>
            </a:extLst>
          </p:cNvPr>
          <p:cNvSpPr>
            <a:spLocks noGrp="1"/>
          </p:cNvSpPr>
          <p:nvPr>
            <p:ph idx="1"/>
          </p:nvPr>
        </p:nvSpPr>
        <p:spPr>
          <a:xfrm>
            <a:off x="137160" y="1715532"/>
            <a:ext cx="11919266" cy="5032104"/>
          </a:xfrm>
        </p:spPr>
        <p:txBody>
          <a:bodyPr>
            <a:normAutofit lnSpcReduction="10000"/>
          </a:bodyPr>
          <a:lstStyle/>
          <a:p>
            <a:pPr marL="342900" indent="-342900">
              <a:buFont typeface="+mj-lt"/>
              <a:buAutoNum type="arabicPeriod"/>
            </a:pPr>
            <a:r>
              <a:rPr lang="de-DE"/>
              <a:t>Why move to higher-tier/Tier4? </a:t>
            </a:r>
            <a:r>
              <a:rPr lang="en-US"/>
              <a:t>FOCUS gives ~2 ng/L while the RAC is ~1 ng/L (unacceptable at lower tier). What exactly would you need to see (data or model evidence) to justify moving to a Tier‑4 landscape approach—and what would count as “more realistic” in this case? </a:t>
            </a:r>
          </a:p>
          <a:p>
            <a:pPr marL="342900" indent="-342900">
              <a:buFont typeface="+mj-lt"/>
              <a:buAutoNum type="arabicPeriod"/>
            </a:pPr>
            <a:r>
              <a:rPr lang="en-US"/>
              <a:t>SPGs as the steering wheelWhich SPG “dimension” is most decisive for choosing endpoints in this training—entity, attribute, magnitude, temporal scale, spatial scale, or certainty—and why? (Pick one and defend it.)</a:t>
            </a:r>
            <a:endParaRPr lang="de-DE"/>
          </a:p>
          <a:p>
            <a:pPr marL="342900" indent="-342900">
              <a:buFont typeface="+mj-lt"/>
              <a:buAutoNum type="arabicPeriod"/>
            </a:pPr>
            <a:r>
              <a:rPr lang="en-US"/>
              <a:t>ETO vs ERO (threshold vs recovery). Which extra efforts will the ERO bring to higher-tier landscape modelling approach for an insecticide. </a:t>
            </a:r>
            <a:br>
              <a:rPr lang="en-US"/>
            </a:br>
            <a:r>
              <a:rPr lang="en-US"/>
              <a:t>For pyrethroids and aquatic invertebrates, when would you argue for an Ecological Threshold Option (ETO) versus an Ecological Recovery Option (ERO)? What kind of evidence would you consider “strong enough” to support ERO?</a:t>
            </a:r>
          </a:p>
          <a:p>
            <a:pPr marL="342900" indent="-342900">
              <a:buFont typeface="+mj-lt"/>
              <a:buAutoNum type="arabicPeriod"/>
            </a:pPr>
            <a:r>
              <a:rPr lang="en-US"/>
              <a:t>What changes from FOCUS → Tier‑4 (and what doesn’t)?What is fundamentally different when going from a Step 3/4-style exposure–RAC comparison to a Tier‑4 landscape coupling of exposure and effects—and what conservative assumptions may still remain even at Tier‑4?</a:t>
            </a:r>
          </a:p>
          <a:p>
            <a:pPr marL="342900" indent="-342900">
              <a:buFont typeface="+mj-lt"/>
              <a:buAutoNum type="arabicPeriod"/>
            </a:pPr>
            <a:r>
              <a:rPr lang="en-US"/>
              <a:t>The “ensemble” idea (protecting the system, not every ditch)The slides argue for protecting an ensemble of edge‑of‑field waters rather than each single segment. How would you explain (to a regulator or stakeholder) why that is still protective—and where you would draw the line for unacceptable hotspots?</a:t>
            </a:r>
          </a:p>
          <a:p>
            <a:pPr marL="342900" indent="-342900">
              <a:buFont typeface="+mj-lt"/>
              <a:buAutoNum type="arabicPeriod"/>
            </a:pPr>
            <a:r>
              <a:rPr lang="en-US"/>
              <a:t>Endpoints &amp; percentiles: what do they mean in practice?When you see “spatial percentiles” and “temporal percentiles” of PECsw(x,t), what real-world protection statement are you making? Which percentile combination feels defensible for decision-making—and why?</a:t>
            </a:r>
          </a:p>
          <a:p>
            <a:pPr marL="342900" indent="-342900">
              <a:buFont typeface="+mj-lt"/>
              <a:buAutoNum type="arabicPeriod"/>
            </a:pPr>
            <a:r>
              <a:rPr lang="en-US"/>
              <a:t>Exposure framing choice: “Exposed-only streams”What changes (conceptually and numerically) when you switch to an “exposed-only streams” analysis? In which regulatory contexts could this be justified, and where could it be misleading?</a:t>
            </a:r>
          </a:p>
          <a:p>
            <a:pPr marL="342900" indent="-342900">
              <a:buFont typeface="+mj-lt"/>
              <a:buAutoNum type="arabicPeriod"/>
            </a:pPr>
            <a:r>
              <a:rPr lang="en-US"/>
              <a:t>Mitigation: from simulation result → practical ruleThe mitigation example (buffer + drift reduction) shows large reductions. How would you translate that into a simple, auditable risk‑management rule (e.g., targeted hotspots vs blanket mitigation), and what extra information would you need?</a:t>
            </a:r>
          </a:p>
          <a:p>
            <a:pPr marL="342900" indent="-342900">
              <a:buFont typeface="+mj-lt"/>
              <a:buAutoNum type="arabicPeriod"/>
            </a:pPr>
            <a:r>
              <a:rPr lang="en-US"/>
              <a:t>Optional “hands-on starter” (quick warm-up question)If you want a 60‑second opener before the notebook work:What would you expect to be the biggest practical bottleneck today: understanding SPGs, finding/QA’ing parameterisation data, running the simulation workflow, or interpreting output percentiles?</a:t>
            </a:r>
            <a:endParaRPr lang="de-DE"/>
          </a:p>
        </p:txBody>
      </p:sp>
    </p:spTree>
    <p:extLst>
      <p:ext uri="{BB962C8B-B14F-4D97-AF65-F5344CB8AC3E}">
        <p14:creationId xmlns:p14="http://schemas.microsoft.com/office/powerpoint/2010/main" val="42520695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BFFB598A-E88A-83CF-86E8-E1751656F113}"/>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636A5C92-EDED-A3DC-FEDB-2895BD332D29}"/>
              </a:ext>
            </a:extLst>
          </p:cNvPr>
          <p:cNvSpPr>
            <a:spLocks noGrp="1"/>
          </p:cNvSpPr>
          <p:nvPr>
            <p:ph type="title"/>
          </p:nvPr>
        </p:nvSpPr>
        <p:spPr/>
        <p:txBody>
          <a:bodyPr/>
          <a:lstStyle/>
          <a:p>
            <a:r>
              <a:rPr lang="de-DE"/>
              <a:t>Questions, Discussion Points</a:t>
            </a:r>
          </a:p>
        </p:txBody>
      </p:sp>
      <p:sp>
        <p:nvSpPr>
          <p:cNvPr id="3" name="Datumsplatzhalter 2">
            <a:extLst>
              <a:ext uri="{FF2B5EF4-FFF2-40B4-BE49-F238E27FC236}">
                <a16:creationId xmlns:a16="http://schemas.microsoft.com/office/drawing/2014/main" id="{90910A3E-688D-74AC-E1BF-D48F0740791F}"/>
              </a:ext>
            </a:extLst>
          </p:cNvPr>
          <p:cNvSpPr>
            <a:spLocks noGrp="1"/>
          </p:cNvSpPr>
          <p:nvPr>
            <p:ph type="dt" sz="half" idx="10"/>
          </p:nvPr>
        </p:nvSpPr>
        <p:spPr/>
        <p:txBody>
          <a:bodyPr/>
          <a:lstStyle/>
          <a:p>
            <a:fld id="{B1718F38-94AC-4B28-B69B-662CDAB3677F}" type="datetime1">
              <a:rPr lang="en-US" smtClean="0"/>
              <a:t>3/9/2026</a:t>
            </a:fld>
            <a:endParaRPr lang="en-US" dirty="0"/>
          </a:p>
        </p:txBody>
      </p:sp>
      <p:sp>
        <p:nvSpPr>
          <p:cNvPr id="4" name="Fußzeilenplatzhalter 3">
            <a:extLst>
              <a:ext uri="{FF2B5EF4-FFF2-40B4-BE49-F238E27FC236}">
                <a16:creationId xmlns:a16="http://schemas.microsoft.com/office/drawing/2014/main" id="{7DC96481-361F-44A9-321C-30E141096064}"/>
              </a:ext>
            </a:extLst>
          </p:cNvPr>
          <p:cNvSpPr>
            <a:spLocks noGrp="1"/>
          </p:cNvSpPr>
          <p:nvPr>
            <p:ph type="ftr" sz="quarter" idx="11"/>
          </p:nvPr>
        </p:nvSpPr>
        <p:spPr/>
        <p:txBody>
          <a:bodyPr/>
          <a:lstStyle/>
          <a:p>
            <a:r>
              <a:rPr lang="en-US"/>
              <a:t>Sample Footer Text</a:t>
            </a:r>
            <a:endParaRPr lang="en-US" dirty="0"/>
          </a:p>
        </p:txBody>
      </p:sp>
      <p:sp>
        <p:nvSpPr>
          <p:cNvPr id="5" name="Foliennummernplatzhalter 4">
            <a:extLst>
              <a:ext uri="{FF2B5EF4-FFF2-40B4-BE49-F238E27FC236}">
                <a16:creationId xmlns:a16="http://schemas.microsoft.com/office/drawing/2014/main" id="{1CAE0287-CED9-7A8E-11A2-B951A9787E51}"/>
              </a:ext>
            </a:extLst>
          </p:cNvPr>
          <p:cNvSpPr>
            <a:spLocks noGrp="1"/>
          </p:cNvSpPr>
          <p:nvPr>
            <p:ph type="sldNum" sz="quarter" idx="12"/>
          </p:nvPr>
        </p:nvSpPr>
        <p:spPr/>
        <p:txBody>
          <a:bodyPr/>
          <a:lstStyle/>
          <a:p>
            <a:fld id="{CC057153-B650-4DEB-B370-79DDCFDCE934}" type="slidenum">
              <a:rPr lang="en-US" smtClean="0"/>
              <a:t>6</a:t>
            </a:fld>
            <a:endParaRPr lang="en-US" dirty="0"/>
          </a:p>
        </p:txBody>
      </p:sp>
      <p:sp>
        <p:nvSpPr>
          <p:cNvPr id="6" name="Inhaltsplatzhalter 5">
            <a:extLst>
              <a:ext uri="{FF2B5EF4-FFF2-40B4-BE49-F238E27FC236}">
                <a16:creationId xmlns:a16="http://schemas.microsoft.com/office/drawing/2014/main" id="{79FCBB9D-6B82-F4D0-3C76-016D1BDF813C}"/>
              </a:ext>
            </a:extLst>
          </p:cNvPr>
          <p:cNvSpPr>
            <a:spLocks noGrp="1"/>
          </p:cNvSpPr>
          <p:nvPr>
            <p:ph idx="1"/>
          </p:nvPr>
        </p:nvSpPr>
        <p:spPr>
          <a:xfrm>
            <a:off x="137160" y="1715532"/>
            <a:ext cx="11919266" cy="5032104"/>
          </a:xfrm>
        </p:spPr>
        <p:txBody>
          <a:bodyPr>
            <a:normAutofit fontScale="77500" lnSpcReduction="20000"/>
          </a:bodyPr>
          <a:lstStyle/>
          <a:p>
            <a:pPr marL="342900" indent="-342900">
              <a:buFont typeface="+mj-lt"/>
              <a:buAutoNum type="arabicPeriod"/>
            </a:pPr>
            <a:r>
              <a:rPr lang="en-US"/>
              <a:t>1. Why move to Tier‑4?</a:t>
            </a:r>
          </a:p>
          <a:p>
            <a:pPr marL="571500" lvl="1" indent="-342900">
              <a:buFont typeface="+mj-lt"/>
              <a:buAutoNum type="arabicPeriod"/>
            </a:pPr>
            <a:r>
              <a:rPr lang="en-US"/>
              <a:t>FOCUS gives PECsw ≈ 2 ng/L while RAC ≈ 1 ng/L. What *specific* evidence would justify a Tier‑4 landscape approach—and what does “more realistic” mean here?</a:t>
            </a:r>
          </a:p>
          <a:p>
            <a:pPr marL="342900" indent="-342900">
              <a:buFont typeface="+mj-lt"/>
              <a:buAutoNum type="arabicPeriod"/>
            </a:pPr>
            <a:r>
              <a:rPr lang="en-US"/>
              <a:t>2. SPGs as the steering wheel**  </a:t>
            </a:r>
          </a:p>
          <a:p>
            <a:pPr marL="342900" indent="-342900">
              <a:buFont typeface="+mj-lt"/>
              <a:buAutoNum type="arabicPeriod"/>
            </a:pPr>
            <a:r>
              <a:rPr lang="en-US"/>
              <a:t>Which SPG dimension most strongly drives endpoint choice in this case (entity, magnitude, spatial scale, temporal scale, certainty)? Why?</a:t>
            </a:r>
          </a:p>
          <a:p>
            <a:pPr marL="342900" indent="-342900">
              <a:buFont typeface="+mj-lt"/>
              <a:buAutoNum type="arabicPeriod"/>
            </a:pPr>
            <a:r>
              <a:rPr lang="en-US"/>
              <a:t>**3. Threshold or recovery? (ETO vs ERO)**  </a:t>
            </a:r>
          </a:p>
          <a:p>
            <a:pPr marL="342900" indent="-342900">
              <a:buFont typeface="+mj-lt"/>
              <a:buAutoNum type="arabicPeriod"/>
            </a:pPr>
            <a:r>
              <a:rPr lang="en-US"/>
              <a:t>For pyrethroids and aquatic invertebrates, when would ERO be defensible—and what evidence would regulators need to see?</a:t>
            </a:r>
          </a:p>
          <a:p>
            <a:pPr marL="342900" indent="-342900">
              <a:buFont typeface="+mj-lt"/>
              <a:buAutoNum type="arabicPeriod"/>
            </a:pPr>
            <a:r>
              <a:rPr lang="en-US"/>
              <a:t>**4. What really changes at Tier‑4?**  </a:t>
            </a:r>
          </a:p>
          <a:p>
            <a:pPr marL="342900" indent="-342900">
              <a:buFont typeface="+mj-lt"/>
              <a:buAutoNum type="arabicPeriod"/>
            </a:pPr>
            <a:r>
              <a:rPr lang="en-US"/>
              <a:t>Compared to FOCUS Step 3/4, what is fundamentally different when exposure and effects are *coupled* at landscape scale—and which conservative assumptions still remain?</a:t>
            </a:r>
          </a:p>
          <a:p>
            <a:pPr marL="342900" indent="-342900">
              <a:buFont typeface="+mj-lt"/>
              <a:buAutoNum type="arabicPeriod"/>
            </a:pPr>
            <a:r>
              <a:rPr lang="en-US"/>
              <a:t>**5. Protecting an “ensemble”, not every ditch**  </a:t>
            </a:r>
          </a:p>
          <a:p>
            <a:pPr marL="342900" indent="-342900">
              <a:buFont typeface="+mj-lt"/>
              <a:buAutoNum type="arabicPeriod"/>
            </a:pPr>
            <a:r>
              <a:rPr lang="en-US"/>
              <a:t>How would you explain to a regulator why protecting an ensemble of edge‑of‑field waters is still protective? Where do unacceptable hotspots begin?</a:t>
            </a:r>
          </a:p>
          <a:p>
            <a:pPr marL="342900" indent="-342900">
              <a:buFont typeface="+mj-lt"/>
              <a:buAutoNum type="arabicPeriod"/>
            </a:pPr>
            <a:r>
              <a:rPr lang="en-US"/>
              <a:t>**6. Percentiles = protection statements**  </a:t>
            </a:r>
          </a:p>
          <a:p>
            <a:pPr marL="342900" indent="-342900">
              <a:buFont typeface="+mj-lt"/>
              <a:buAutoNum type="arabicPeriod"/>
            </a:pPr>
            <a:r>
              <a:rPr lang="en-US"/>
              <a:t>What real‑world protection claim do spatial and temporal PECsw percentiles make? Which percentile combination feels defensible for decisions?</a:t>
            </a:r>
          </a:p>
          <a:p>
            <a:pPr marL="342900" indent="-342900">
              <a:buFont typeface="+mj-lt"/>
              <a:buAutoNum type="arabicPeriod"/>
            </a:pPr>
            <a:r>
              <a:rPr lang="en-US"/>
              <a:t>**7. “Exposed‑only streams” framing**  </a:t>
            </a:r>
          </a:p>
          <a:p>
            <a:pPr marL="342900" indent="-342900">
              <a:buFont typeface="+mj-lt"/>
              <a:buAutoNum type="arabicPeriod"/>
            </a:pPr>
            <a:r>
              <a:rPr lang="en-US"/>
              <a:t>What changes conceptually and numerically when analysing only exposed stream segments—and when could this be misleading?</a:t>
            </a:r>
          </a:p>
          <a:p>
            <a:pPr marL="342900" indent="-342900">
              <a:buFont typeface="+mj-lt"/>
              <a:buAutoNum type="arabicPeriod"/>
            </a:pPr>
            <a:r>
              <a:rPr lang="en-US"/>
              <a:t>**8. From model output to mitigation rule**  </a:t>
            </a:r>
          </a:p>
          <a:p>
            <a:pPr marL="342900" indent="-342900">
              <a:buFont typeface="+mj-lt"/>
              <a:buAutoNum type="arabicPeriod"/>
            </a:pPr>
            <a:r>
              <a:rPr lang="en-US"/>
              <a:t>How would you translate the mitigation results into a simple, auditable risk‑management rule (hotspot‑targeted vs blanket)?</a:t>
            </a:r>
          </a:p>
          <a:p>
            <a:pPr marL="342900" indent="-342900">
              <a:buFont typeface="+mj-lt"/>
              <a:buAutoNum type="arabicPeriod"/>
            </a:pPr>
            <a:r>
              <a:rPr lang="en-US"/>
              <a:t>### *(Optional speaker notes – keep hidden)*</a:t>
            </a:r>
          </a:p>
          <a:p>
            <a:pPr marL="342900" indent="-342900">
              <a:buFont typeface="+mj-lt"/>
              <a:buAutoNum type="arabicPeriod"/>
            </a:pPr>
            <a:r>
              <a:rPr lang="en-US"/>
              <a:t>*   These questions mirror the **story arc of the training**: problem formulation → SPGs → Tier‑4 design → endpoints → mitigation.</a:t>
            </a:r>
          </a:p>
          <a:p>
            <a:pPr marL="342900" indent="-342900">
              <a:buFont typeface="+mj-lt"/>
              <a:buAutoNum type="arabicPeriod"/>
            </a:pPr>
            <a:r>
              <a:rPr lang="en-US"/>
              <a:t>*   There are **no single correct answers**; the goal is to surface assumptions and trade‑offs.</a:t>
            </a:r>
          </a:p>
          <a:p>
            <a:pPr marL="342900" indent="-342900">
              <a:buFont typeface="+mj-lt"/>
              <a:buAutoNum type="arabicPeriod"/>
            </a:pPr>
            <a:r>
              <a:rPr lang="en-US"/>
              <a:t>*   Encourage participants to answer **as if they were the risk assessor**, not the modeller.</a:t>
            </a:r>
          </a:p>
          <a:p>
            <a:pPr marL="342900" indent="-342900">
              <a:buFont typeface="+mj-lt"/>
              <a:buAutoNum type="arabicPeriod"/>
            </a:pPr>
            <a:r>
              <a:rPr lang="en-US"/>
              <a:t>*   If time is short: use **Q1, Q3, and Q6** as a minimal set.</a:t>
            </a:r>
          </a:p>
        </p:txBody>
      </p:sp>
    </p:spTree>
    <p:extLst>
      <p:ext uri="{BB962C8B-B14F-4D97-AF65-F5344CB8AC3E}">
        <p14:creationId xmlns:p14="http://schemas.microsoft.com/office/powerpoint/2010/main" val="18622611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8FB4493C-85B0-C385-3020-1CD62F8BC4E6}"/>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91263232-EAF4-3E62-982B-150013B6B392}"/>
              </a:ext>
            </a:extLst>
          </p:cNvPr>
          <p:cNvSpPr>
            <a:spLocks noGrp="1"/>
          </p:cNvSpPr>
          <p:nvPr>
            <p:ph type="title"/>
          </p:nvPr>
        </p:nvSpPr>
        <p:spPr>
          <a:xfrm>
            <a:off x="109728" y="548640"/>
            <a:ext cx="10944848" cy="1132258"/>
          </a:xfrm>
        </p:spPr>
        <p:txBody>
          <a:bodyPr>
            <a:normAutofit fontScale="90000"/>
          </a:bodyPr>
          <a:lstStyle/>
          <a:p>
            <a:r>
              <a:rPr lang="de-DE"/>
              <a:t>Supplement </a:t>
            </a:r>
            <a:br>
              <a:rPr lang="de-DE"/>
            </a:br>
            <a:r>
              <a:rPr lang="de-DE" sz="4900">
                <a:solidFill>
                  <a:schemeClr val="tx1">
                    <a:lumMod val="50000"/>
                    <a:lumOff val="50000"/>
                  </a:schemeClr>
                </a:solidFill>
              </a:rPr>
              <a:t>Regulatory Acceptable Concentration (RAC)</a:t>
            </a:r>
            <a:endParaRPr lang="de-DE">
              <a:solidFill>
                <a:schemeClr val="tx1">
                  <a:lumMod val="50000"/>
                  <a:lumOff val="50000"/>
                </a:schemeClr>
              </a:solidFill>
            </a:endParaRPr>
          </a:p>
        </p:txBody>
      </p:sp>
      <p:sp>
        <p:nvSpPr>
          <p:cNvPr id="5" name="Foliennummernplatzhalter 4">
            <a:extLst>
              <a:ext uri="{FF2B5EF4-FFF2-40B4-BE49-F238E27FC236}">
                <a16:creationId xmlns:a16="http://schemas.microsoft.com/office/drawing/2014/main" id="{872DA21A-BF06-2DF7-082F-CF0E5224DAC3}"/>
              </a:ext>
            </a:extLst>
          </p:cNvPr>
          <p:cNvSpPr>
            <a:spLocks noGrp="1"/>
          </p:cNvSpPr>
          <p:nvPr>
            <p:ph type="sldNum" sz="quarter" idx="12"/>
          </p:nvPr>
        </p:nvSpPr>
        <p:spPr/>
        <p:txBody>
          <a:bodyPr/>
          <a:lstStyle/>
          <a:p>
            <a:fld id="{CC057153-B650-4DEB-B370-79DDCFDCE934}" type="slidenum">
              <a:rPr lang="en-US" smtClean="0"/>
              <a:t>7</a:t>
            </a:fld>
            <a:endParaRPr lang="en-US" dirty="0"/>
          </a:p>
        </p:txBody>
      </p:sp>
      <p:sp>
        <p:nvSpPr>
          <p:cNvPr id="6" name="Inhaltsplatzhalter 5">
            <a:extLst>
              <a:ext uri="{FF2B5EF4-FFF2-40B4-BE49-F238E27FC236}">
                <a16:creationId xmlns:a16="http://schemas.microsoft.com/office/drawing/2014/main" id="{53F4424A-B7CF-E270-26A4-1CF9D901AB0C}"/>
              </a:ext>
            </a:extLst>
          </p:cNvPr>
          <p:cNvSpPr>
            <a:spLocks noGrp="1"/>
          </p:cNvSpPr>
          <p:nvPr>
            <p:ph idx="1"/>
          </p:nvPr>
        </p:nvSpPr>
        <p:spPr>
          <a:xfrm>
            <a:off x="137160" y="1782438"/>
            <a:ext cx="11400636" cy="4593828"/>
          </a:xfrm>
        </p:spPr>
        <p:txBody>
          <a:bodyPr>
            <a:noAutofit/>
          </a:bodyPr>
          <a:lstStyle/>
          <a:p>
            <a:pPr>
              <a:lnSpc>
                <a:spcPct val="120000"/>
              </a:lnSpc>
              <a:spcBef>
                <a:spcPts val="600"/>
              </a:spcBef>
            </a:pPr>
            <a:r>
              <a:rPr lang="en-US" sz="1100"/>
              <a:t>The </a:t>
            </a:r>
            <a:r>
              <a:rPr lang="en-US" sz="1100" b="1"/>
              <a:t>Regulatory Acceptable Concentration (RAC)</a:t>
            </a:r>
            <a:r>
              <a:rPr lang="en-US" sz="1100"/>
              <a:t> is the </a:t>
            </a:r>
            <a:r>
              <a:rPr lang="en-US" sz="1100" b="1"/>
              <a:t>maximum concentration of a pesticide in the environment that is considered safe for non‑target organisms</a:t>
            </a:r>
            <a:r>
              <a:rPr lang="en-US" sz="1100"/>
              <a:t>. </a:t>
            </a:r>
            <a:br>
              <a:rPr lang="en-US" sz="1100"/>
            </a:br>
            <a:r>
              <a:rPr lang="de-DE" sz="1100" b="1"/>
              <a:t>At Tier 1 </a:t>
            </a:r>
            <a:r>
              <a:rPr lang="de-DE" sz="1100"/>
              <a:t>(standard lab tests), the RAC is usually:</a:t>
            </a:r>
            <a:endParaRPr lang="ar-AE" sz="1100" b="0"/>
          </a:p>
          <a:p>
            <a:pPr>
              <a:lnSpc>
                <a:spcPct val="120000"/>
              </a:lnSpc>
              <a:spcBef>
                <a:spcPts val="600"/>
              </a:spcBef>
            </a:pPr>
            <a:r>
              <a:rPr lang="de-DE" sz="1100" b="1">
                <a:effectLst/>
              </a:rPr>
              <a:t>Typical steps:</a:t>
            </a:r>
          </a:p>
          <a:p>
            <a:pPr marL="285750" indent="-285750">
              <a:lnSpc>
                <a:spcPct val="120000"/>
              </a:lnSpc>
              <a:spcBef>
                <a:spcPts val="600"/>
              </a:spcBef>
              <a:buFont typeface="Arial" panose="020B0604020202020204" pitchFamily="34" charset="0"/>
              <a:buChar char="•"/>
            </a:pPr>
            <a:r>
              <a:rPr lang="de-DE" sz="1100" b="1">
                <a:effectLst/>
              </a:rPr>
              <a:t>Select endpoint:</a:t>
            </a:r>
            <a:r>
              <a:rPr lang="de-DE" sz="1100">
                <a:effectLst/>
              </a:rPr>
              <a:t> </a:t>
            </a:r>
            <a:r>
              <a:rPr lang="de-DE" sz="1100" b="1">
                <a:effectLst/>
              </a:rPr>
              <a:t>Acute:</a:t>
            </a:r>
            <a:r>
              <a:rPr lang="de-DE" sz="1100">
                <a:effectLst/>
              </a:rPr>
              <a:t> LC50/EC50 for fish, invertebrates, algae, macrophytes. </a:t>
            </a:r>
            <a:r>
              <a:rPr lang="de-DE" sz="1100" b="1">
                <a:effectLst/>
              </a:rPr>
              <a:t>Chronic:</a:t>
            </a:r>
            <a:r>
              <a:rPr lang="de-DE" sz="1100">
                <a:effectLst/>
              </a:rPr>
              <a:t> NOEC/EC10 for sensitive taxa. </a:t>
            </a:r>
          </a:p>
          <a:p>
            <a:pPr marL="285750" indent="-285750">
              <a:lnSpc>
                <a:spcPct val="120000"/>
              </a:lnSpc>
              <a:spcBef>
                <a:spcPts val="600"/>
              </a:spcBef>
              <a:buFont typeface="Arial" panose="020B0604020202020204" pitchFamily="34" charset="0"/>
              <a:buChar char="•"/>
            </a:pPr>
            <a:r>
              <a:rPr lang="de-DE" sz="1100" b="1">
                <a:effectLst/>
              </a:rPr>
              <a:t>Choose the most sensitive relevant endpoint:</a:t>
            </a:r>
            <a:r>
              <a:rPr lang="de-DE" sz="1100">
                <a:effectLst/>
              </a:rPr>
              <a:t> Often the </a:t>
            </a:r>
            <a:r>
              <a:rPr lang="de-DE" sz="1100" b="1">
                <a:effectLst/>
              </a:rPr>
              <a:t>lowest chronic NOEC/EC10</a:t>
            </a:r>
            <a:r>
              <a:rPr lang="de-DE" sz="1100">
                <a:effectLst/>
              </a:rPr>
              <a:t> across taxa is used for long‑term RACsw. </a:t>
            </a:r>
          </a:p>
          <a:p>
            <a:pPr marL="285750" indent="-285750">
              <a:lnSpc>
                <a:spcPct val="120000"/>
              </a:lnSpc>
              <a:spcBef>
                <a:spcPts val="600"/>
              </a:spcBef>
              <a:buFont typeface="Arial" panose="020B0604020202020204" pitchFamily="34" charset="0"/>
              <a:buChar char="•"/>
            </a:pPr>
            <a:r>
              <a:rPr lang="en-US" sz="1100" b="1"/>
              <a:t>Assessment factor (AF). </a:t>
            </a:r>
            <a:r>
              <a:rPr lang="en-US" sz="1100"/>
              <a:t>Applied to account for uncertainty: </a:t>
            </a:r>
            <a:r>
              <a:rPr lang="de-DE" sz="1100" b="1"/>
              <a:t>10</a:t>
            </a:r>
            <a:r>
              <a:rPr lang="de-DE" sz="1100"/>
              <a:t> for strong chronic datasets, </a:t>
            </a:r>
            <a:r>
              <a:rPr lang="de-DE" sz="1100" b="1"/>
              <a:t>50–100</a:t>
            </a:r>
            <a:r>
              <a:rPr lang="de-DE" sz="1100"/>
              <a:t> for acute data</a:t>
            </a:r>
          </a:p>
          <a:p>
            <a:pPr>
              <a:lnSpc>
                <a:spcPct val="120000"/>
              </a:lnSpc>
              <a:spcBef>
                <a:spcPts val="600"/>
              </a:spcBef>
            </a:pPr>
            <a:r>
              <a:rPr lang="en-US" sz="1100" b="1"/>
              <a:t>Higher‑tier options (SSD and mesocosms): </a:t>
            </a:r>
            <a:r>
              <a:rPr lang="en-US" sz="1100"/>
              <a:t>When Tier‑1 is too conservative or fails, EFSA’s aquatic guidance allows refinement</a:t>
            </a:r>
            <a:endParaRPr lang="de-DE" sz="1100"/>
          </a:p>
          <a:p>
            <a:pPr marL="285750" lvl="0" indent="-285750">
              <a:lnSpc>
                <a:spcPct val="120000"/>
              </a:lnSpc>
              <a:spcBef>
                <a:spcPts val="600"/>
              </a:spcBef>
              <a:buFont typeface="Arial" panose="020B0604020202020204" pitchFamily="34" charset="0"/>
              <a:buChar char="•"/>
            </a:pPr>
            <a:r>
              <a:rPr lang="de-DE" sz="1100" b="1"/>
              <a:t>Species Sensitivity Distributions (SSD): </a:t>
            </a:r>
            <a:r>
              <a:rPr lang="en-US" sz="1100"/>
              <a:t>Use multiple chronic endpoints (e.g. EC10/NOEC for many species). Fit an SSD and derive an </a:t>
            </a:r>
            <a:r>
              <a:rPr lang="en-US" sz="1100" b="1"/>
              <a:t>HC5</a:t>
            </a:r>
            <a:r>
              <a:rPr lang="en-US" sz="1100"/>
              <a:t> (hazard concentration for 5% of species). Apply a smaller AF (e.g. 1–5) to HC5 → refined RAC.</a:t>
            </a:r>
            <a:endParaRPr lang="de-DE" sz="1100"/>
          </a:p>
          <a:p>
            <a:pPr marL="285750" lvl="0" indent="-285750">
              <a:lnSpc>
                <a:spcPct val="120000"/>
              </a:lnSpc>
              <a:spcBef>
                <a:spcPts val="600"/>
              </a:spcBef>
              <a:buFont typeface="Arial" panose="020B0604020202020204" pitchFamily="34" charset="0"/>
              <a:buChar char="•"/>
            </a:pPr>
            <a:r>
              <a:rPr lang="de-DE" sz="1100" b="1"/>
              <a:t>Micro‑/mesocosm studies (model ecosystems): </a:t>
            </a:r>
            <a:r>
              <a:rPr lang="en-US" sz="1100"/>
              <a:t>Expose realistic aquatic communities to the pesticide. Identify the </a:t>
            </a:r>
            <a:r>
              <a:rPr lang="en-US" sz="1100" b="1"/>
              <a:t>highest concentration with negligible or acceptable population‑level effects</a:t>
            </a:r>
            <a:r>
              <a:rPr lang="en-US" sz="1100"/>
              <a:t>, depending on the protection goal. This concentration (possibly with a small AF) becomes the </a:t>
            </a:r>
            <a:r>
              <a:rPr lang="en-US" sz="1100" b="1"/>
              <a:t>RAC</a:t>
            </a:r>
            <a:endParaRPr lang="de-DE" sz="1100"/>
          </a:p>
          <a:p>
            <a:pPr marL="285750" indent="-285750">
              <a:lnSpc>
                <a:spcPct val="120000"/>
              </a:lnSpc>
              <a:spcBef>
                <a:spcPts val="600"/>
              </a:spcBef>
              <a:buFont typeface="Arial" panose="020B0604020202020204" pitchFamily="34" charset="0"/>
              <a:buChar char="•"/>
            </a:pPr>
            <a:r>
              <a:rPr lang="en-US" sz="1100" b="1"/>
              <a:t>ETO vs ERO (protection goal choice). </a:t>
            </a:r>
            <a:r>
              <a:rPr lang="en-US" sz="1100"/>
              <a:t>EFSA distinguishes two protection goal options for deriving RACs from higher‑tier data: </a:t>
            </a:r>
            <a:endParaRPr lang="de-DE" sz="1100"/>
          </a:p>
          <a:p>
            <a:pPr marL="514350" lvl="1" indent="-285750">
              <a:lnSpc>
                <a:spcPct val="120000"/>
              </a:lnSpc>
              <a:spcBef>
                <a:spcPts val="600"/>
              </a:spcBef>
              <a:buFont typeface="Arial" panose="020B0604020202020204" pitchFamily="34" charset="0"/>
              <a:buChar char="•"/>
            </a:pPr>
            <a:r>
              <a:rPr lang="de-DE" sz="1100" b="1"/>
              <a:t>Ecological Threshold Option (ETO): </a:t>
            </a:r>
            <a:r>
              <a:rPr lang="en-US" sz="1100"/>
              <a:t>Only </a:t>
            </a:r>
            <a:r>
              <a:rPr lang="en-US" sz="1100" b="1"/>
              <a:t>negligible effects</a:t>
            </a:r>
            <a:r>
              <a:rPr lang="en-US" sz="1100"/>
              <a:t> at population level are allowed. RAC is set at the highest concentration with no or only minor, transient effects.</a:t>
            </a:r>
            <a:endParaRPr lang="de-DE" sz="1100"/>
          </a:p>
          <a:p>
            <a:pPr marL="514350" lvl="1" indent="-285750">
              <a:lnSpc>
                <a:spcPct val="120000"/>
              </a:lnSpc>
              <a:spcBef>
                <a:spcPts val="600"/>
              </a:spcBef>
              <a:buFont typeface="Arial" panose="020B0604020202020204" pitchFamily="34" charset="0"/>
              <a:buChar char="•"/>
            </a:pPr>
            <a:r>
              <a:rPr lang="de-DE" sz="1100" b="1"/>
              <a:t>Ecological Recovery Option (ERO): </a:t>
            </a:r>
            <a:r>
              <a:rPr lang="en-US" sz="1100"/>
              <a:t>Some initial population‑level effects are allowed </a:t>
            </a:r>
            <a:r>
              <a:rPr lang="en-US" sz="1100" b="1"/>
              <a:t>if recovery occurs within an acceptable time</a:t>
            </a:r>
            <a:r>
              <a:rPr lang="en-US" sz="1100"/>
              <a:t> (e.g. within weeks). RAC can be higher than the ETO‑RAC, but must be justified by clear recovery in the mesocosm data.</a:t>
            </a:r>
            <a:endParaRPr lang="de-DE" sz="1100"/>
          </a:p>
          <a:p>
            <a:pPr>
              <a:spcBef>
                <a:spcPts val="600"/>
              </a:spcBef>
            </a:pPr>
            <a:r>
              <a:rPr lang="de-DE" sz="1100"/>
              <a:t>Once the aquatic RACsurfacewater/sediment is set, it is compared with modelled or measured exposure: eg, </a:t>
            </a:r>
            <a:r>
              <a:rPr lang="de-DE" sz="1200" b="1"/>
              <a:t>PECsw ≤ RACsw </a:t>
            </a:r>
            <a:r>
              <a:rPr lang="de-DE" sz="1200" b="1">
                <a:sym typeface="Wingdings" panose="05000000000000000000" pitchFamily="2" charset="2"/>
              </a:rPr>
              <a:t> aquatic risk acceptable</a:t>
            </a:r>
            <a:endParaRPr lang="de-DE" sz="1100" b="1"/>
          </a:p>
          <a:p>
            <a:pPr>
              <a:spcBef>
                <a:spcPts val="600"/>
              </a:spcBef>
            </a:pPr>
            <a:r>
              <a:rPr lang="en-US" sz="1100" b="1"/>
              <a:t>If the risk is not acceptable</a:t>
            </a:r>
            <a:r>
              <a:rPr lang="en-US" sz="1100"/>
              <a:t>, regulators may require risk mitigation (eg, buffer zones, drift‑reducing nozzles, reduced application rates) or they may reject the product.</a:t>
            </a:r>
          </a:p>
          <a:p>
            <a:pPr>
              <a:spcBef>
                <a:spcPts val="600"/>
              </a:spcBef>
            </a:pPr>
            <a:r>
              <a:rPr lang="en-US" sz="1100"/>
              <a:t>At lower (standard) tiers, PECsw/sed are calculated using the FOCUSsw approach, at higher-tier landscape models and scenarios come in, eg, xAquaticRisk</a:t>
            </a:r>
          </a:p>
        </p:txBody>
      </p:sp>
      <p:pic>
        <p:nvPicPr>
          <p:cNvPr id="22" name="Grafik 21">
            <a:extLst>
              <a:ext uri="{FF2B5EF4-FFF2-40B4-BE49-F238E27FC236}">
                <a16:creationId xmlns:a16="http://schemas.microsoft.com/office/drawing/2014/main" id="{E47185E8-6383-2D04-D421-0DA994F90D44}"/>
              </a:ext>
            </a:extLst>
          </p:cNvPr>
          <p:cNvPicPr>
            <a:picLocks noChangeAspect="1"/>
          </p:cNvPicPr>
          <p:nvPr/>
        </p:nvPicPr>
        <p:blipFill>
          <a:blip r:embed="rId2"/>
          <a:stretch>
            <a:fillRect/>
          </a:stretch>
        </p:blipFill>
        <p:spPr>
          <a:xfrm>
            <a:off x="8493884" y="2032750"/>
            <a:ext cx="3560956" cy="562662"/>
          </a:xfrm>
          <a:prstGeom prst="rect">
            <a:avLst/>
          </a:prstGeom>
        </p:spPr>
      </p:pic>
      <p:pic>
        <p:nvPicPr>
          <p:cNvPr id="3" name="Picture 4">
            <a:extLst>
              <a:ext uri="{FF2B5EF4-FFF2-40B4-BE49-F238E27FC236}">
                <a16:creationId xmlns:a16="http://schemas.microsoft.com/office/drawing/2014/main" id="{C8E853ED-6804-D230-A253-A904C3E69033}"/>
              </a:ext>
            </a:extLst>
          </p:cNvPr>
          <p:cNvPicPr>
            <a:picLocks noChangeAspect="1"/>
          </p:cNvPicPr>
          <p:nvPr/>
        </p:nvPicPr>
        <p:blipFill>
          <a:blip r:embed="rId3">
            <a:extLst>
              <a:ext uri="{BEBA8EAE-BF5A-486C-A8C5-ECC9F3942E4B}">
                <a14:imgProps xmlns:a14="http://schemas.microsoft.com/office/drawing/2010/main">
                  <a14:imgLayer r:embed="rId4">
                    <a14:imgEffect>
                      <a14:saturation sat="66000"/>
                    </a14:imgEffect>
                    <a14:imgEffect>
                      <a14:brightnessContrast bright="20000" contrast="20000"/>
                    </a14:imgEffect>
                  </a14:imgLayer>
                </a14:imgProps>
              </a:ext>
              <a:ext uri="{837473B0-CC2E-450A-ABE3-18F120FF3D39}">
                <a1611:picAttrSrcUrl xmlns:a1611="http://schemas.microsoft.com/office/drawing/2016/11/main" r:id="rId5"/>
              </a:ext>
            </a:extLst>
          </a:blip>
          <a:srcRect l="12225" t="30736"/>
          <a:stretch>
            <a:fillRect/>
          </a:stretch>
        </p:blipFill>
        <p:spPr>
          <a:xfrm>
            <a:off x="10273600" y="2684775"/>
            <a:ext cx="1545735" cy="813166"/>
          </a:xfrm>
          <a:prstGeom prst="rect">
            <a:avLst/>
          </a:prstGeom>
        </p:spPr>
      </p:pic>
      <p:pic>
        <p:nvPicPr>
          <p:cNvPr id="4" name="Grafik 3" descr="Häkchen mit einfarbiger Füllung">
            <a:extLst>
              <a:ext uri="{FF2B5EF4-FFF2-40B4-BE49-F238E27FC236}">
                <a16:creationId xmlns:a16="http://schemas.microsoft.com/office/drawing/2014/main" id="{E5B98736-63B9-A407-1611-DAD03F0653E4}"/>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0" y="10855"/>
            <a:ext cx="505522" cy="505522"/>
          </a:xfrm>
          <a:prstGeom prst="rect">
            <a:avLst/>
          </a:prstGeom>
        </p:spPr>
      </p:pic>
    </p:spTree>
    <p:extLst>
      <p:ext uri="{BB962C8B-B14F-4D97-AF65-F5344CB8AC3E}">
        <p14:creationId xmlns:p14="http://schemas.microsoft.com/office/powerpoint/2010/main" val="22300040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9F2D5A9-2561-1A5F-C98E-2ED012E439E5}"/>
              </a:ext>
            </a:extLst>
          </p:cNvPr>
          <p:cNvSpPr>
            <a:spLocks noGrp="1"/>
          </p:cNvSpPr>
          <p:nvPr>
            <p:ph type="title"/>
          </p:nvPr>
        </p:nvSpPr>
        <p:spPr/>
        <p:txBody>
          <a:bodyPr>
            <a:normAutofit fontScale="90000"/>
          </a:bodyPr>
          <a:lstStyle/>
          <a:p>
            <a:r>
              <a:rPr lang="de-DE"/>
              <a:t>why can we do that?! </a:t>
            </a:r>
            <a:br>
              <a:rPr lang="de-DE"/>
            </a:br>
            <a:r>
              <a:rPr lang="de-DE" sz="4900">
                <a:solidFill>
                  <a:schemeClr val="tx1">
                    <a:lumMod val="50000"/>
                    <a:lumOff val="50000"/>
                  </a:schemeClr>
                </a:solidFill>
              </a:rPr>
              <a:t>Tiered Aquatic Risk Assessment (EU)</a:t>
            </a:r>
            <a:endParaRPr lang="de-DE">
              <a:solidFill>
                <a:schemeClr val="tx1">
                  <a:lumMod val="50000"/>
                  <a:lumOff val="50000"/>
                </a:schemeClr>
              </a:solidFill>
            </a:endParaRPr>
          </a:p>
        </p:txBody>
      </p:sp>
      <p:sp>
        <p:nvSpPr>
          <p:cNvPr id="5" name="Foliennummernplatzhalter 4">
            <a:extLst>
              <a:ext uri="{FF2B5EF4-FFF2-40B4-BE49-F238E27FC236}">
                <a16:creationId xmlns:a16="http://schemas.microsoft.com/office/drawing/2014/main" id="{7C5E551D-66BC-AF40-A4D3-14AF114A7FA2}"/>
              </a:ext>
            </a:extLst>
          </p:cNvPr>
          <p:cNvSpPr>
            <a:spLocks noGrp="1"/>
          </p:cNvSpPr>
          <p:nvPr>
            <p:ph type="sldNum" sz="quarter" idx="12"/>
          </p:nvPr>
        </p:nvSpPr>
        <p:spPr/>
        <p:txBody>
          <a:bodyPr/>
          <a:lstStyle/>
          <a:p>
            <a:fld id="{CC057153-B650-4DEB-B370-79DDCFDCE934}" type="slidenum">
              <a:rPr lang="en-US" smtClean="0"/>
              <a:t>8</a:t>
            </a:fld>
            <a:endParaRPr lang="en-US" dirty="0"/>
          </a:p>
        </p:txBody>
      </p:sp>
      <p:sp>
        <p:nvSpPr>
          <p:cNvPr id="6" name="Inhaltsplatzhalter 5">
            <a:extLst>
              <a:ext uri="{FF2B5EF4-FFF2-40B4-BE49-F238E27FC236}">
                <a16:creationId xmlns:a16="http://schemas.microsoft.com/office/drawing/2014/main" id="{7AA51000-F7BE-66F9-8E58-BBF972A00FA6}"/>
              </a:ext>
            </a:extLst>
          </p:cNvPr>
          <p:cNvSpPr>
            <a:spLocks noGrp="1"/>
          </p:cNvSpPr>
          <p:nvPr>
            <p:ph idx="1"/>
          </p:nvPr>
        </p:nvSpPr>
        <p:spPr>
          <a:xfrm>
            <a:off x="203294" y="5814449"/>
            <a:ext cx="11638528" cy="933187"/>
          </a:xfrm>
        </p:spPr>
        <p:txBody>
          <a:bodyPr>
            <a:noAutofit/>
          </a:bodyPr>
          <a:lstStyle/>
          <a:p>
            <a:pPr>
              <a:lnSpc>
                <a:spcPct val="110000"/>
              </a:lnSpc>
              <a:spcBef>
                <a:spcPts val="600"/>
              </a:spcBef>
            </a:pPr>
            <a:r>
              <a:rPr lang="de-DE" b="1"/>
              <a:t>Regulation EC 1107/2009</a:t>
            </a:r>
            <a:r>
              <a:rPr lang="de-DE"/>
              <a:t>, Data Requirements, Uniform Principles, </a:t>
            </a:r>
            <a:r>
              <a:rPr lang="de-DE" b="1"/>
              <a:t>Aquatic Guidance Document</a:t>
            </a:r>
            <a:r>
              <a:rPr lang="de-DE"/>
              <a:t>, Sustainable Use Directive, EFSA Scientific Opinions on </a:t>
            </a:r>
            <a:r>
              <a:rPr lang="de-DE" b="1"/>
              <a:t>Specific Protection Goals</a:t>
            </a:r>
            <a:r>
              <a:rPr lang="de-DE"/>
              <a:t>, </a:t>
            </a:r>
            <a:r>
              <a:rPr lang="en-US"/>
              <a:t>PPR Panel scientific opinions on </a:t>
            </a:r>
            <a:r>
              <a:rPr lang="en-US" b="1"/>
              <a:t>recovery </a:t>
            </a:r>
            <a:r>
              <a:rPr lang="en-US"/>
              <a:t>in aquatic organisms/ecological </a:t>
            </a:r>
            <a:r>
              <a:rPr lang="en-US" b="1"/>
              <a:t>threshold </a:t>
            </a:r>
            <a:r>
              <a:rPr lang="en-US"/>
              <a:t>concepts, EFSA/PPR </a:t>
            </a:r>
            <a:r>
              <a:rPr lang="en-US" b="1"/>
              <a:t>opinions and guidance on TKTD, </a:t>
            </a:r>
            <a:r>
              <a:rPr lang="en-US"/>
              <a:t>EFSA </a:t>
            </a:r>
            <a:r>
              <a:rPr lang="en-US" b="1"/>
              <a:t>uncertainty + weight-of-evidence guidance, </a:t>
            </a:r>
            <a:r>
              <a:rPr lang="de-DE" b="1"/>
              <a:t>FOCUS Surface Water</a:t>
            </a:r>
            <a:r>
              <a:rPr lang="de-DE"/>
              <a:t>, …</a:t>
            </a:r>
          </a:p>
        </p:txBody>
      </p:sp>
      <p:grpSp>
        <p:nvGrpSpPr>
          <p:cNvPr id="3" name="Group 18">
            <a:extLst>
              <a:ext uri="{FF2B5EF4-FFF2-40B4-BE49-F238E27FC236}">
                <a16:creationId xmlns:a16="http://schemas.microsoft.com/office/drawing/2014/main" id="{0125E880-D5A8-A0DC-DBA8-F6DA20C139B4}"/>
              </a:ext>
            </a:extLst>
          </p:cNvPr>
          <p:cNvGrpSpPr/>
          <p:nvPr/>
        </p:nvGrpSpPr>
        <p:grpSpPr>
          <a:xfrm>
            <a:off x="634216" y="3229658"/>
            <a:ext cx="3043850" cy="2300421"/>
            <a:chOff x="1286146" y="236186"/>
            <a:chExt cx="3043850" cy="2300421"/>
          </a:xfrm>
        </p:grpSpPr>
        <p:pic>
          <p:nvPicPr>
            <p:cNvPr id="4" name="Picture 10" descr="Diagram&#10;&#10;Description automatically generated">
              <a:extLst>
                <a:ext uri="{FF2B5EF4-FFF2-40B4-BE49-F238E27FC236}">
                  <a16:creationId xmlns:a16="http://schemas.microsoft.com/office/drawing/2014/main" id="{C5F59D39-D95F-9599-9EBD-798864E06935}"/>
                </a:ext>
              </a:extLst>
            </p:cNvPr>
            <p:cNvPicPr>
              <a:picLocks noChangeAspect="1"/>
            </p:cNvPicPr>
            <p:nvPr/>
          </p:nvPicPr>
          <p:blipFill>
            <a:blip r:embed="rId2"/>
            <a:stretch>
              <a:fillRect/>
            </a:stretch>
          </p:blipFill>
          <p:spPr>
            <a:xfrm>
              <a:off x="1286146" y="236186"/>
              <a:ext cx="3043850" cy="2300421"/>
            </a:xfrm>
            <a:prstGeom prst="rect">
              <a:avLst/>
            </a:prstGeom>
          </p:spPr>
        </p:pic>
        <p:pic>
          <p:nvPicPr>
            <p:cNvPr id="7" name="Picture 12" descr="A picture containing text, clipart&#10;&#10;Description automatically generated">
              <a:extLst>
                <a:ext uri="{FF2B5EF4-FFF2-40B4-BE49-F238E27FC236}">
                  <a16:creationId xmlns:a16="http://schemas.microsoft.com/office/drawing/2014/main" id="{B7717E1A-6FD2-139C-AD75-0F76B97FF282}"/>
                </a:ext>
              </a:extLst>
            </p:cNvPr>
            <p:cNvPicPr>
              <a:picLocks noChangeAspect="1"/>
            </p:cNvPicPr>
            <p:nvPr/>
          </p:nvPicPr>
          <p:blipFill>
            <a:blip r:embed="rId3"/>
            <a:stretch>
              <a:fillRect/>
            </a:stretch>
          </p:blipFill>
          <p:spPr>
            <a:xfrm>
              <a:off x="3474719" y="1785338"/>
              <a:ext cx="751879" cy="355146"/>
            </a:xfrm>
            <a:prstGeom prst="rect">
              <a:avLst/>
            </a:prstGeom>
          </p:spPr>
        </p:pic>
      </p:grpSp>
      <p:pic>
        <p:nvPicPr>
          <p:cNvPr id="8" name="Picture 17">
            <a:extLst>
              <a:ext uri="{FF2B5EF4-FFF2-40B4-BE49-F238E27FC236}">
                <a16:creationId xmlns:a16="http://schemas.microsoft.com/office/drawing/2014/main" id="{7A848B54-B565-9046-C679-F4CD3528947D}"/>
              </a:ext>
            </a:extLst>
          </p:cNvPr>
          <p:cNvPicPr>
            <a:picLocks noChangeAspect="1"/>
          </p:cNvPicPr>
          <p:nvPr/>
        </p:nvPicPr>
        <p:blipFill>
          <a:blip r:embed="rId4"/>
          <a:stretch>
            <a:fillRect/>
          </a:stretch>
        </p:blipFill>
        <p:spPr>
          <a:xfrm>
            <a:off x="8933862" y="3240341"/>
            <a:ext cx="2382226" cy="2333036"/>
          </a:xfrm>
          <a:prstGeom prst="rect">
            <a:avLst/>
          </a:prstGeom>
        </p:spPr>
      </p:pic>
      <p:sp>
        <p:nvSpPr>
          <p:cNvPr id="10" name="Textfeld 9">
            <a:extLst>
              <a:ext uri="{FF2B5EF4-FFF2-40B4-BE49-F238E27FC236}">
                <a16:creationId xmlns:a16="http://schemas.microsoft.com/office/drawing/2014/main" id="{5E2FB22A-CC63-F110-4491-A202C5B86893}"/>
              </a:ext>
            </a:extLst>
          </p:cNvPr>
          <p:cNvSpPr txBox="1"/>
          <p:nvPr/>
        </p:nvSpPr>
        <p:spPr>
          <a:xfrm>
            <a:off x="9021271" y="5573377"/>
            <a:ext cx="2679305" cy="246221"/>
          </a:xfrm>
          <a:prstGeom prst="rect">
            <a:avLst/>
          </a:prstGeom>
          <a:noFill/>
        </p:spPr>
        <p:txBody>
          <a:bodyPr wrap="square">
            <a:spAutoFit/>
          </a:bodyPr>
          <a:lstStyle/>
          <a:p>
            <a:r>
              <a:rPr lang="de-DE" sz="1000">
                <a:solidFill>
                  <a:schemeClr val="tx1">
                    <a:lumMod val="50000"/>
                    <a:lumOff val="50000"/>
                  </a:schemeClr>
                </a:solidFill>
              </a:rPr>
              <a:t>*SPG=Specific Protection Goal</a:t>
            </a:r>
          </a:p>
        </p:txBody>
      </p:sp>
      <p:pic>
        <p:nvPicPr>
          <p:cNvPr id="13" name="Grafik 8">
            <a:extLst>
              <a:ext uri="{FF2B5EF4-FFF2-40B4-BE49-F238E27FC236}">
                <a16:creationId xmlns:a16="http://schemas.microsoft.com/office/drawing/2014/main" id="{447E97B0-0AB3-7952-3319-1BB9DA2C59D7}"/>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4610846" y="3243472"/>
            <a:ext cx="3770922" cy="2458515"/>
          </a:xfrm>
          <a:prstGeom prst="rect">
            <a:avLst/>
          </a:prstGeom>
        </p:spPr>
      </p:pic>
      <p:sp>
        <p:nvSpPr>
          <p:cNvPr id="18" name="Textfeld 17">
            <a:extLst>
              <a:ext uri="{FF2B5EF4-FFF2-40B4-BE49-F238E27FC236}">
                <a16:creationId xmlns:a16="http://schemas.microsoft.com/office/drawing/2014/main" id="{90F9CB15-07F6-6165-8E56-5F1CBFB6553B}"/>
              </a:ext>
            </a:extLst>
          </p:cNvPr>
          <p:cNvSpPr txBox="1"/>
          <p:nvPr/>
        </p:nvSpPr>
        <p:spPr>
          <a:xfrm>
            <a:off x="2681946" y="3803227"/>
            <a:ext cx="1289398" cy="415498"/>
          </a:xfrm>
          <a:prstGeom prst="rect">
            <a:avLst/>
          </a:prstGeom>
          <a:noFill/>
        </p:spPr>
        <p:txBody>
          <a:bodyPr wrap="square">
            <a:spAutoFit/>
          </a:bodyPr>
          <a:lstStyle/>
          <a:p>
            <a:r>
              <a:rPr lang="en-US" sz="1050">
                <a:solidFill>
                  <a:schemeClr val="tx1">
                    <a:lumMod val="50000"/>
                    <a:lumOff val="50000"/>
                  </a:schemeClr>
                </a:solidFill>
              </a:rPr>
              <a:t>Same protection goal at all tiers</a:t>
            </a:r>
          </a:p>
        </p:txBody>
      </p:sp>
      <p:sp>
        <p:nvSpPr>
          <p:cNvPr id="11" name="Textfeld 10">
            <a:extLst>
              <a:ext uri="{FF2B5EF4-FFF2-40B4-BE49-F238E27FC236}">
                <a16:creationId xmlns:a16="http://schemas.microsoft.com/office/drawing/2014/main" id="{6E5A813D-6AA9-53FA-3C9C-A61482031FA6}"/>
              </a:ext>
            </a:extLst>
          </p:cNvPr>
          <p:cNvSpPr txBox="1"/>
          <p:nvPr/>
        </p:nvSpPr>
        <p:spPr>
          <a:xfrm>
            <a:off x="223024" y="2048590"/>
            <a:ext cx="11404196" cy="874076"/>
          </a:xfrm>
          <a:prstGeom prst="rect">
            <a:avLst/>
          </a:prstGeom>
          <a:ln/>
        </p:spPr>
        <p:style>
          <a:lnRef idx="2">
            <a:schemeClr val="accent1">
              <a:shade val="15000"/>
            </a:schemeClr>
          </a:lnRef>
          <a:fillRef idx="1">
            <a:schemeClr val="accent1"/>
          </a:fillRef>
          <a:effectRef idx="0">
            <a:schemeClr val="accent1"/>
          </a:effectRef>
          <a:fontRef idx="minor">
            <a:schemeClr val="lt1"/>
          </a:fontRef>
        </p:style>
        <p:txBody>
          <a:bodyPr wrap="square" lIns="36000" tIns="36000" rIns="36000" bIns="36000">
            <a:spAutoFit/>
          </a:bodyPr>
          <a:lstStyle/>
          <a:p>
            <a:pPr>
              <a:lnSpc>
                <a:spcPct val="110000"/>
              </a:lnSpc>
              <a:spcBef>
                <a:spcPts val="600"/>
              </a:spcBef>
            </a:pPr>
            <a:r>
              <a:rPr lang="de-DE" sz="2400"/>
              <a:t>Key: Higher-Tier Approach guided by Specific Protection Goals.</a:t>
            </a:r>
            <a:r>
              <a:rPr lang="de-DE" sz="2000"/>
              <a:t> </a:t>
            </a:r>
            <a:r>
              <a:rPr lang="de-DE" sz="1600"/>
              <a:t>Supporting evidence. </a:t>
            </a:r>
          </a:p>
          <a:p>
            <a:pPr>
              <a:lnSpc>
                <a:spcPct val="110000"/>
              </a:lnSpc>
              <a:spcBef>
                <a:spcPts val="600"/>
              </a:spcBef>
            </a:pPr>
            <a:r>
              <a:rPr lang="de-DE" sz="1600">
                <a:sym typeface="Wingdings" panose="05000000000000000000" pitchFamily="2" charset="2"/>
              </a:rPr>
              <a:t>Assessment: acceptable effects? </a:t>
            </a:r>
            <a:r>
              <a:rPr lang="de-DE" sz="2000" b="1">
                <a:sym typeface="Wingdings" panose="05000000000000000000" pitchFamily="2" charset="2"/>
              </a:rPr>
              <a:t>Quantify Exposure and Effects </a:t>
            </a:r>
            <a:r>
              <a:rPr lang="de-DE" sz="1600">
                <a:sym typeface="Wingdings" panose="05000000000000000000" pitchFamily="2" charset="2"/>
              </a:rPr>
              <a:t>in </a:t>
            </a:r>
            <a:r>
              <a:rPr lang="de-DE" sz="1600" b="1">
                <a:sym typeface="Wingdings" panose="05000000000000000000" pitchFamily="2" charset="2"/>
              </a:rPr>
              <a:t>Dimensions</a:t>
            </a:r>
            <a:r>
              <a:rPr lang="de-DE" sz="1600">
                <a:sym typeface="Wingdings" panose="05000000000000000000" pitchFamily="2" charset="2"/>
              </a:rPr>
              <a:t> and </a:t>
            </a:r>
            <a:r>
              <a:rPr lang="de-DE" sz="1600" b="1">
                <a:sym typeface="Wingdings" panose="05000000000000000000" pitchFamily="2" charset="2"/>
              </a:rPr>
              <a:t>Scales </a:t>
            </a:r>
            <a:r>
              <a:rPr lang="de-DE" sz="1600">
                <a:sym typeface="Wingdings" panose="05000000000000000000" pitchFamily="2" charset="2"/>
              </a:rPr>
              <a:t>defined in SPGs</a:t>
            </a:r>
            <a:endParaRPr lang="de-DE" sz="1600"/>
          </a:p>
        </p:txBody>
      </p:sp>
      <p:pic>
        <p:nvPicPr>
          <p:cNvPr id="12" name="Grafik 11" descr="Häkchen mit einfarbiger Füllung">
            <a:extLst>
              <a:ext uri="{FF2B5EF4-FFF2-40B4-BE49-F238E27FC236}">
                <a16:creationId xmlns:a16="http://schemas.microsoft.com/office/drawing/2014/main" id="{DDEC8E89-F7D9-8377-0E69-A28FAF479EF0}"/>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0" y="10855"/>
            <a:ext cx="505522" cy="505522"/>
          </a:xfrm>
          <a:prstGeom prst="rect">
            <a:avLst/>
          </a:prstGeom>
        </p:spPr>
      </p:pic>
    </p:spTree>
    <p:extLst>
      <p:ext uri="{BB962C8B-B14F-4D97-AF65-F5344CB8AC3E}">
        <p14:creationId xmlns:p14="http://schemas.microsoft.com/office/powerpoint/2010/main" val="15352682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156F8DD3-C296-AFBF-2A22-0EA61A2795D4}"/>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9534DCF4-3753-1C88-82D9-B558ABC2B81F}"/>
              </a:ext>
            </a:extLst>
          </p:cNvPr>
          <p:cNvSpPr>
            <a:spLocks noGrp="1"/>
          </p:cNvSpPr>
          <p:nvPr>
            <p:ph type="title"/>
          </p:nvPr>
        </p:nvSpPr>
        <p:spPr>
          <a:xfrm>
            <a:off x="109728" y="548640"/>
            <a:ext cx="11888984" cy="1132258"/>
          </a:xfrm>
        </p:spPr>
        <p:txBody>
          <a:bodyPr>
            <a:normAutofit fontScale="90000"/>
          </a:bodyPr>
          <a:lstStyle/>
          <a:p>
            <a:r>
              <a:rPr lang="de-DE"/>
              <a:t>Supplement </a:t>
            </a:r>
            <a:br>
              <a:rPr lang="de-DE"/>
            </a:br>
            <a:r>
              <a:rPr lang="de-DE" sz="4900">
                <a:solidFill>
                  <a:schemeClr val="tx1">
                    <a:lumMod val="50000"/>
                    <a:lumOff val="50000"/>
                  </a:schemeClr>
                </a:solidFill>
              </a:rPr>
              <a:t>Risk</a:t>
            </a:r>
            <a:endParaRPr lang="de-DE">
              <a:solidFill>
                <a:schemeClr val="tx1">
                  <a:lumMod val="50000"/>
                  <a:lumOff val="50000"/>
                </a:schemeClr>
              </a:solidFill>
            </a:endParaRPr>
          </a:p>
        </p:txBody>
      </p:sp>
      <p:sp>
        <p:nvSpPr>
          <p:cNvPr id="5" name="Foliennummernplatzhalter 4">
            <a:extLst>
              <a:ext uri="{FF2B5EF4-FFF2-40B4-BE49-F238E27FC236}">
                <a16:creationId xmlns:a16="http://schemas.microsoft.com/office/drawing/2014/main" id="{A4E78E28-51D4-1C37-F96E-1B28B17F4D3C}"/>
              </a:ext>
            </a:extLst>
          </p:cNvPr>
          <p:cNvSpPr>
            <a:spLocks noGrp="1"/>
          </p:cNvSpPr>
          <p:nvPr>
            <p:ph type="sldNum" sz="quarter" idx="12"/>
          </p:nvPr>
        </p:nvSpPr>
        <p:spPr/>
        <p:txBody>
          <a:bodyPr/>
          <a:lstStyle/>
          <a:p>
            <a:fld id="{CC057153-B650-4DEB-B370-79DDCFDCE934}" type="slidenum">
              <a:rPr lang="en-US" smtClean="0"/>
              <a:t>9</a:t>
            </a:fld>
            <a:endParaRPr lang="en-US" dirty="0"/>
          </a:p>
        </p:txBody>
      </p:sp>
      <p:sp>
        <p:nvSpPr>
          <p:cNvPr id="6" name="Inhaltsplatzhalter 5">
            <a:extLst>
              <a:ext uri="{FF2B5EF4-FFF2-40B4-BE49-F238E27FC236}">
                <a16:creationId xmlns:a16="http://schemas.microsoft.com/office/drawing/2014/main" id="{D80E3DAA-4D03-D487-083E-370BE037FE36}"/>
              </a:ext>
            </a:extLst>
          </p:cNvPr>
          <p:cNvSpPr>
            <a:spLocks noGrp="1"/>
          </p:cNvSpPr>
          <p:nvPr>
            <p:ph idx="1"/>
          </p:nvPr>
        </p:nvSpPr>
        <p:spPr>
          <a:xfrm>
            <a:off x="137160" y="1782438"/>
            <a:ext cx="11400636" cy="4593828"/>
          </a:xfrm>
        </p:spPr>
        <p:txBody>
          <a:bodyPr>
            <a:noAutofit/>
          </a:bodyPr>
          <a:lstStyle/>
          <a:p>
            <a:pPr>
              <a:lnSpc>
                <a:spcPct val="120000"/>
              </a:lnSpc>
              <a:spcBef>
                <a:spcPts val="600"/>
              </a:spcBef>
            </a:pPr>
            <a:endParaRPr lang="en-US" sz="1100"/>
          </a:p>
        </p:txBody>
      </p:sp>
      <p:graphicFrame>
        <p:nvGraphicFramePr>
          <p:cNvPr id="23" name="Tabelle 22">
            <a:extLst>
              <a:ext uri="{FF2B5EF4-FFF2-40B4-BE49-F238E27FC236}">
                <a16:creationId xmlns:a16="http://schemas.microsoft.com/office/drawing/2014/main" id="{6204EE0E-219F-49FC-84A4-FDCC988218C8}"/>
              </a:ext>
            </a:extLst>
          </p:cNvPr>
          <p:cNvGraphicFramePr>
            <a:graphicFrameLocks noGrp="1"/>
          </p:cNvGraphicFramePr>
          <p:nvPr>
            <p:extLst>
              <p:ext uri="{D42A27DB-BD31-4B8C-83A1-F6EECF244321}">
                <p14:modId xmlns:p14="http://schemas.microsoft.com/office/powerpoint/2010/main" val="894981283"/>
              </p:ext>
            </p:extLst>
          </p:nvPr>
        </p:nvGraphicFramePr>
        <p:xfrm>
          <a:off x="766236" y="5791200"/>
          <a:ext cx="5634564" cy="518160"/>
        </p:xfrm>
        <a:graphic>
          <a:graphicData uri="http://schemas.openxmlformats.org/drawingml/2006/table">
            <a:tbl>
              <a:tblPr firstRow="1" bandRow="1">
                <a:tableStyleId>{5940675A-B579-460E-94D1-54222C63F5DA}</a:tableStyleId>
              </a:tblPr>
              <a:tblGrid>
                <a:gridCol w="1003091">
                  <a:extLst>
                    <a:ext uri="{9D8B030D-6E8A-4147-A177-3AD203B41FA5}">
                      <a16:colId xmlns:a16="http://schemas.microsoft.com/office/drawing/2014/main" val="3649867992"/>
                    </a:ext>
                  </a:extLst>
                </a:gridCol>
                <a:gridCol w="4631473">
                  <a:extLst>
                    <a:ext uri="{9D8B030D-6E8A-4147-A177-3AD203B41FA5}">
                      <a16:colId xmlns:a16="http://schemas.microsoft.com/office/drawing/2014/main" val="2413726196"/>
                    </a:ext>
                  </a:extLst>
                </a:gridCol>
              </a:tblGrid>
              <a:tr h="178525">
                <a:tc>
                  <a:txBody>
                    <a:bodyPr/>
                    <a:lstStyle/>
                    <a:p>
                      <a:r>
                        <a:rPr lang="de-DE" sz="1400">
                          <a:solidFill>
                            <a:schemeClr val="bg1">
                              <a:lumMod val="95000"/>
                            </a:schemeClr>
                          </a:solidFill>
                        </a:rPr>
                        <a:t>MODULE</a:t>
                      </a:r>
                    </a:p>
                  </a:txBody>
                  <a:tcPr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1400">
                          <a:sym typeface="Wingdings" panose="05000000000000000000" pitchFamily="2" charset="2"/>
                        </a:rPr>
                        <a:t>Regulatory Framework of Higher-tier Landscape-level Aquatic Risk Assessment in Europe</a:t>
                      </a:r>
                      <a:endParaRPr lang="de-DE" sz="1400"/>
                    </a:p>
                  </a:txBody>
                  <a:tcPr>
                    <a:lnL w="9525" cap="flat" cmpd="sng" algn="ctr">
                      <a:no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solidFill>
                      <a:schemeClr val="accent1">
                        <a:lumMod val="40000"/>
                        <a:lumOff val="60000"/>
                      </a:schemeClr>
                    </a:solidFill>
                  </a:tcPr>
                </a:tc>
                <a:extLst>
                  <a:ext uri="{0D108BD9-81ED-4DB2-BD59-A6C34878D82A}">
                    <a16:rowId xmlns:a16="http://schemas.microsoft.com/office/drawing/2014/main" val="387969346"/>
                  </a:ext>
                </a:extLst>
              </a:tr>
            </a:tbl>
          </a:graphicData>
        </a:graphic>
      </p:graphicFrame>
      <p:sp>
        <p:nvSpPr>
          <p:cNvPr id="25" name="Textfeld 24">
            <a:extLst>
              <a:ext uri="{FF2B5EF4-FFF2-40B4-BE49-F238E27FC236}">
                <a16:creationId xmlns:a16="http://schemas.microsoft.com/office/drawing/2014/main" id="{971BD8CA-8585-28B1-C8DD-4DBBACAD7008}"/>
              </a:ext>
            </a:extLst>
          </p:cNvPr>
          <p:cNvSpPr txBox="1"/>
          <p:nvPr/>
        </p:nvSpPr>
        <p:spPr>
          <a:xfrm>
            <a:off x="414528" y="5848579"/>
            <a:ext cx="604024" cy="369332"/>
          </a:xfrm>
          <a:prstGeom prst="rect">
            <a:avLst/>
          </a:prstGeom>
          <a:noFill/>
        </p:spPr>
        <p:txBody>
          <a:bodyPr wrap="square">
            <a:spAutoFit/>
          </a:bodyPr>
          <a:lstStyle/>
          <a:p>
            <a:r>
              <a:rPr lang="de-DE">
                <a:sym typeface="Wingdings" panose="05000000000000000000" pitchFamily="2" charset="2"/>
              </a:rPr>
              <a:t></a:t>
            </a:r>
            <a:endParaRPr lang="de-DE"/>
          </a:p>
        </p:txBody>
      </p:sp>
    </p:spTree>
    <p:extLst>
      <p:ext uri="{BB962C8B-B14F-4D97-AF65-F5344CB8AC3E}">
        <p14:creationId xmlns:p14="http://schemas.microsoft.com/office/powerpoint/2010/main" val="17151665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42B1CDC8-B1D9-BF28-4C09-D15C3D3DF269}"/>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4A735BB5-C6D5-BBD3-23FA-AFE84D565131}"/>
              </a:ext>
            </a:extLst>
          </p:cNvPr>
          <p:cNvSpPr>
            <a:spLocks noGrp="1"/>
          </p:cNvSpPr>
          <p:nvPr>
            <p:ph type="title"/>
          </p:nvPr>
        </p:nvSpPr>
        <p:spPr>
          <a:xfrm>
            <a:off x="109728" y="548640"/>
            <a:ext cx="11888984" cy="1132258"/>
          </a:xfrm>
        </p:spPr>
        <p:txBody>
          <a:bodyPr>
            <a:normAutofit fontScale="90000"/>
          </a:bodyPr>
          <a:lstStyle/>
          <a:p>
            <a:r>
              <a:rPr lang="de-DE"/>
              <a:t>Supplement </a:t>
            </a:r>
            <a:br>
              <a:rPr lang="de-DE"/>
            </a:br>
            <a:r>
              <a:rPr lang="de-DE" sz="4900">
                <a:solidFill>
                  <a:schemeClr val="tx1">
                    <a:lumMod val="50000"/>
                    <a:lumOff val="50000"/>
                  </a:schemeClr>
                </a:solidFill>
              </a:rPr>
              <a:t>Regulations framing higher-tier risk assessment</a:t>
            </a:r>
            <a:endParaRPr lang="de-DE">
              <a:solidFill>
                <a:schemeClr val="tx1">
                  <a:lumMod val="50000"/>
                  <a:lumOff val="50000"/>
                </a:schemeClr>
              </a:solidFill>
            </a:endParaRPr>
          </a:p>
        </p:txBody>
      </p:sp>
      <p:sp>
        <p:nvSpPr>
          <p:cNvPr id="5" name="Foliennummernplatzhalter 4">
            <a:extLst>
              <a:ext uri="{FF2B5EF4-FFF2-40B4-BE49-F238E27FC236}">
                <a16:creationId xmlns:a16="http://schemas.microsoft.com/office/drawing/2014/main" id="{7DA014F0-8BCE-2FCC-365D-6754E1D0AC8F}"/>
              </a:ext>
            </a:extLst>
          </p:cNvPr>
          <p:cNvSpPr>
            <a:spLocks noGrp="1"/>
          </p:cNvSpPr>
          <p:nvPr>
            <p:ph type="sldNum" sz="quarter" idx="12"/>
          </p:nvPr>
        </p:nvSpPr>
        <p:spPr/>
        <p:txBody>
          <a:bodyPr/>
          <a:lstStyle/>
          <a:p>
            <a:fld id="{CC057153-B650-4DEB-B370-79DDCFDCE934}" type="slidenum">
              <a:rPr lang="en-US" smtClean="0"/>
              <a:t>10</a:t>
            </a:fld>
            <a:endParaRPr lang="en-US" dirty="0"/>
          </a:p>
        </p:txBody>
      </p:sp>
      <p:sp>
        <p:nvSpPr>
          <p:cNvPr id="6" name="Inhaltsplatzhalter 5">
            <a:extLst>
              <a:ext uri="{FF2B5EF4-FFF2-40B4-BE49-F238E27FC236}">
                <a16:creationId xmlns:a16="http://schemas.microsoft.com/office/drawing/2014/main" id="{B67C36FC-FDA9-1207-111F-A92EE44AFF38}"/>
              </a:ext>
            </a:extLst>
          </p:cNvPr>
          <p:cNvSpPr>
            <a:spLocks noGrp="1"/>
          </p:cNvSpPr>
          <p:nvPr>
            <p:ph idx="1"/>
          </p:nvPr>
        </p:nvSpPr>
        <p:spPr>
          <a:xfrm>
            <a:off x="137160" y="1782438"/>
            <a:ext cx="11400636" cy="4593828"/>
          </a:xfrm>
        </p:spPr>
        <p:txBody>
          <a:bodyPr>
            <a:noAutofit/>
          </a:bodyPr>
          <a:lstStyle/>
          <a:p>
            <a:pPr>
              <a:lnSpc>
                <a:spcPct val="120000"/>
              </a:lnSpc>
              <a:spcBef>
                <a:spcPts val="600"/>
              </a:spcBef>
            </a:pPr>
            <a:endParaRPr lang="en-US" sz="1100"/>
          </a:p>
        </p:txBody>
      </p:sp>
      <p:pic>
        <p:nvPicPr>
          <p:cNvPr id="3" name="Grafik 8">
            <a:extLst>
              <a:ext uri="{FF2B5EF4-FFF2-40B4-BE49-F238E27FC236}">
                <a16:creationId xmlns:a16="http://schemas.microsoft.com/office/drawing/2014/main" id="{6B049774-49AB-593A-3679-CBB47FCF9088}"/>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9530576" y="1939944"/>
            <a:ext cx="2393795" cy="1560674"/>
          </a:xfrm>
          <a:prstGeom prst="rect">
            <a:avLst/>
          </a:prstGeom>
        </p:spPr>
      </p:pic>
      <p:graphicFrame>
        <p:nvGraphicFramePr>
          <p:cNvPr id="23" name="Tabelle 22">
            <a:extLst>
              <a:ext uri="{FF2B5EF4-FFF2-40B4-BE49-F238E27FC236}">
                <a16:creationId xmlns:a16="http://schemas.microsoft.com/office/drawing/2014/main" id="{7AB196D0-F690-BA44-BCA2-30CC2AD41569}"/>
              </a:ext>
            </a:extLst>
          </p:cNvPr>
          <p:cNvGraphicFramePr>
            <a:graphicFrameLocks noGrp="1"/>
          </p:cNvGraphicFramePr>
          <p:nvPr/>
        </p:nvGraphicFramePr>
        <p:xfrm>
          <a:off x="766236" y="5791200"/>
          <a:ext cx="5634564" cy="518160"/>
        </p:xfrm>
        <a:graphic>
          <a:graphicData uri="http://schemas.openxmlformats.org/drawingml/2006/table">
            <a:tbl>
              <a:tblPr firstRow="1" bandRow="1">
                <a:tableStyleId>{5940675A-B579-460E-94D1-54222C63F5DA}</a:tableStyleId>
              </a:tblPr>
              <a:tblGrid>
                <a:gridCol w="1003091">
                  <a:extLst>
                    <a:ext uri="{9D8B030D-6E8A-4147-A177-3AD203B41FA5}">
                      <a16:colId xmlns:a16="http://schemas.microsoft.com/office/drawing/2014/main" val="3649867992"/>
                    </a:ext>
                  </a:extLst>
                </a:gridCol>
                <a:gridCol w="4631473">
                  <a:extLst>
                    <a:ext uri="{9D8B030D-6E8A-4147-A177-3AD203B41FA5}">
                      <a16:colId xmlns:a16="http://schemas.microsoft.com/office/drawing/2014/main" val="2413726196"/>
                    </a:ext>
                  </a:extLst>
                </a:gridCol>
              </a:tblGrid>
              <a:tr h="178525">
                <a:tc>
                  <a:txBody>
                    <a:bodyPr/>
                    <a:lstStyle/>
                    <a:p>
                      <a:r>
                        <a:rPr lang="de-DE" sz="1400">
                          <a:solidFill>
                            <a:schemeClr val="bg1">
                              <a:lumMod val="95000"/>
                            </a:schemeClr>
                          </a:solidFill>
                        </a:rPr>
                        <a:t>MODULE</a:t>
                      </a:r>
                    </a:p>
                  </a:txBody>
                  <a:tcPr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1400">
                          <a:sym typeface="Wingdings" panose="05000000000000000000" pitchFamily="2" charset="2"/>
                        </a:rPr>
                        <a:t>Regulatory Framework of Higher-tier Landscape-level Aquatic Risk Assessment in Europe</a:t>
                      </a:r>
                      <a:endParaRPr lang="de-DE" sz="1400"/>
                    </a:p>
                  </a:txBody>
                  <a:tcPr>
                    <a:lnL w="9525" cap="flat" cmpd="sng" algn="ctr">
                      <a:no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solidFill>
                      <a:schemeClr val="accent1">
                        <a:lumMod val="40000"/>
                        <a:lumOff val="60000"/>
                      </a:schemeClr>
                    </a:solidFill>
                  </a:tcPr>
                </a:tc>
                <a:extLst>
                  <a:ext uri="{0D108BD9-81ED-4DB2-BD59-A6C34878D82A}">
                    <a16:rowId xmlns:a16="http://schemas.microsoft.com/office/drawing/2014/main" val="387969346"/>
                  </a:ext>
                </a:extLst>
              </a:tr>
            </a:tbl>
          </a:graphicData>
        </a:graphic>
      </p:graphicFrame>
      <p:sp>
        <p:nvSpPr>
          <p:cNvPr id="25" name="Textfeld 24">
            <a:extLst>
              <a:ext uri="{FF2B5EF4-FFF2-40B4-BE49-F238E27FC236}">
                <a16:creationId xmlns:a16="http://schemas.microsoft.com/office/drawing/2014/main" id="{FC64DEEA-8DAF-0830-4C8A-DC994AABDE27}"/>
              </a:ext>
            </a:extLst>
          </p:cNvPr>
          <p:cNvSpPr txBox="1"/>
          <p:nvPr/>
        </p:nvSpPr>
        <p:spPr>
          <a:xfrm>
            <a:off x="414528" y="5848579"/>
            <a:ext cx="604024" cy="369332"/>
          </a:xfrm>
          <a:prstGeom prst="rect">
            <a:avLst/>
          </a:prstGeom>
          <a:noFill/>
        </p:spPr>
        <p:txBody>
          <a:bodyPr wrap="square">
            <a:spAutoFit/>
          </a:bodyPr>
          <a:lstStyle/>
          <a:p>
            <a:r>
              <a:rPr lang="de-DE">
                <a:sym typeface="Wingdings" panose="05000000000000000000" pitchFamily="2" charset="2"/>
              </a:rPr>
              <a:t></a:t>
            </a:r>
            <a:endParaRPr lang="de-DE"/>
          </a:p>
        </p:txBody>
      </p:sp>
      <p:pic>
        <p:nvPicPr>
          <p:cNvPr id="14" name="Picture 9" descr="Diagram&#10;&#10;Description automatically generated">
            <a:extLst>
              <a:ext uri="{FF2B5EF4-FFF2-40B4-BE49-F238E27FC236}">
                <a16:creationId xmlns:a16="http://schemas.microsoft.com/office/drawing/2014/main" id="{22330CB1-2098-36A2-1968-1DDBD69E5496}"/>
              </a:ext>
            </a:extLst>
          </p:cNvPr>
          <p:cNvPicPr>
            <a:picLocks noChangeAspect="1"/>
          </p:cNvPicPr>
          <p:nvPr/>
        </p:nvPicPr>
        <p:blipFill rotWithShape="1">
          <a:blip r:embed="rId3">
            <a:extLst>
              <a:ext uri="{28A0092B-C50C-407E-A947-70E740481C1C}">
                <a14:useLocalDpi xmlns:a14="http://schemas.microsoft.com/office/drawing/2010/main" val="0"/>
              </a:ext>
            </a:extLst>
          </a:blip>
          <a:srcRect l="15192" t="3000" r="14044" b="13394"/>
          <a:stretch/>
        </p:blipFill>
        <p:spPr>
          <a:xfrm>
            <a:off x="8332904" y="3861973"/>
            <a:ext cx="3930677" cy="2514293"/>
          </a:xfrm>
          <a:prstGeom prst="rect">
            <a:avLst/>
          </a:prstGeom>
        </p:spPr>
      </p:pic>
    </p:spTree>
    <p:extLst>
      <p:ext uri="{BB962C8B-B14F-4D97-AF65-F5344CB8AC3E}">
        <p14:creationId xmlns:p14="http://schemas.microsoft.com/office/powerpoint/2010/main" val="15426525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8FB4493C-85B0-C385-3020-1CD62F8BC4E6}"/>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91263232-EAF4-3E62-982B-150013B6B392}"/>
              </a:ext>
            </a:extLst>
          </p:cNvPr>
          <p:cNvSpPr>
            <a:spLocks noGrp="1"/>
          </p:cNvSpPr>
          <p:nvPr>
            <p:ph type="title"/>
          </p:nvPr>
        </p:nvSpPr>
        <p:spPr>
          <a:xfrm>
            <a:off x="109728" y="548640"/>
            <a:ext cx="10944848" cy="1132258"/>
          </a:xfrm>
        </p:spPr>
        <p:txBody>
          <a:bodyPr>
            <a:normAutofit fontScale="90000"/>
          </a:bodyPr>
          <a:lstStyle/>
          <a:p>
            <a:r>
              <a:rPr lang="de-DE"/>
              <a:t>Supplement </a:t>
            </a:r>
            <a:br>
              <a:rPr lang="de-DE"/>
            </a:br>
            <a:r>
              <a:rPr lang="de-DE" sz="4900">
                <a:solidFill>
                  <a:schemeClr val="tx1">
                    <a:lumMod val="50000"/>
                    <a:lumOff val="50000"/>
                  </a:schemeClr>
                </a:solidFill>
              </a:rPr>
              <a:t>Specific Protection Goals</a:t>
            </a:r>
            <a:endParaRPr lang="de-DE">
              <a:solidFill>
                <a:schemeClr val="tx1">
                  <a:lumMod val="50000"/>
                  <a:lumOff val="50000"/>
                </a:schemeClr>
              </a:solidFill>
            </a:endParaRPr>
          </a:p>
        </p:txBody>
      </p:sp>
      <p:sp>
        <p:nvSpPr>
          <p:cNvPr id="5" name="Foliennummernplatzhalter 4">
            <a:extLst>
              <a:ext uri="{FF2B5EF4-FFF2-40B4-BE49-F238E27FC236}">
                <a16:creationId xmlns:a16="http://schemas.microsoft.com/office/drawing/2014/main" id="{872DA21A-BF06-2DF7-082F-CF0E5224DAC3}"/>
              </a:ext>
            </a:extLst>
          </p:cNvPr>
          <p:cNvSpPr>
            <a:spLocks noGrp="1"/>
          </p:cNvSpPr>
          <p:nvPr>
            <p:ph type="sldNum" sz="quarter" idx="12"/>
          </p:nvPr>
        </p:nvSpPr>
        <p:spPr/>
        <p:txBody>
          <a:bodyPr/>
          <a:lstStyle/>
          <a:p>
            <a:fld id="{CC057153-B650-4DEB-B370-79DDCFDCE934}" type="slidenum">
              <a:rPr lang="en-US" smtClean="0"/>
              <a:t>11</a:t>
            </a:fld>
            <a:endParaRPr lang="en-US" dirty="0"/>
          </a:p>
        </p:txBody>
      </p:sp>
      <p:sp>
        <p:nvSpPr>
          <p:cNvPr id="6" name="Inhaltsplatzhalter 5">
            <a:extLst>
              <a:ext uri="{FF2B5EF4-FFF2-40B4-BE49-F238E27FC236}">
                <a16:creationId xmlns:a16="http://schemas.microsoft.com/office/drawing/2014/main" id="{53F4424A-B7CF-E270-26A4-1CF9D901AB0C}"/>
              </a:ext>
            </a:extLst>
          </p:cNvPr>
          <p:cNvSpPr>
            <a:spLocks noGrp="1"/>
          </p:cNvSpPr>
          <p:nvPr>
            <p:ph idx="1"/>
          </p:nvPr>
        </p:nvSpPr>
        <p:spPr>
          <a:xfrm>
            <a:off x="137160" y="1782438"/>
            <a:ext cx="11400636" cy="4593828"/>
          </a:xfrm>
        </p:spPr>
        <p:txBody>
          <a:bodyPr>
            <a:noAutofit/>
          </a:bodyPr>
          <a:lstStyle/>
          <a:p>
            <a:pPr>
              <a:lnSpc>
                <a:spcPct val="120000"/>
              </a:lnSpc>
              <a:spcBef>
                <a:spcPts val="600"/>
              </a:spcBef>
            </a:pPr>
            <a:endParaRPr lang="en-US" sz="1100"/>
          </a:p>
        </p:txBody>
      </p:sp>
      <p:pic>
        <p:nvPicPr>
          <p:cNvPr id="7" name="Picture 17">
            <a:extLst>
              <a:ext uri="{FF2B5EF4-FFF2-40B4-BE49-F238E27FC236}">
                <a16:creationId xmlns:a16="http://schemas.microsoft.com/office/drawing/2014/main" id="{205448BF-AF32-17EA-C901-93F04B565174}"/>
              </a:ext>
            </a:extLst>
          </p:cNvPr>
          <p:cNvPicPr>
            <a:picLocks noChangeAspect="1"/>
          </p:cNvPicPr>
          <p:nvPr/>
        </p:nvPicPr>
        <p:blipFill>
          <a:blip r:embed="rId2"/>
          <a:stretch>
            <a:fillRect/>
          </a:stretch>
        </p:blipFill>
        <p:spPr>
          <a:xfrm>
            <a:off x="8004591" y="475489"/>
            <a:ext cx="1230823" cy="1205409"/>
          </a:xfrm>
          <a:prstGeom prst="rect">
            <a:avLst/>
          </a:prstGeom>
        </p:spPr>
      </p:pic>
    </p:spTree>
    <p:extLst>
      <p:ext uri="{BB962C8B-B14F-4D97-AF65-F5344CB8AC3E}">
        <p14:creationId xmlns:p14="http://schemas.microsoft.com/office/powerpoint/2010/main" val="559763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CCDC647D-100A-7310-2130-8FA09BC79235}"/>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57EC0E2E-5B77-1597-B5BB-18534995F269}"/>
              </a:ext>
            </a:extLst>
          </p:cNvPr>
          <p:cNvSpPr>
            <a:spLocks noGrp="1"/>
          </p:cNvSpPr>
          <p:nvPr>
            <p:ph type="title"/>
          </p:nvPr>
        </p:nvSpPr>
        <p:spPr>
          <a:xfrm>
            <a:off x="109728" y="548640"/>
            <a:ext cx="10944848" cy="1132258"/>
          </a:xfrm>
        </p:spPr>
        <p:txBody>
          <a:bodyPr>
            <a:normAutofit fontScale="90000"/>
          </a:bodyPr>
          <a:lstStyle/>
          <a:p>
            <a:r>
              <a:rPr lang="de-DE"/>
              <a:t>Supplement </a:t>
            </a:r>
            <a:br>
              <a:rPr lang="de-DE"/>
            </a:br>
            <a:r>
              <a:rPr lang="de-DE" sz="4900">
                <a:solidFill>
                  <a:schemeClr val="tx1">
                    <a:lumMod val="50000"/>
                    <a:lumOff val="50000"/>
                  </a:schemeClr>
                </a:solidFill>
              </a:rPr>
              <a:t>TKTD, GUTS</a:t>
            </a:r>
            <a:endParaRPr lang="de-DE">
              <a:solidFill>
                <a:schemeClr val="tx1">
                  <a:lumMod val="50000"/>
                  <a:lumOff val="50000"/>
                </a:schemeClr>
              </a:solidFill>
            </a:endParaRPr>
          </a:p>
        </p:txBody>
      </p:sp>
      <p:sp>
        <p:nvSpPr>
          <p:cNvPr id="5" name="Foliennummernplatzhalter 4">
            <a:extLst>
              <a:ext uri="{FF2B5EF4-FFF2-40B4-BE49-F238E27FC236}">
                <a16:creationId xmlns:a16="http://schemas.microsoft.com/office/drawing/2014/main" id="{33FF4458-FD08-DA6C-E972-D3D32CDCE32C}"/>
              </a:ext>
            </a:extLst>
          </p:cNvPr>
          <p:cNvSpPr>
            <a:spLocks noGrp="1"/>
          </p:cNvSpPr>
          <p:nvPr>
            <p:ph type="sldNum" sz="quarter" idx="12"/>
          </p:nvPr>
        </p:nvSpPr>
        <p:spPr/>
        <p:txBody>
          <a:bodyPr/>
          <a:lstStyle/>
          <a:p>
            <a:fld id="{CC057153-B650-4DEB-B370-79DDCFDCE934}" type="slidenum">
              <a:rPr lang="en-US" smtClean="0"/>
              <a:t>12</a:t>
            </a:fld>
            <a:endParaRPr lang="en-US" dirty="0"/>
          </a:p>
        </p:txBody>
      </p:sp>
      <p:sp>
        <p:nvSpPr>
          <p:cNvPr id="6" name="Inhaltsplatzhalter 5">
            <a:extLst>
              <a:ext uri="{FF2B5EF4-FFF2-40B4-BE49-F238E27FC236}">
                <a16:creationId xmlns:a16="http://schemas.microsoft.com/office/drawing/2014/main" id="{5DFB7371-4E33-6C9C-A009-1191AF297611}"/>
              </a:ext>
            </a:extLst>
          </p:cNvPr>
          <p:cNvSpPr>
            <a:spLocks noGrp="1"/>
          </p:cNvSpPr>
          <p:nvPr>
            <p:ph idx="1"/>
          </p:nvPr>
        </p:nvSpPr>
        <p:spPr>
          <a:xfrm>
            <a:off x="137160" y="1782438"/>
            <a:ext cx="11400636" cy="4593828"/>
          </a:xfrm>
        </p:spPr>
        <p:txBody>
          <a:bodyPr>
            <a:noAutofit/>
          </a:bodyPr>
          <a:lstStyle/>
          <a:p>
            <a:pPr>
              <a:lnSpc>
                <a:spcPct val="120000"/>
              </a:lnSpc>
              <a:spcBef>
                <a:spcPts val="600"/>
              </a:spcBef>
            </a:pPr>
            <a:endParaRPr lang="en-US" sz="1100"/>
          </a:p>
        </p:txBody>
      </p:sp>
    </p:spTree>
    <p:extLst>
      <p:ext uri="{BB962C8B-B14F-4D97-AF65-F5344CB8AC3E}">
        <p14:creationId xmlns:p14="http://schemas.microsoft.com/office/powerpoint/2010/main" val="113667119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A945B27-AF00-8E91-0FB6-C91D7ABB30DE}"/>
              </a:ext>
            </a:extLst>
          </p:cNvPr>
          <p:cNvSpPr>
            <a:spLocks noGrp="1"/>
          </p:cNvSpPr>
          <p:nvPr>
            <p:ph type="title"/>
          </p:nvPr>
        </p:nvSpPr>
        <p:spPr/>
        <p:txBody>
          <a:bodyPr>
            <a:noAutofit/>
          </a:bodyPr>
          <a:lstStyle/>
          <a:p>
            <a:r>
              <a:rPr lang="de-DE" sz="4400"/>
              <a:t>how to make an appropriate Tier-4 modelling – how to design ‚more realistic‘?!</a:t>
            </a:r>
          </a:p>
        </p:txBody>
      </p:sp>
      <p:sp>
        <p:nvSpPr>
          <p:cNvPr id="3" name="Datumsplatzhalter 2">
            <a:extLst>
              <a:ext uri="{FF2B5EF4-FFF2-40B4-BE49-F238E27FC236}">
                <a16:creationId xmlns:a16="http://schemas.microsoft.com/office/drawing/2014/main" id="{F39B7033-0ABE-7791-473A-819250AAC384}"/>
              </a:ext>
            </a:extLst>
          </p:cNvPr>
          <p:cNvSpPr>
            <a:spLocks noGrp="1"/>
          </p:cNvSpPr>
          <p:nvPr>
            <p:ph type="dt" sz="half" idx="10"/>
          </p:nvPr>
        </p:nvSpPr>
        <p:spPr/>
        <p:txBody>
          <a:bodyPr/>
          <a:lstStyle/>
          <a:p>
            <a:fld id="{B1718F38-94AC-4B28-B69B-662CDAB3677F}" type="datetime1">
              <a:rPr lang="en-US" smtClean="0"/>
              <a:t>3/9/2026</a:t>
            </a:fld>
            <a:endParaRPr lang="en-US" dirty="0"/>
          </a:p>
        </p:txBody>
      </p:sp>
      <p:sp>
        <p:nvSpPr>
          <p:cNvPr id="4" name="Fußzeilenplatzhalter 3">
            <a:extLst>
              <a:ext uri="{FF2B5EF4-FFF2-40B4-BE49-F238E27FC236}">
                <a16:creationId xmlns:a16="http://schemas.microsoft.com/office/drawing/2014/main" id="{8FFE7322-34DD-B853-E0C2-2F7321E74710}"/>
              </a:ext>
            </a:extLst>
          </p:cNvPr>
          <p:cNvSpPr>
            <a:spLocks noGrp="1"/>
          </p:cNvSpPr>
          <p:nvPr>
            <p:ph type="ftr" sz="quarter" idx="11"/>
          </p:nvPr>
        </p:nvSpPr>
        <p:spPr/>
        <p:txBody>
          <a:bodyPr/>
          <a:lstStyle/>
          <a:p>
            <a:r>
              <a:rPr lang="en-US"/>
              <a:t>Sample Footer Text</a:t>
            </a:r>
            <a:endParaRPr lang="en-US" dirty="0"/>
          </a:p>
        </p:txBody>
      </p:sp>
      <p:sp>
        <p:nvSpPr>
          <p:cNvPr id="5" name="Foliennummernplatzhalter 4">
            <a:extLst>
              <a:ext uri="{FF2B5EF4-FFF2-40B4-BE49-F238E27FC236}">
                <a16:creationId xmlns:a16="http://schemas.microsoft.com/office/drawing/2014/main" id="{DA0CA70C-19B9-A903-2EDF-195990FD6B3D}"/>
              </a:ext>
            </a:extLst>
          </p:cNvPr>
          <p:cNvSpPr>
            <a:spLocks noGrp="1"/>
          </p:cNvSpPr>
          <p:nvPr>
            <p:ph type="sldNum" sz="quarter" idx="12"/>
          </p:nvPr>
        </p:nvSpPr>
        <p:spPr/>
        <p:txBody>
          <a:bodyPr/>
          <a:lstStyle/>
          <a:p>
            <a:fld id="{CC057153-B650-4DEB-B370-79DDCFDCE934}" type="slidenum">
              <a:rPr lang="en-US" smtClean="0"/>
              <a:t>13</a:t>
            </a:fld>
            <a:endParaRPr lang="en-US" dirty="0"/>
          </a:p>
        </p:txBody>
      </p:sp>
      <p:sp>
        <p:nvSpPr>
          <p:cNvPr id="6" name="Inhaltsplatzhalter 5">
            <a:extLst>
              <a:ext uri="{FF2B5EF4-FFF2-40B4-BE49-F238E27FC236}">
                <a16:creationId xmlns:a16="http://schemas.microsoft.com/office/drawing/2014/main" id="{8FFC0E4A-9AB1-06DB-2943-71F29D28890B}"/>
              </a:ext>
            </a:extLst>
          </p:cNvPr>
          <p:cNvSpPr>
            <a:spLocks noGrp="1"/>
          </p:cNvSpPr>
          <p:nvPr>
            <p:ph idx="1"/>
          </p:nvPr>
        </p:nvSpPr>
        <p:spPr/>
        <p:txBody>
          <a:bodyPr/>
          <a:lstStyle/>
          <a:p>
            <a:r>
              <a:rPr lang="de-DE"/>
              <a:t>what drives the aquatic exposure for SynPyrethroid</a:t>
            </a:r>
          </a:p>
          <a:p>
            <a:endParaRPr lang="de-DE"/>
          </a:p>
        </p:txBody>
      </p:sp>
    </p:spTree>
    <p:extLst>
      <p:ext uri="{BB962C8B-B14F-4D97-AF65-F5344CB8AC3E}">
        <p14:creationId xmlns:p14="http://schemas.microsoft.com/office/powerpoint/2010/main" val="15242724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54318D3-0D89-6A18-BD89-67654EA2E3E9}"/>
              </a:ext>
            </a:extLst>
          </p:cNvPr>
          <p:cNvSpPr>
            <a:spLocks noGrp="1"/>
          </p:cNvSpPr>
          <p:nvPr>
            <p:ph type="title"/>
          </p:nvPr>
        </p:nvSpPr>
        <p:spPr/>
        <p:txBody>
          <a:bodyPr/>
          <a:lstStyle/>
          <a:p>
            <a:r>
              <a:rPr lang="de-DE"/>
              <a:t>which variability do we address</a:t>
            </a:r>
          </a:p>
        </p:txBody>
      </p:sp>
      <p:sp>
        <p:nvSpPr>
          <p:cNvPr id="3" name="Datumsplatzhalter 2">
            <a:extLst>
              <a:ext uri="{FF2B5EF4-FFF2-40B4-BE49-F238E27FC236}">
                <a16:creationId xmlns:a16="http://schemas.microsoft.com/office/drawing/2014/main" id="{2B430E96-C42F-C675-36C5-198B31849933}"/>
              </a:ext>
            </a:extLst>
          </p:cNvPr>
          <p:cNvSpPr>
            <a:spLocks noGrp="1"/>
          </p:cNvSpPr>
          <p:nvPr>
            <p:ph type="dt" sz="half" idx="10"/>
          </p:nvPr>
        </p:nvSpPr>
        <p:spPr/>
        <p:txBody>
          <a:bodyPr/>
          <a:lstStyle/>
          <a:p>
            <a:fld id="{B1718F38-94AC-4B28-B69B-662CDAB3677F}" type="datetime1">
              <a:rPr lang="en-US" smtClean="0"/>
              <a:t>3/9/2026</a:t>
            </a:fld>
            <a:endParaRPr lang="en-US" dirty="0"/>
          </a:p>
        </p:txBody>
      </p:sp>
      <p:sp>
        <p:nvSpPr>
          <p:cNvPr id="4" name="Fußzeilenplatzhalter 3">
            <a:extLst>
              <a:ext uri="{FF2B5EF4-FFF2-40B4-BE49-F238E27FC236}">
                <a16:creationId xmlns:a16="http://schemas.microsoft.com/office/drawing/2014/main" id="{63C88C38-C33F-161F-13B0-B5B78EB93620}"/>
              </a:ext>
            </a:extLst>
          </p:cNvPr>
          <p:cNvSpPr>
            <a:spLocks noGrp="1"/>
          </p:cNvSpPr>
          <p:nvPr>
            <p:ph type="ftr" sz="quarter" idx="11"/>
          </p:nvPr>
        </p:nvSpPr>
        <p:spPr/>
        <p:txBody>
          <a:bodyPr/>
          <a:lstStyle/>
          <a:p>
            <a:r>
              <a:rPr lang="en-US"/>
              <a:t>Sample Footer Text</a:t>
            </a:r>
            <a:endParaRPr lang="en-US" dirty="0"/>
          </a:p>
        </p:txBody>
      </p:sp>
      <p:sp>
        <p:nvSpPr>
          <p:cNvPr id="5" name="Foliennummernplatzhalter 4">
            <a:extLst>
              <a:ext uri="{FF2B5EF4-FFF2-40B4-BE49-F238E27FC236}">
                <a16:creationId xmlns:a16="http://schemas.microsoft.com/office/drawing/2014/main" id="{5AF15D35-D980-1D55-8F1E-DDE7838009C2}"/>
              </a:ext>
            </a:extLst>
          </p:cNvPr>
          <p:cNvSpPr>
            <a:spLocks noGrp="1"/>
          </p:cNvSpPr>
          <p:nvPr>
            <p:ph type="sldNum" sz="quarter" idx="12"/>
          </p:nvPr>
        </p:nvSpPr>
        <p:spPr/>
        <p:txBody>
          <a:bodyPr/>
          <a:lstStyle/>
          <a:p>
            <a:fld id="{CC057153-B650-4DEB-B370-79DDCFDCE934}" type="slidenum">
              <a:rPr lang="en-US" smtClean="0"/>
              <a:t>14</a:t>
            </a:fld>
            <a:endParaRPr lang="en-US" dirty="0"/>
          </a:p>
        </p:txBody>
      </p:sp>
      <p:sp>
        <p:nvSpPr>
          <p:cNvPr id="6" name="Inhaltsplatzhalter 5">
            <a:extLst>
              <a:ext uri="{FF2B5EF4-FFF2-40B4-BE49-F238E27FC236}">
                <a16:creationId xmlns:a16="http://schemas.microsoft.com/office/drawing/2014/main" id="{44D9D24E-22A7-C0F9-D505-EB7015E33A55}"/>
              </a:ext>
            </a:extLst>
          </p:cNvPr>
          <p:cNvSpPr>
            <a:spLocks noGrp="1"/>
          </p:cNvSpPr>
          <p:nvPr>
            <p:ph idx="1"/>
          </p:nvPr>
        </p:nvSpPr>
        <p:spPr/>
        <p:txBody>
          <a:bodyPr/>
          <a:lstStyle/>
          <a:p>
            <a:r>
              <a:rPr lang="de-DE"/>
              <a:t>modelling variability </a:t>
            </a:r>
          </a:p>
          <a:p>
            <a:pPr marL="342900" indent="-342900">
              <a:buFont typeface="+mj-lt"/>
              <a:buAutoNum type="arabicPeriod"/>
            </a:pPr>
            <a:r>
              <a:rPr lang="de-DE"/>
              <a:t>‚resolve‘ variability</a:t>
            </a:r>
          </a:p>
          <a:p>
            <a:pPr marL="342900" indent="-342900">
              <a:buFont typeface="+mj-lt"/>
              <a:buAutoNum type="arabicPeriod"/>
            </a:pPr>
            <a:r>
              <a:rPr lang="de-DE"/>
              <a:t>Monte Carlo</a:t>
            </a:r>
          </a:p>
          <a:p>
            <a:r>
              <a:rPr lang="de-DE"/>
              <a:t> </a:t>
            </a:r>
          </a:p>
        </p:txBody>
      </p:sp>
    </p:spTree>
    <p:extLst>
      <p:ext uri="{BB962C8B-B14F-4D97-AF65-F5344CB8AC3E}">
        <p14:creationId xmlns:p14="http://schemas.microsoft.com/office/powerpoint/2010/main" val="220971184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09B132-13BD-4CD3-BD34-778A2AB6A28C}"/>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80169381-AF69-02A8-0F4E-FA5E2446017A}"/>
              </a:ext>
            </a:extLst>
          </p:cNvPr>
          <p:cNvSpPr>
            <a:spLocks noGrp="1"/>
          </p:cNvSpPr>
          <p:nvPr>
            <p:ph type="title"/>
          </p:nvPr>
        </p:nvSpPr>
        <p:spPr/>
        <p:txBody>
          <a:bodyPr>
            <a:normAutofit fontScale="90000"/>
          </a:bodyPr>
          <a:lstStyle/>
          <a:p>
            <a:r>
              <a:rPr lang="de-DE" spc="0"/>
              <a:t>The Modelling Approach </a:t>
            </a:r>
            <a:r>
              <a:rPr lang="de-DE" sz="4900" spc="0">
                <a:solidFill>
                  <a:schemeClr val="tx1">
                    <a:lumMod val="50000"/>
                    <a:lumOff val="50000"/>
                  </a:schemeClr>
                </a:solidFill>
              </a:rPr>
              <a:t>xAquaticRisk</a:t>
            </a:r>
            <a:endParaRPr lang="de-DE" spc="0">
              <a:solidFill>
                <a:schemeClr val="tx1">
                  <a:lumMod val="50000"/>
                  <a:lumOff val="50000"/>
                </a:schemeClr>
              </a:solidFill>
            </a:endParaRPr>
          </a:p>
        </p:txBody>
      </p:sp>
      <p:sp>
        <p:nvSpPr>
          <p:cNvPr id="5" name="Foliennummernplatzhalter 4">
            <a:extLst>
              <a:ext uri="{FF2B5EF4-FFF2-40B4-BE49-F238E27FC236}">
                <a16:creationId xmlns:a16="http://schemas.microsoft.com/office/drawing/2014/main" id="{C1FA93A2-F3CC-99AE-F7B9-370B4DD029A0}"/>
              </a:ext>
            </a:extLst>
          </p:cNvPr>
          <p:cNvSpPr>
            <a:spLocks noGrp="1"/>
          </p:cNvSpPr>
          <p:nvPr>
            <p:ph type="sldNum" sz="quarter" idx="12"/>
          </p:nvPr>
        </p:nvSpPr>
        <p:spPr/>
        <p:txBody>
          <a:bodyPr/>
          <a:lstStyle/>
          <a:p>
            <a:fld id="{CC057153-B650-4DEB-B370-79DDCFDCE934}" type="slidenum">
              <a:rPr lang="en-US" smtClean="0"/>
              <a:t>15</a:t>
            </a:fld>
            <a:endParaRPr lang="en-US"/>
          </a:p>
        </p:txBody>
      </p:sp>
      <p:sp>
        <p:nvSpPr>
          <p:cNvPr id="7" name="Rectangle 13">
            <a:extLst>
              <a:ext uri="{FF2B5EF4-FFF2-40B4-BE49-F238E27FC236}">
                <a16:creationId xmlns:a16="http://schemas.microsoft.com/office/drawing/2014/main" id="{F0E2C5B5-CC70-F62B-A39D-3BF378D4A210}"/>
              </a:ext>
            </a:extLst>
          </p:cNvPr>
          <p:cNvSpPr/>
          <p:nvPr/>
        </p:nvSpPr>
        <p:spPr bwMode="gray">
          <a:xfrm>
            <a:off x="1936873" y="2565968"/>
            <a:ext cx="8730521" cy="2731663"/>
          </a:xfrm>
          <a:custGeom>
            <a:avLst/>
            <a:gdLst>
              <a:gd name="csX0" fmla="*/ 0 w 8730521"/>
              <a:gd name="csY0" fmla="*/ 0 h 2731663"/>
              <a:gd name="csX1" fmla="*/ 496968 w 8730521"/>
              <a:gd name="csY1" fmla="*/ 0 h 2731663"/>
              <a:gd name="csX2" fmla="*/ 1168547 w 8730521"/>
              <a:gd name="csY2" fmla="*/ 0 h 2731663"/>
              <a:gd name="csX3" fmla="*/ 1752820 w 8730521"/>
              <a:gd name="csY3" fmla="*/ 0 h 2731663"/>
              <a:gd name="csX4" fmla="*/ 2424399 w 8730521"/>
              <a:gd name="csY4" fmla="*/ 0 h 2731663"/>
              <a:gd name="csX5" fmla="*/ 3183282 w 8730521"/>
              <a:gd name="csY5" fmla="*/ 0 h 2731663"/>
              <a:gd name="csX6" fmla="*/ 3942166 w 8730521"/>
              <a:gd name="csY6" fmla="*/ 0 h 2731663"/>
              <a:gd name="csX7" fmla="*/ 4788355 w 8730521"/>
              <a:gd name="csY7" fmla="*/ 0 h 2731663"/>
              <a:gd name="csX8" fmla="*/ 5372628 w 8730521"/>
              <a:gd name="csY8" fmla="*/ 0 h 2731663"/>
              <a:gd name="csX9" fmla="*/ 6044207 w 8730521"/>
              <a:gd name="csY9" fmla="*/ 0 h 2731663"/>
              <a:gd name="csX10" fmla="*/ 6628480 w 8730521"/>
              <a:gd name="csY10" fmla="*/ 0 h 2731663"/>
              <a:gd name="csX11" fmla="*/ 7212754 w 8730521"/>
              <a:gd name="csY11" fmla="*/ 0 h 2731663"/>
              <a:gd name="csX12" fmla="*/ 7709722 w 8730521"/>
              <a:gd name="csY12" fmla="*/ 0 h 2731663"/>
              <a:gd name="csX13" fmla="*/ 8730521 w 8730521"/>
              <a:gd name="csY13" fmla="*/ 0 h 2731663"/>
              <a:gd name="csX14" fmla="*/ 8730521 w 8730521"/>
              <a:gd name="csY14" fmla="*/ 682916 h 2731663"/>
              <a:gd name="csX15" fmla="*/ 8730521 w 8730521"/>
              <a:gd name="csY15" fmla="*/ 1338515 h 2731663"/>
              <a:gd name="csX16" fmla="*/ 8730521 w 8730521"/>
              <a:gd name="csY16" fmla="*/ 1994114 h 2731663"/>
              <a:gd name="csX17" fmla="*/ 8730521 w 8730521"/>
              <a:gd name="csY17" fmla="*/ 2731663 h 2731663"/>
              <a:gd name="csX18" fmla="*/ 7971637 w 8730521"/>
              <a:gd name="csY18" fmla="*/ 2731663 h 2731663"/>
              <a:gd name="csX19" fmla="*/ 7561974 w 8730521"/>
              <a:gd name="csY19" fmla="*/ 2731663 h 2731663"/>
              <a:gd name="csX20" fmla="*/ 7152311 w 8730521"/>
              <a:gd name="csY20" fmla="*/ 2731663 h 2731663"/>
              <a:gd name="csX21" fmla="*/ 6742649 w 8730521"/>
              <a:gd name="csY21" fmla="*/ 2731663 h 2731663"/>
              <a:gd name="csX22" fmla="*/ 6332986 w 8730521"/>
              <a:gd name="csY22" fmla="*/ 2731663 h 2731663"/>
              <a:gd name="csX23" fmla="*/ 5836017 w 8730521"/>
              <a:gd name="csY23" fmla="*/ 2731663 h 2731663"/>
              <a:gd name="csX24" fmla="*/ 5426355 w 8730521"/>
              <a:gd name="csY24" fmla="*/ 2731663 h 2731663"/>
              <a:gd name="csX25" fmla="*/ 4580166 w 8730521"/>
              <a:gd name="csY25" fmla="*/ 2731663 h 2731663"/>
              <a:gd name="csX26" fmla="*/ 4083198 w 8730521"/>
              <a:gd name="csY26" fmla="*/ 2731663 h 2731663"/>
              <a:gd name="csX27" fmla="*/ 3498924 w 8730521"/>
              <a:gd name="csY27" fmla="*/ 2731663 h 2731663"/>
              <a:gd name="csX28" fmla="*/ 2740040 w 8730521"/>
              <a:gd name="csY28" fmla="*/ 2731663 h 2731663"/>
              <a:gd name="csX29" fmla="*/ 2330378 w 8730521"/>
              <a:gd name="csY29" fmla="*/ 2731663 h 2731663"/>
              <a:gd name="csX30" fmla="*/ 1746104 w 8730521"/>
              <a:gd name="csY30" fmla="*/ 2731663 h 2731663"/>
              <a:gd name="csX31" fmla="*/ 1249136 w 8730521"/>
              <a:gd name="csY31" fmla="*/ 2731663 h 2731663"/>
              <a:gd name="csX32" fmla="*/ 664863 w 8730521"/>
              <a:gd name="csY32" fmla="*/ 2731663 h 2731663"/>
              <a:gd name="csX33" fmla="*/ 0 w 8730521"/>
              <a:gd name="csY33" fmla="*/ 2731663 h 2731663"/>
              <a:gd name="csX34" fmla="*/ 0 w 8730521"/>
              <a:gd name="csY34" fmla="*/ 1994114 h 2731663"/>
              <a:gd name="csX35" fmla="*/ 0 w 8730521"/>
              <a:gd name="csY35" fmla="*/ 1256565 h 2731663"/>
              <a:gd name="csX36" fmla="*/ 0 w 8730521"/>
              <a:gd name="csY36" fmla="*/ 0 h 273166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Lst>
            <a:rect l="l" t="t" r="r" b="b"/>
            <a:pathLst>
              <a:path w="8730521" h="2731663" fill="none" extrusionOk="0">
                <a:moveTo>
                  <a:pt x="0" y="0"/>
                </a:moveTo>
                <a:cubicBezTo>
                  <a:pt x="229359" y="8561"/>
                  <a:pt x="258043" y="-22523"/>
                  <a:pt x="496968" y="0"/>
                </a:cubicBezTo>
                <a:cubicBezTo>
                  <a:pt x="735893" y="22523"/>
                  <a:pt x="901241" y="4671"/>
                  <a:pt x="1168547" y="0"/>
                </a:cubicBezTo>
                <a:cubicBezTo>
                  <a:pt x="1435853" y="-4671"/>
                  <a:pt x="1590135" y="23226"/>
                  <a:pt x="1752820" y="0"/>
                </a:cubicBezTo>
                <a:cubicBezTo>
                  <a:pt x="1915505" y="-23226"/>
                  <a:pt x="2183514" y="-19671"/>
                  <a:pt x="2424399" y="0"/>
                </a:cubicBezTo>
                <a:cubicBezTo>
                  <a:pt x="2665284" y="19671"/>
                  <a:pt x="2934474" y="-6616"/>
                  <a:pt x="3183282" y="0"/>
                </a:cubicBezTo>
                <a:cubicBezTo>
                  <a:pt x="3432090" y="6616"/>
                  <a:pt x="3655318" y="-10524"/>
                  <a:pt x="3942166" y="0"/>
                </a:cubicBezTo>
                <a:cubicBezTo>
                  <a:pt x="4229014" y="10524"/>
                  <a:pt x="4577662" y="-2979"/>
                  <a:pt x="4788355" y="0"/>
                </a:cubicBezTo>
                <a:cubicBezTo>
                  <a:pt x="4999048" y="2979"/>
                  <a:pt x="5187090" y="1600"/>
                  <a:pt x="5372628" y="0"/>
                </a:cubicBezTo>
                <a:cubicBezTo>
                  <a:pt x="5558166" y="-1600"/>
                  <a:pt x="5729157" y="10401"/>
                  <a:pt x="6044207" y="0"/>
                </a:cubicBezTo>
                <a:cubicBezTo>
                  <a:pt x="6359257" y="-10401"/>
                  <a:pt x="6368897" y="-26597"/>
                  <a:pt x="6628480" y="0"/>
                </a:cubicBezTo>
                <a:cubicBezTo>
                  <a:pt x="6888063" y="26597"/>
                  <a:pt x="6931524" y="23186"/>
                  <a:pt x="7212754" y="0"/>
                </a:cubicBezTo>
                <a:cubicBezTo>
                  <a:pt x="7493984" y="-23186"/>
                  <a:pt x="7492513" y="-3489"/>
                  <a:pt x="7709722" y="0"/>
                </a:cubicBezTo>
                <a:cubicBezTo>
                  <a:pt x="7926931" y="3489"/>
                  <a:pt x="8390990" y="-17663"/>
                  <a:pt x="8730521" y="0"/>
                </a:cubicBezTo>
                <a:cubicBezTo>
                  <a:pt x="8708313" y="152498"/>
                  <a:pt x="8731799" y="376450"/>
                  <a:pt x="8730521" y="682916"/>
                </a:cubicBezTo>
                <a:cubicBezTo>
                  <a:pt x="8729243" y="989382"/>
                  <a:pt x="8730439" y="1072531"/>
                  <a:pt x="8730521" y="1338515"/>
                </a:cubicBezTo>
                <a:cubicBezTo>
                  <a:pt x="8730603" y="1604499"/>
                  <a:pt x="8727050" y="1674516"/>
                  <a:pt x="8730521" y="1994114"/>
                </a:cubicBezTo>
                <a:cubicBezTo>
                  <a:pt x="8733992" y="2313712"/>
                  <a:pt x="8747666" y="2540605"/>
                  <a:pt x="8730521" y="2731663"/>
                </a:cubicBezTo>
                <a:cubicBezTo>
                  <a:pt x="8429389" y="2767548"/>
                  <a:pt x="8210804" y="2712809"/>
                  <a:pt x="7971637" y="2731663"/>
                </a:cubicBezTo>
                <a:cubicBezTo>
                  <a:pt x="7732470" y="2750517"/>
                  <a:pt x="7751746" y="2723189"/>
                  <a:pt x="7561974" y="2731663"/>
                </a:cubicBezTo>
                <a:cubicBezTo>
                  <a:pt x="7372202" y="2740137"/>
                  <a:pt x="7261467" y="2736787"/>
                  <a:pt x="7152311" y="2731663"/>
                </a:cubicBezTo>
                <a:cubicBezTo>
                  <a:pt x="7043155" y="2726539"/>
                  <a:pt x="6863262" y="2735627"/>
                  <a:pt x="6742649" y="2731663"/>
                </a:cubicBezTo>
                <a:cubicBezTo>
                  <a:pt x="6622036" y="2727699"/>
                  <a:pt x="6518654" y="2724970"/>
                  <a:pt x="6332986" y="2731663"/>
                </a:cubicBezTo>
                <a:cubicBezTo>
                  <a:pt x="6147318" y="2738356"/>
                  <a:pt x="6017303" y="2737976"/>
                  <a:pt x="5836017" y="2731663"/>
                </a:cubicBezTo>
                <a:cubicBezTo>
                  <a:pt x="5654731" y="2725350"/>
                  <a:pt x="5553714" y="2743286"/>
                  <a:pt x="5426355" y="2731663"/>
                </a:cubicBezTo>
                <a:cubicBezTo>
                  <a:pt x="5298996" y="2720040"/>
                  <a:pt x="4998677" y="2742610"/>
                  <a:pt x="4580166" y="2731663"/>
                </a:cubicBezTo>
                <a:cubicBezTo>
                  <a:pt x="4161655" y="2720716"/>
                  <a:pt x="4240996" y="2752455"/>
                  <a:pt x="4083198" y="2731663"/>
                </a:cubicBezTo>
                <a:cubicBezTo>
                  <a:pt x="3925400" y="2710871"/>
                  <a:pt x="3716623" y="2729237"/>
                  <a:pt x="3498924" y="2731663"/>
                </a:cubicBezTo>
                <a:cubicBezTo>
                  <a:pt x="3281225" y="2734089"/>
                  <a:pt x="2906057" y="2748184"/>
                  <a:pt x="2740040" y="2731663"/>
                </a:cubicBezTo>
                <a:cubicBezTo>
                  <a:pt x="2574023" y="2715142"/>
                  <a:pt x="2472370" y="2720293"/>
                  <a:pt x="2330378" y="2731663"/>
                </a:cubicBezTo>
                <a:cubicBezTo>
                  <a:pt x="2188386" y="2743033"/>
                  <a:pt x="2007503" y="2735765"/>
                  <a:pt x="1746104" y="2731663"/>
                </a:cubicBezTo>
                <a:cubicBezTo>
                  <a:pt x="1484705" y="2727561"/>
                  <a:pt x="1491851" y="2729357"/>
                  <a:pt x="1249136" y="2731663"/>
                </a:cubicBezTo>
                <a:cubicBezTo>
                  <a:pt x="1006421" y="2733969"/>
                  <a:pt x="895865" y="2760112"/>
                  <a:pt x="664863" y="2731663"/>
                </a:cubicBezTo>
                <a:cubicBezTo>
                  <a:pt x="433861" y="2703214"/>
                  <a:pt x="282006" y="2705388"/>
                  <a:pt x="0" y="2731663"/>
                </a:cubicBezTo>
                <a:cubicBezTo>
                  <a:pt x="-31338" y="2541548"/>
                  <a:pt x="-24004" y="2151874"/>
                  <a:pt x="0" y="1994114"/>
                </a:cubicBezTo>
                <a:cubicBezTo>
                  <a:pt x="24004" y="1836354"/>
                  <a:pt x="-5067" y="1604891"/>
                  <a:pt x="0" y="1256565"/>
                </a:cubicBezTo>
                <a:cubicBezTo>
                  <a:pt x="5067" y="908239"/>
                  <a:pt x="-52707" y="276143"/>
                  <a:pt x="0" y="0"/>
                </a:cubicBezTo>
                <a:close/>
              </a:path>
              <a:path w="8730521" h="2731663" stroke="0" extrusionOk="0">
                <a:moveTo>
                  <a:pt x="0" y="0"/>
                </a:moveTo>
                <a:cubicBezTo>
                  <a:pt x="110115" y="15285"/>
                  <a:pt x="299795" y="-4662"/>
                  <a:pt x="409663" y="0"/>
                </a:cubicBezTo>
                <a:cubicBezTo>
                  <a:pt x="519531" y="4662"/>
                  <a:pt x="703929" y="-549"/>
                  <a:pt x="906631" y="0"/>
                </a:cubicBezTo>
                <a:cubicBezTo>
                  <a:pt x="1109333" y="549"/>
                  <a:pt x="1267787" y="8734"/>
                  <a:pt x="1403599" y="0"/>
                </a:cubicBezTo>
                <a:cubicBezTo>
                  <a:pt x="1539411" y="-8734"/>
                  <a:pt x="1787631" y="23703"/>
                  <a:pt x="2075178" y="0"/>
                </a:cubicBezTo>
                <a:cubicBezTo>
                  <a:pt x="2362725" y="-23703"/>
                  <a:pt x="2370803" y="-18539"/>
                  <a:pt x="2484841" y="0"/>
                </a:cubicBezTo>
                <a:cubicBezTo>
                  <a:pt x="2598879" y="18539"/>
                  <a:pt x="3070683" y="-40573"/>
                  <a:pt x="3331030" y="0"/>
                </a:cubicBezTo>
                <a:cubicBezTo>
                  <a:pt x="3591377" y="40573"/>
                  <a:pt x="3619979" y="18804"/>
                  <a:pt x="3740692" y="0"/>
                </a:cubicBezTo>
                <a:cubicBezTo>
                  <a:pt x="3861405" y="-18804"/>
                  <a:pt x="4204689" y="3235"/>
                  <a:pt x="4586881" y="0"/>
                </a:cubicBezTo>
                <a:cubicBezTo>
                  <a:pt x="4969073" y="-3235"/>
                  <a:pt x="4938698" y="-2666"/>
                  <a:pt x="5083850" y="0"/>
                </a:cubicBezTo>
                <a:cubicBezTo>
                  <a:pt x="5229002" y="2666"/>
                  <a:pt x="5448662" y="16216"/>
                  <a:pt x="5755428" y="0"/>
                </a:cubicBezTo>
                <a:cubicBezTo>
                  <a:pt x="6062194" y="-16216"/>
                  <a:pt x="6362032" y="2477"/>
                  <a:pt x="6601617" y="0"/>
                </a:cubicBezTo>
                <a:cubicBezTo>
                  <a:pt x="6841202" y="-2477"/>
                  <a:pt x="7179777" y="7676"/>
                  <a:pt x="7360501" y="0"/>
                </a:cubicBezTo>
                <a:cubicBezTo>
                  <a:pt x="7541225" y="-7676"/>
                  <a:pt x="7845106" y="1101"/>
                  <a:pt x="8119385" y="0"/>
                </a:cubicBezTo>
                <a:cubicBezTo>
                  <a:pt x="8393664" y="-1101"/>
                  <a:pt x="8554502" y="-9499"/>
                  <a:pt x="8730521" y="0"/>
                </a:cubicBezTo>
                <a:cubicBezTo>
                  <a:pt x="8736914" y="276297"/>
                  <a:pt x="8718903" y="433733"/>
                  <a:pt x="8730521" y="628282"/>
                </a:cubicBezTo>
                <a:cubicBezTo>
                  <a:pt x="8742139" y="822831"/>
                  <a:pt x="8760183" y="1064794"/>
                  <a:pt x="8730521" y="1229248"/>
                </a:cubicBezTo>
                <a:cubicBezTo>
                  <a:pt x="8700859" y="1393702"/>
                  <a:pt x="8761400" y="1696873"/>
                  <a:pt x="8730521" y="1857531"/>
                </a:cubicBezTo>
                <a:cubicBezTo>
                  <a:pt x="8699642" y="2018189"/>
                  <a:pt x="8697365" y="2459370"/>
                  <a:pt x="8730521" y="2731663"/>
                </a:cubicBezTo>
                <a:cubicBezTo>
                  <a:pt x="8447063" y="2699086"/>
                  <a:pt x="8279670" y="2704986"/>
                  <a:pt x="8058942" y="2731663"/>
                </a:cubicBezTo>
                <a:cubicBezTo>
                  <a:pt x="7838214" y="2758340"/>
                  <a:pt x="7453321" y="2740708"/>
                  <a:pt x="7300059" y="2731663"/>
                </a:cubicBezTo>
                <a:cubicBezTo>
                  <a:pt x="7146797" y="2722618"/>
                  <a:pt x="6754146" y="2763880"/>
                  <a:pt x="6453870" y="2731663"/>
                </a:cubicBezTo>
                <a:cubicBezTo>
                  <a:pt x="6153594" y="2699446"/>
                  <a:pt x="5871785" y="2766952"/>
                  <a:pt x="5607681" y="2731663"/>
                </a:cubicBezTo>
                <a:cubicBezTo>
                  <a:pt x="5343577" y="2696374"/>
                  <a:pt x="5183192" y="2748516"/>
                  <a:pt x="4761492" y="2731663"/>
                </a:cubicBezTo>
                <a:cubicBezTo>
                  <a:pt x="4339792" y="2714810"/>
                  <a:pt x="4373979" y="2695622"/>
                  <a:pt x="4002608" y="2731663"/>
                </a:cubicBezTo>
                <a:cubicBezTo>
                  <a:pt x="3631237" y="2767704"/>
                  <a:pt x="3536523" y="2720040"/>
                  <a:pt x="3156419" y="2731663"/>
                </a:cubicBezTo>
                <a:cubicBezTo>
                  <a:pt x="2776315" y="2743286"/>
                  <a:pt x="2911046" y="2728155"/>
                  <a:pt x="2746756" y="2731663"/>
                </a:cubicBezTo>
                <a:cubicBezTo>
                  <a:pt x="2582466" y="2735171"/>
                  <a:pt x="2408457" y="2716629"/>
                  <a:pt x="2075178" y="2731663"/>
                </a:cubicBezTo>
                <a:cubicBezTo>
                  <a:pt x="1741899" y="2746697"/>
                  <a:pt x="1847464" y="2722502"/>
                  <a:pt x="1665515" y="2731663"/>
                </a:cubicBezTo>
                <a:cubicBezTo>
                  <a:pt x="1483566" y="2740824"/>
                  <a:pt x="1403164" y="2720223"/>
                  <a:pt x="1255852" y="2731663"/>
                </a:cubicBezTo>
                <a:cubicBezTo>
                  <a:pt x="1108540" y="2743103"/>
                  <a:pt x="362147" y="2674217"/>
                  <a:pt x="0" y="2731663"/>
                </a:cubicBezTo>
                <a:cubicBezTo>
                  <a:pt x="20727" y="2521332"/>
                  <a:pt x="-15244" y="2301789"/>
                  <a:pt x="0" y="2130697"/>
                </a:cubicBezTo>
                <a:cubicBezTo>
                  <a:pt x="15244" y="1959605"/>
                  <a:pt x="10815" y="1725303"/>
                  <a:pt x="0" y="1447781"/>
                </a:cubicBezTo>
                <a:cubicBezTo>
                  <a:pt x="-10815" y="1170259"/>
                  <a:pt x="15047" y="978959"/>
                  <a:pt x="0" y="846816"/>
                </a:cubicBezTo>
                <a:cubicBezTo>
                  <a:pt x="-15047" y="714674"/>
                  <a:pt x="-28430" y="353032"/>
                  <a:pt x="0" y="0"/>
                </a:cubicBezTo>
                <a:close/>
              </a:path>
            </a:pathLst>
          </a:custGeom>
          <a:gradFill flip="none" rotWithShape="1">
            <a:gsLst>
              <a:gs pos="0">
                <a:srgbClr val="10384F">
                  <a:lumMod val="5000"/>
                  <a:lumOff val="95000"/>
                </a:srgbClr>
              </a:gs>
              <a:gs pos="100000">
                <a:srgbClr val="10384F">
                  <a:lumMod val="50000"/>
                  <a:lumOff val="50000"/>
                </a:srgbClr>
              </a:gs>
            </a:gsLst>
            <a:lin ang="5400000" scaled="1"/>
            <a:tileRect/>
          </a:gradFill>
          <a:ln w="28575" cap="flat" cmpd="sng" algn="ctr">
            <a:noFill/>
            <a:prstDash val="solid"/>
            <a:miter lim="800000"/>
            <a:extLst>
              <a:ext uri="{C807C97D-BFC1-408E-A445-0C87EB9F89A2}">
                <ask:lineSketchStyleProps xmlns:ask="http://schemas.microsoft.com/office/drawing/2018/sketchyshapes" sd="1411281475">
                  <a:prstGeom prst="rect">
                    <a:avLst/>
                  </a:prstGeom>
                  <ask:type>
                    <ask:lineSketchFreehand/>
                  </ask:type>
                </ask:lineSketchStyleProps>
              </a:ext>
            </a:extLst>
          </a:ln>
          <a:effectLst/>
        </p:spPr>
        <p:txBody>
          <a:bodyPr lIns="0" rIns="0" rtlCol="0" anchor="t" anchorCtr="0"/>
          <a:lstStyle/>
          <a:p>
            <a:pPr algn="ctr" defTabSz="914218">
              <a:defRPr/>
            </a:pPr>
            <a:endParaRPr lang="en-US" sz="1600" kern="0">
              <a:solidFill>
                <a:prstClr val="white"/>
              </a:solidFill>
              <a:latin typeface="Red Hat Text" panose="02010303040201060303" pitchFamily="2" charset="0"/>
              <a:ea typeface="Red Hat Text" panose="02010303040201060303" pitchFamily="2" charset="0"/>
              <a:cs typeface="Red Hat Text" panose="02010303040201060303" pitchFamily="2" charset="0"/>
            </a:endParaRPr>
          </a:p>
        </p:txBody>
      </p:sp>
      <p:sp>
        <p:nvSpPr>
          <p:cNvPr id="8" name="Rectangle 46">
            <a:extLst>
              <a:ext uri="{FF2B5EF4-FFF2-40B4-BE49-F238E27FC236}">
                <a16:creationId xmlns:a16="http://schemas.microsoft.com/office/drawing/2014/main" id="{93E96422-C480-DC59-DD47-5602AAF69E7A}"/>
              </a:ext>
            </a:extLst>
          </p:cNvPr>
          <p:cNvSpPr/>
          <p:nvPr/>
        </p:nvSpPr>
        <p:spPr bwMode="gray">
          <a:xfrm>
            <a:off x="1175970" y="5297631"/>
            <a:ext cx="9491424" cy="766219"/>
          </a:xfrm>
          <a:prstGeom prst="rect">
            <a:avLst/>
          </a:prstGeom>
          <a:gradFill flip="none" rotWithShape="1">
            <a:gsLst>
              <a:gs pos="0">
                <a:srgbClr val="10384F">
                  <a:lumMod val="90000"/>
                  <a:lumOff val="10000"/>
                </a:srgbClr>
              </a:gs>
              <a:gs pos="50000">
                <a:srgbClr val="10384F">
                  <a:lumMod val="90000"/>
                  <a:lumOff val="10000"/>
                  <a:shade val="67500"/>
                  <a:satMod val="115000"/>
                </a:srgbClr>
              </a:gs>
              <a:gs pos="100000">
                <a:srgbClr val="10384F">
                  <a:lumMod val="75000"/>
                  <a:lumOff val="25000"/>
                </a:srgbClr>
              </a:gs>
            </a:gsLst>
            <a:lin ang="0" scaled="1"/>
            <a:tileRect/>
          </a:gradFill>
          <a:ln w="12700" cap="flat" cmpd="sng" algn="ctr">
            <a:noFill/>
            <a:prstDash val="solid"/>
            <a:miter lim="800000"/>
          </a:ln>
          <a:effectLst/>
        </p:spPr>
        <p:txBody>
          <a:bodyPr lIns="0" rIns="0" rtlCol="0" anchor="ctr" anchorCtr="0"/>
          <a:lstStyle/>
          <a:p>
            <a:pPr algn="ctr" defTabSz="914218">
              <a:defRPr/>
            </a:pPr>
            <a:r>
              <a:rPr lang="de-DE" sz="2000" kern="0">
                <a:solidFill>
                  <a:prstClr val="white"/>
                </a:solidFill>
                <a:latin typeface="Red Hat Text" panose="02010303040201060303" pitchFamily="2" charset="0"/>
                <a:ea typeface="Red Hat Text" panose="02010303040201060303" pitchFamily="2" charset="0"/>
                <a:cs typeface="Red Hat Text" panose="02010303040201060303" pitchFamily="2" charset="0"/>
              </a:rPr>
              <a:t>Spatiotemporally explicit Modeling Framework </a:t>
            </a:r>
            <a:br>
              <a:rPr lang="de-DE" sz="2000" kern="0">
                <a:solidFill>
                  <a:prstClr val="white"/>
                </a:solidFill>
                <a:latin typeface="Red Hat Text" panose="02010303040201060303" pitchFamily="2" charset="0"/>
                <a:ea typeface="Red Hat Text" panose="02010303040201060303" pitchFamily="2" charset="0"/>
                <a:cs typeface="Red Hat Text" panose="02010303040201060303" pitchFamily="2" charset="0"/>
              </a:rPr>
            </a:br>
            <a:r>
              <a:rPr lang="de-DE" kern="0">
                <a:solidFill>
                  <a:prstClr val="white"/>
                </a:solidFill>
                <a:latin typeface="Red Hat Text" panose="02010303040201060303" pitchFamily="2" charset="0"/>
                <a:ea typeface="Red Hat Text" panose="02010303040201060303" pitchFamily="2" charset="0"/>
                <a:cs typeface="Red Hat Text" panose="02010303040201060303" pitchFamily="2" charset="0"/>
              </a:rPr>
              <a:t>Interfaces ▪ Control ▪ MonteCarlo ▪ Dimensions ▪ Scales ▪ Semantics</a:t>
            </a:r>
            <a:endParaRPr lang="de-DE" sz="2000" kern="0">
              <a:solidFill>
                <a:prstClr val="white"/>
              </a:solidFill>
              <a:latin typeface="Red Hat Text" panose="02010303040201060303" pitchFamily="2" charset="0"/>
              <a:ea typeface="Red Hat Text" panose="02010303040201060303" pitchFamily="2" charset="0"/>
              <a:cs typeface="Red Hat Text" panose="02010303040201060303" pitchFamily="2" charset="0"/>
            </a:endParaRPr>
          </a:p>
        </p:txBody>
      </p:sp>
      <p:sp>
        <p:nvSpPr>
          <p:cNvPr id="9" name="Rectangle 12">
            <a:extLst>
              <a:ext uri="{FF2B5EF4-FFF2-40B4-BE49-F238E27FC236}">
                <a16:creationId xmlns:a16="http://schemas.microsoft.com/office/drawing/2014/main" id="{EDD0EB3E-F1C2-C4CF-4179-5488E422E64F}"/>
              </a:ext>
            </a:extLst>
          </p:cNvPr>
          <p:cNvSpPr/>
          <p:nvPr/>
        </p:nvSpPr>
        <p:spPr bwMode="gray">
          <a:xfrm rot="16200000">
            <a:off x="-192049" y="3928380"/>
            <a:ext cx="3491335" cy="766506"/>
          </a:xfrm>
          <a:prstGeom prst="rect">
            <a:avLst/>
          </a:prstGeom>
          <a:gradFill flip="none" rotWithShape="1">
            <a:gsLst>
              <a:gs pos="0">
                <a:srgbClr val="10384F">
                  <a:lumMod val="90000"/>
                  <a:lumOff val="10000"/>
                </a:srgbClr>
              </a:gs>
              <a:gs pos="50000">
                <a:srgbClr val="10384F">
                  <a:lumMod val="90000"/>
                  <a:lumOff val="10000"/>
                  <a:shade val="67500"/>
                  <a:satMod val="115000"/>
                </a:srgbClr>
              </a:gs>
              <a:gs pos="100000">
                <a:srgbClr val="10384F">
                  <a:lumMod val="75000"/>
                  <a:lumOff val="25000"/>
                </a:srgbClr>
              </a:gs>
            </a:gsLst>
            <a:lin ang="0" scaled="1"/>
            <a:tileRect/>
          </a:gradFill>
          <a:ln w="12700" cap="flat" cmpd="sng" algn="ctr">
            <a:noFill/>
            <a:prstDash val="solid"/>
            <a:miter lim="800000"/>
          </a:ln>
          <a:effectLst/>
        </p:spPr>
        <p:txBody>
          <a:bodyPr vert="vert" lIns="0" rIns="0" rtlCol="0" anchor="ctr" anchorCtr="0"/>
          <a:lstStyle/>
          <a:p>
            <a:pPr algn="ctr" defTabSz="914218">
              <a:defRPr/>
            </a:pPr>
            <a:endParaRPr lang="de-DE" sz="2000" kern="0">
              <a:solidFill>
                <a:prstClr val="white"/>
              </a:solidFill>
              <a:latin typeface="Red Hat Text" panose="02010303040201060303" pitchFamily="2" charset="0"/>
              <a:ea typeface="Red Hat Text" panose="02010303040201060303" pitchFamily="2" charset="0"/>
              <a:cs typeface="Red Hat Text" panose="02010303040201060303" pitchFamily="2" charset="0"/>
            </a:endParaRPr>
          </a:p>
        </p:txBody>
      </p:sp>
      <p:grpSp>
        <p:nvGrpSpPr>
          <p:cNvPr id="37" name="Gruppieren 36">
            <a:extLst>
              <a:ext uri="{FF2B5EF4-FFF2-40B4-BE49-F238E27FC236}">
                <a16:creationId xmlns:a16="http://schemas.microsoft.com/office/drawing/2014/main" id="{A4C57049-9886-6951-CA03-92C5173DF314}"/>
              </a:ext>
            </a:extLst>
          </p:cNvPr>
          <p:cNvGrpSpPr/>
          <p:nvPr/>
        </p:nvGrpSpPr>
        <p:grpSpPr>
          <a:xfrm>
            <a:off x="3424715" y="2932851"/>
            <a:ext cx="1332950" cy="2200858"/>
            <a:chOff x="3424715" y="2457072"/>
            <a:chExt cx="1332950" cy="2200858"/>
          </a:xfrm>
        </p:grpSpPr>
        <p:sp>
          <p:nvSpPr>
            <p:cNvPr id="10" name="Rectangle: Rounded Corners 43">
              <a:extLst>
                <a:ext uri="{FF2B5EF4-FFF2-40B4-BE49-F238E27FC236}">
                  <a16:creationId xmlns:a16="http://schemas.microsoft.com/office/drawing/2014/main" id="{A2245A18-879D-6398-7E31-9856BD8E65B1}"/>
                </a:ext>
              </a:extLst>
            </p:cNvPr>
            <p:cNvSpPr/>
            <p:nvPr/>
          </p:nvSpPr>
          <p:spPr bwMode="gray">
            <a:xfrm>
              <a:off x="3692974" y="3192917"/>
              <a:ext cx="868298" cy="364584"/>
            </a:xfrm>
            <a:prstGeom prst="roundRect">
              <a:avLst>
                <a:gd name="adj" fmla="val 7077"/>
              </a:avLst>
            </a:prstGeom>
            <a:solidFill>
              <a:srgbClr val="B59D79"/>
            </a:solidFill>
            <a:ln w="19050" cap="flat" cmpd="sng" algn="ctr">
              <a:solidFill>
                <a:srgbClr val="10384F">
                  <a:lumMod val="75000"/>
                  <a:lumOff val="25000"/>
                </a:srgbClr>
              </a:solidFill>
              <a:prstDash val="solid"/>
              <a:miter lim="800000"/>
            </a:ln>
            <a:effectLst/>
          </p:spPr>
          <p:txBody>
            <a:bodyPr lIns="0" rIns="0" rtlCol="0" anchor="ctr"/>
            <a:lstStyle/>
            <a:p>
              <a:pPr algn="ctr" defTabSz="914218">
                <a:defRPr/>
              </a:pPr>
              <a:r>
                <a:rPr lang="de-DE" sz="1100" kern="0" err="1">
                  <a:solidFill>
                    <a:prstClr val="white"/>
                  </a:solidFill>
                  <a:latin typeface="Red Hat Text" panose="02010303040201060303" pitchFamily="2" charset="0"/>
                  <a:ea typeface="Red Hat Text" panose="02010303040201060303" pitchFamily="2" charset="0"/>
                  <a:cs typeface="Red Hat Text" panose="02010303040201060303" pitchFamily="2" charset="0"/>
                </a:rPr>
                <a:t>Crop</a:t>
              </a:r>
              <a:r>
                <a:rPr lang="de-DE" sz="1100" kern="0">
                  <a:solidFill>
                    <a:prstClr val="white"/>
                  </a:solidFill>
                  <a:latin typeface="Red Hat Text" panose="02010303040201060303" pitchFamily="2" charset="0"/>
                  <a:ea typeface="Red Hat Text" panose="02010303040201060303" pitchFamily="2" charset="0"/>
                  <a:cs typeface="Red Hat Text" panose="02010303040201060303" pitchFamily="2" charset="0"/>
                </a:rPr>
                <a:t> c</a:t>
              </a:r>
              <a:r>
                <a:rPr lang="de-DE" sz="1100" kern="0" err="1">
                  <a:solidFill>
                    <a:prstClr val="white"/>
                  </a:solidFill>
                  <a:latin typeface="Red Hat Text" panose="02010303040201060303" pitchFamily="2" charset="0"/>
                  <a:ea typeface="Red Hat Text" panose="02010303040201060303" pitchFamily="2" charset="0"/>
                  <a:cs typeface="Red Hat Text" panose="02010303040201060303" pitchFamily="2" charset="0"/>
                </a:rPr>
                <a:t>ultivation</a:t>
              </a:r>
              <a:endParaRPr lang="en-US" kern="0">
                <a:solidFill>
                  <a:prstClr val="white"/>
                </a:solidFill>
                <a:latin typeface="Red Hat Text" panose="02010303040201060303" pitchFamily="2" charset="0"/>
                <a:ea typeface="Red Hat Text" panose="02010303040201060303" pitchFamily="2" charset="0"/>
                <a:cs typeface="Red Hat Text" panose="02010303040201060303" pitchFamily="2" charset="0"/>
              </a:endParaRPr>
            </a:p>
          </p:txBody>
        </p:sp>
        <p:sp>
          <p:nvSpPr>
            <p:cNvPr id="17" name="Rectangle: Rounded Corners 51">
              <a:extLst>
                <a:ext uri="{FF2B5EF4-FFF2-40B4-BE49-F238E27FC236}">
                  <a16:creationId xmlns:a16="http://schemas.microsoft.com/office/drawing/2014/main" id="{AC0B68FB-D30F-E5F7-9FF7-1E58C5734D22}"/>
                </a:ext>
              </a:extLst>
            </p:cNvPr>
            <p:cNvSpPr/>
            <p:nvPr/>
          </p:nvSpPr>
          <p:spPr bwMode="gray">
            <a:xfrm>
              <a:off x="3424715" y="2457072"/>
              <a:ext cx="1332950" cy="2200858"/>
            </a:xfrm>
            <a:custGeom>
              <a:avLst/>
              <a:gdLst>
                <a:gd name="csX0" fmla="*/ 0 w 1332950"/>
                <a:gd name="csY0" fmla="*/ 43761 h 2200858"/>
                <a:gd name="csX1" fmla="*/ 43761 w 1332950"/>
                <a:gd name="csY1" fmla="*/ 0 h 2200858"/>
                <a:gd name="csX2" fmla="*/ 691384 w 1332950"/>
                <a:gd name="csY2" fmla="*/ 0 h 2200858"/>
                <a:gd name="csX3" fmla="*/ 1289189 w 1332950"/>
                <a:gd name="csY3" fmla="*/ 0 h 2200858"/>
                <a:gd name="csX4" fmla="*/ 1332950 w 1332950"/>
                <a:gd name="csY4" fmla="*/ 43761 h 2200858"/>
                <a:gd name="csX5" fmla="*/ 1332950 w 1332950"/>
                <a:gd name="csY5" fmla="*/ 529828 h 2200858"/>
                <a:gd name="csX6" fmla="*/ 1332950 w 1332950"/>
                <a:gd name="csY6" fmla="*/ 1079296 h 2200858"/>
                <a:gd name="csX7" fmla="*/ 1332950 w 1332950"/>
                <a:gd name="csY7" fmla="*/ 1607630 h 2200858"/>
                <a:gd name="csX8" fmla="*/ 1332950 w 1332950"/>
                <a:gd name="csY8" fmla="*/ 2157097 h 2200858"/>
                <a:gd name="csX9" fmla="*/ 1289189 w 1332950"/>
                <a:gd name="csY9" fmla="*/ 2200858 h 2200858"/>
                <a:gd name="csX10" fmla="*/ 641566 w 1332950"/>
                <a:gd name="csY10" fmla="*/ 2200858 h 2200858"/>
                <a:gd name="csX11" fmla="*/ 43761 w 1332950"/>
                <a:gd name="csY11" fmla="*/ 2200858 h 2200858"/>
                <a:gd name="csX12" fmla="*/ 0 w 1332950"/>
                <a:gd name="csY12" fmla="*/ 2157097 h 2200858"/>
                <a:gd name="csX13" fmla="*/ 0 w 1332950"/>
                <a:gd name="csY13" fmla="*/ 1628763 h 2200858"/>
                <a:gd name="csX14" fmla="*/ 0 w 1332950"/>
                <a:gd name="csY14" fmla="*/ 1079296 h 2200858"/>
                <a:gd name="csX15" fmla="*/ 0 w 1332950"/>
                <a:gd name="csY15" fmla="*/ 508695 h 2200858"/>
                <a:gd name="csX16" fmla="*/ 0 w 1332950"/>
                <a:gd name="csY16" fmla="*/ 43761 h 220085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1332950" h="2200858" extrusionOk="0">
                  <a:moveTo>
                    <a:pt x="0" y="43761"/>
                  </a:moveTo>
                  <a:cubicBezTo>
                    <a:pt x="4686" y="17861"/>
                    <a:pt x="24092" y="366"/>
                    <a:pt x="43761" y="0"/>
                  </a:cubicBezTo>
                  <a:cubicBezTo>
                    <a:pt x="346508" y="-3576"/>
                    <a:pt x="482743" y="-11199"/>
                    <a:pt x="691384" y="0"/>
                  </a:cubicBezTo>
                  <a:cubicBezTo>
                    <a:pt x="900025" y="11199"/>
                    <a:pt x="1044064" y="-13583"/>
                    <a:pt x="1289189" y="0"/>
                  </a:cubicBezTo>
                  <a:cubicBezTo>
                    <a:pt x="1310902" y="-2359"/>
                    <a:pt x="1332272" y="14142"/>
                    <a:pt x="1332950" y="43761"/>
                  </a:cubicBezTo>
                  <a:cubicBezTo>
                    <a:pt x="1314658" y="271527"/>
                    <a:pt x="1329237" y="353613"/>
                    <a:pt x="1332950" y="529828"/>
                  </a:cubicBezTo>
                  <a:cubicBezTo>
                    <a:pt x="1336663" y="706043"/>
                    <a:pt x="1360391" y="871770"/>
                    <a:pt x="1332950" y="1079296"/>
                  </a:cubicBezTo>
                  <a:cubicBezTo>
                    <a:pt x="1305509" y="1286822"/>
                    <a:pt x="1307712" y="1355506"/>
                    <a:pt x="1332950" y="1607630"/>
                  </a:cubicBezTo>
                  <a:cubicBezTo>
                    <a:pt x="1358188" y="1859754"/>
                    <a:pt x="1327294" y="1990468"/>
                    <a:pt x="1332950" y="2157097"/>
                  </a:cubicBezTo>
                  <a:cubicBezTo>
                    <a:pt x="1328291" y="2183049"/>
                    <a:pt x="1313094" y="2201695"/>
                    <a:pt x="1289189" y="2200858"/>
                  </a:cubicBezTo>
                  <a:cubicBezTo>
                    <a:pt x="1027872" y="2230595"/>
                    <a:pt x="862088" y="2200212"/>
                    <a:pt x="641566" y="2200858"/>
                  </a:cubicBezTo>
                  <a:cubicBezTo>
                    <a:pt x="421044" y="2201504"/>
                    <a:pt x="298684" y="2216849"/>
                    <a:pt x="43761" y="2200858"/>
                  </a:cubicBezTo>
                  <a:cubicBezTo>
                    <a:pt x="16313" y="2203445"/>
                    <a:pt x="1129" y="2180473"/>
                    <a:pt x="0" y="2157097"/>
                  </a:cubicBezTo>
                  <a:cubicBezTo>
                    <a:pt x="-21893" y="1895175"/>
                    <a:pt x="-11036" y="1753625"/>
                    <a:pt x="0" y="1628763"/>
                  </a:cubicBezTo>
                  <a:cubicBezTo>
                    <a:pt x="11036" y="1503901"/>
                    <a:pt x="12241" y="1215820"/>
                    <a:pt x="0" y="1079296"/>
                  </a:cubicBezTo>
                  <a:cubicBezTo>
                    <a:pt x="-12241" y="942772"/>
                    <a:pt x="2848" y="643025"/>
                    <a:pt x="0" y="508695"/>
                  </a:cubicBezTo>
                  <a:cubicBezTo>
                    <a:pt x="-2848" y="374365"/>
                    <a:pt x="-7468" y="140586"/>
                    <a:pt x="0" y="43761"/>
                  </a:cubicBezTo>
                  <a:close/>
                </a:path>
              </a:pathLst>
            </a:custGeom>
            <a:noFill/>
            <a:ln w="6350" cap="flat" cmpd="sng" algn="ctr">
              <a:solidFill>
                <a:srgbClr val="10384F">
                  <a:lumMod val="75000"/>
                  <a:lumOff val="25000"/>
                </a:srgbClr>
              </a:solidFill>
              <a:prstDash val="lgDash"/>
              <a:miter lim="800000"/>
              <a:extLst>
                <a:ext uri="{C807C97D-BFC1-408E-A445-0C87EB9F89A2}">
                  <ask:lineSketchStyleProps xmlns:ask="http://schemas.microsoft.com/office/drawing/2018/sketchyshapes" sd="2349127531">
                    <a:prstGeom prst="roundRect">
                      <a:avLst>
                        <a:gd name="adj" fmla="val 3283"/>
                      </a:avLst>
                    </a:prstGeom>
                    <ask:type>
                      <ask:lineSketchFreehand/>
                    </ask:type>
                  </ask:lineSketchStyleProps>
                </a:ext>
              </a:extLst>
            </a:ln>
            <a:effectLst/>
          </p:spPr>
          <p:txBody>
            <a:bodyPr lIns="0" rIns="0" rtlCol="0" anchor="t" anchorCtr="0"/>
            <a:lstStyle/>
            <a:p>
              <a:pPr algn="ctr" defTabSz="914218">
                <a:defRPr/>
              </a:pPr>
              <a:r>
                <a:rPr lang="de-DE" sz="1100" kern="0">
                  <a:solidFill>
                    <a:srgbClr val="000000">
                      <a:lumMod val="50000"/>
                      <a:lumOff val="50000"/>
                    </a:srgbClr>
                  </a:solidFill>
                  <a:latin typeface="Red Hat Text" panose="02010303040201060303" pitchFamily="2" charset="0"/>
                  <a:ea typeface="Red Hat Text" panose="02010303040201060303" pitchFamily="2" charset="0"/>
                  <a:cs typeface="Red Hat Text" panose="02010303040201060303" pitchFamily="2" charset="0"/>
                </a:rPr>
                <a:t>Ag/Land.Mgmt</a:t>
              </a:r>
              <a:endParaRPr lang="en-US" kern="0">
                <a:solidFill>
                  <a:srgbClr val="000000">
                    <a:lumMod val="50000"/>
                    <a:lumOff val="50000"/>
                  </a:srgbClr>
                </a:solidFill>
                <a:latin typeface="Red Hat Text" panose="02010303040201060303" pitchFamily="2" charset="0"/>
                <a:ea typeface="Red Hat Text" panose="02010303040201060303" pitchFamily="2" charset="0"/>
                <a:cs typeface="Red Hat Text" panose="02010303040201060303" pitchFamily="2" charset="0"/>
              </a:endParaRPr>
            </a:p>
          </p:txBody>
        </p:sp>
        <p:sp>
          <p:nvSpPr>
            <p:cNvPr id="18" name="Rectangle: Rounded Corners 52">
              <a:extLst>
                <a:ext uri="{FF2B5EF4-FFF2-40B4-BE49-F238E27FC236}">
                  <a16:creationId xmlns:a16="http://schemas.microsoft.com/office/drawing/2014/main" id="{3C265363-C1B5-D4D5-0DE7-2B759B7505E6}"/>
                </a:ext>
              </a:extLst>
            </p:cNvPr>
            <p:cNvSpPr/>
            <p:nvPr/>
          </p:nvSpPr>
          <p:spPr bwMode="gray">
            <a:xfrm>
              <a:off x="3692974" y="3863253"/>
              <a:ext cx="868298" cy="364584"/>
            </a:xfrm>
            <a:prstGeom prst="roundRect">
              <a:avLst>
                <a:gd name="adj" fmla="val 7077"/>
              </a:avLst>
            </a:prstGeom>
            <a:solidFill>
              <a:srgbClr val="B59D79"/>
            </a:solidFill>
            <a:ln w="19050" cap="flat" cmpd="sng" algn="ctr">
              <a:solidFill>
                <a:srgbClr val="10384F">
                  <a:lumMod val="75000"/>
                  <a:lumOff val="25000"/>
                </a:srgbClr>
              </a:solidFill>
              <a:prstDash val="solid"/>
              <a:miter lim="800000"/>
            </a:ln>
            <a:effectLst/>
          </p:spPr>
          <p:txBody>
            <a:bodyPr lIns="0" rIns="0" rtlCol="0" anchor="ctr"/>
            <a:lstStyle/>
            <a:p>
              <a:pPr algn="ctr" defTabSz="914218">
                <a:defRPr/>
              </a:pPr>
              <a:r>
                <a:rPr lang="de-DE" sz="1100" kern="0">
                  <a:solidFill>
                    <a:prstClr val="white"/>
                  </a:solidFill>
                  <a:latin typeface="Red Hat Text" panose="02010303040201060303" pitchFamily="2" charset="0"/>
                  <a:ea typeface="Red Hat Text" panose="02010303040201060303" pitchFamily="2" charset="0"/>
                  <a:cs typeface="Red Hat Text" panose="02010303040201060303" pitchFamily="2" charset="0"/>
                </a:rPr>
                <a:t>PPP use</a:t>
              </a:r>
              <a:endParaRPr lang="en-US" kern="0">
                <a:solidFill>
                  <a:prstClr val="white"/>
                </a:solidFill>
                <a:latin typeface="Red Hat Text" panose="02010303040201060303" pitchFamily="2" charset="0"/>
                <a:ea typeface="Red Hat Text" panose="02010303040201060303" pitchFamily="2" charset="0"/>
                <a:cs typeface="Red Hat Text" panose="02010303040201060303" pitchFamily="2" charset="0"/>
              </a:endParaRPr>
            </a:p>
          </p:txBody>
        </p:sp>
      </p:grpSp>
      <p:grpSp>
        <p:nvGrpSpPr>
          <p:cNvPr id="40" name="Gruppieren 39">
            <a:extLst>
              <a:ext uri="{FF2B5EF4-FFF2-40B4-BE49-F238E27FC236}">
                <a16:creationId xmlns:a16="http://schemas.microsoft.com/office/drawing/2014/main" id="{CA4AEE07-6558-FA4D-6A1B-5C4AE6214C7A}"/>
              </a:ext>
            </a:extLst>
          </p:cNvPr>
          <p:cNvGrpSpPr/>
          <p:nvPr/>
        </p:nvGrpSpPr>
        <p:grpSpPr>
          <a:xfrm>
            <a:off x="8999728" y="2932851"/>
            <a:ext cx="1332950" cy="2200858"/>
            <a:chOff x="8999728" y="2457072"/>
            <a:chExt cx="1332950" cy="2200858"/>
          </a:xfrm>
        </p:grpSpPr>
        <p:sp>
          <p:nvSpPr>
            <p:cNvPr id="21" name="Rectangle: Rounded Corners 55">
              <a:extLst>
                <a:ext uri="{FF2B5EF4-FFF2-40B4-BE49-F238E27FC236}">
                  <a16:creationId xmlns:a16="http://schemas.microsoft.com/office/drawing/2014/main" id="{FA1A233F-85ED-EFFD-82C0-56AED3A0CD53}"/>
                </a:ext>
              </a:extLst>
            </p:cNvPr>
            <p:cNvSpPr/>
            <p:nvPr/>
          </p:nvSpPr>
          <p:spPr bwMode="gray">
            <a:xfrm>
              <a:off x="8999728" y="2457072"/>
              <a:ext cx="1332950" cy="2200858"/>
            </a:xfrm>
            <a:custGeom>
              <a:avLst/>
              <a:gdLst>
                <a:gd name="csX0" fmla="*/ 0 w 1332950"/>
                <a:gd name="csY0" fmla="*/ 43761 h 2200858"/>
                <a:gd name="csX1" fmla="*/ 43761 w 1332950"/>
                <a:gd name="csY1" fmla="*/ 0 h 2200858"/>
                <a:gd name="csX2" fmla="*/ 691384 w 1332950"/>
                <a:gd name="csY2" fmla="*/ 0 h 2200858"/>
                <a:gd name="csX3" fmla="*/ 1289189 w 1332950"/>
                <a:gd name="csY3" fmla="*/ 0 h 2200858"/>
                <a:gd name="csX4" fmla="*/ 1332950 w 1332950"/>
                <a:gd name="csY4" fmla="*/ 43761 h 2200858"/>
                <a:gd name="csX5" fmla="*/ 1332950 w 1332950"/>
                <a:gd name="csY5" fmla="*/ 529828 h 2200858"/>
                <a:gd name="csX6" fmla="*/ 1332950 w 1332950"/>
                <a:gd name="csY6" fmla="*/ 1079296 h 2200858"/>
                <a:gd name="csX7" fmla="*/ 1332950 w 1332950"/>
                <a:gd name="csY7" fmla="*/ 1607630 h 2200858"/>
                <a:gd name="csX8" fmla="*/ 1332950 w 1332950"/>
                <a:gd name="csY8" fmla="*/ 2157097 h 2200858"/>
                <a:gd name="csX9" fmla="*/ 1289189 w 1332950"/>
                <a:gd name="csY9" fmla="*/ 2200858 h 2200858"/>
                <a:gd name="csX10" fmla="*/ 641566 w 1332950"/>
                <a:gd name="csY10" fmla="*/ 2200858 h 2200858"/>
                <a:gd name="csX11" fmla="*/ 43761 w 1332950"/>
                <a:gd name="csY11" fmla="*/ 2200858 h 2200858"/>
                <a:gd name="csX12" fmla="*/ 0 w 1332950"/>
                <a:gd name="csY12" fmla="*/ 2157097 h 2200858"/>
                <a:gd name="csX13" fmla="*/ 0 w 1332950"/>
                <a:gd name="csY13" fmla="*/ 1628763 h 2200858"/>
                <a:gd name="csX14" fmla="*/ 0 w 1332950"/>
                <a:gd name="csY14" fmla="*/ 1079296 h 2200858"/>
                <a:gd name="csX15" fmla="*/ 0 w 1332950"/>
                <a:gd name="csY15" fmla="*/ 508695 h 2200858"/>
                <a:gd name="csX16" fmla="*/ 0 w 1332950"/>
                <a:gd name="csY16" fmla="*/ 43761 h 220085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1332950" h="2200858" extrusionOk="0">
                  <a:moveTo>
                    <a:pt x="0" y="43761"/>
                  </a:moveTo>
                  <a:cubicBezTo>
                    <a:pt x="4686" y="17861"/>
                    <a:pt x="24092" y="366"/>
                    <a:pt x="43761" y="0"/>
                  </a:cubicBezTo>
                  <a:cubicBezTo>
                    <a:pt x="346508" y="-3576"/>
                    <a:pt x="482743" y="-11199"/>
                    <a:pt x="691384" y="0"/>
                  </a:cubicBezTo>
                  <a:cubicBezTo>
                    <a:pt x="900025" y="11199"/>
                    <a:pt x="1044064" y="-13583"/>
                    <a:pt x="1289189" y="0"/>
                  </a:cubicBezTo>
                  <a:cubicBezTo>
                    <a:pt x="1310902" y="-2359"/>
                    <a:pt x="1332272" y="14142"/>
                    <a:pt x="1332950" y="43761"/>
                  </a:cubicBezTo>
                  <a:cubicBezTo>
                    <a:pt x="1314658" y="271527"/>
                    <a:pt x="1329237" y="353613"/>
                    <a:pt x="1332950" y="529828"/>
                  </a:cubicBezTo>
                  <a:cubicBezTo>
                    <a:pt x="1336663" y="706043"/>
                    <a:pt x="1360391" y="871770"/>
                    <a:pt x="1332950" y="1079296"/>
                  </a:cubicBezTo>
                  <a:cubicBezTo>
                    <a:pt x="1305509" y="1286822"/>
                    <a:pt x="1307712" y="1355506"/>
                    <a:pt x="1332950" y="1607630"/>
                  </a:cubicBezTo>
                  <a:cubicBezTo>
                    <a:pt x="1358188" y="1859754"/>
                    <a:pt x="1327294" y="1990468"/>
                    <a:pt x="1332950" y="2157097"/>
                  </a:cubicBezTo>
                  <a:cubicBezTo>
                    <a:pt x="1328291" y="2183049"/>
                    <a:pt x="1313094" y="2201695"/>
                    <a:pt x="1289189" y="2200858"/>
                  </a:cubicBezTo>
                  <a:cubicBezTo>
                    <a:pt x="1027872" y="2230595"/>
                    <a:pt x="862088" y="2200212"/>
                    <a:pt x="641566" y="2200858"/>
                  </a:cubicBezTo>
                  <a:cubicBezTo>
                    <a:pt x="421044" y="2201504"/>
                    <a:pt x="298684" y="2216849"/>
                    <a:pt x="43761" y="2200858"/>
                  </a:cubicBezTo>
                  <a:cubicBezTo>
                    <a:pt x="16313" y="2203445"/>
                    <a:pt x="1129" y="2180473"/>
                    <a:pt x="0" y="2157097"/>
                  </a:cubicBezTo>
                  <a:cubicBezTo>
                    <a:pt x="-21893" y="1895175"/>
                    <a:pt x="-11036" y="1753625"/>
                    <a:pt x="0" y="1628763"/>
                  </a:cubicBezTo>
                  <a:cubicBezTo>
                    <a:pt x="11036" y="1503901"/>
                    <a:pt x="12241" y="1215820"/>
                    <a:pt x="0" y="1079296"/>
                  </a:cubicBezTo>
                  <a:cubicBezTo>
                    <a:pt x="-12241" y="942772"/>
                    <a:pt x="2848" y="643025"/>
                    <a:pt x="0" y="508695"/>
                  </a:cubicBezTo>
                  <a:cubicBezTo>
                    <a:pt x="-2848" y="374365"/>
                    <a:pt x="-7468" y="140586"/>
                    <a:pt x="0" y="43761"/>
                  </a:cubicBezTo>
                  <a:close/>
                </a:path>
              </a:pathLst>
            </a:custGeom>
            <a:noFill/>
            <a:ln w="6350" cap="flat" cmpd="sng" algn="ctr">
              <a:solidFill>
                <a:srgbClr val="10384F">
                  <a:lumMod val="75000"/>
                  <a:lumOff val="25000"/>
                </a:srgbClr>
              </a:solidFill>
              <a:prstDash val="lgDash"/>
              <a:miter lim="800000"/>
              <a:extLst>
                <a:ext uri="{C807C97D-BFC1-408E-A445-0C87EB9F89A2}">
                  <ask:lineSketchStyleProps xmlns:ask="http://schemas.microsoft.com/office/drawing/2018/sketchyshapes" sd="2349127531">
                    <a:prstGeom prst="roundRect">
                      <a:avLst>
                        <a:gd name="adj" fmla="val 3283"/>
                      </a:avLst>
                    </a:prstGeom>
                    <ask:type>
                      <ask:lineSketchFreehand/>
                    </ask:type>
                  </ask:lineSketchStyleProps>
                </a:ext>
              </a:extLst>
            </a:ln>
            <a:effectLst/>
          </p:spPr>
          <p:txBody>
            <a:bodyPr lIns="0" rIns="0" rtlCol="0" anchor="t" anchorCtr="0"/>
            <a:lstStyle/>
            <a:p>
              <a:pPr algn="ctr" defTabSz="914218">
                <a:defRPr/>
              </a:pPr>
              <a:r>
                <a:rPr lang="de-DE" sz="1100" kern="0">
                  <a:solidFill>
                    <a:srgbClr val="000000">
                      <a:lumMod val="50000"/>
                      <a:lumOff val="50000"/>
                    </a:srgbClr>
                  </a:solidFill>
                  <a:latin typeface="Red Hat Text" panose="02010303040201060303" pitchFamily="2" charset="0"/>
                  <a:ea typeface="Red Hat Text" panose="02010303040201060303" pitchFamily="2" charset="0"/>
                  <a:cs typeface="Red Hat Text" panose="02010303040201060303" pitchFamily="2" charset="0"/>
                </a:rPr>
                <a:t>Analysis</a:t>
              </a:r>
              <a:endParaRPr lang="en-US" kern="0">
                <a:solidFill>
                  <a:srgbClr val="000000">
                    <a:lumMod val="50000"/>
                    <a:lumOff val="50000"/>
                  </a:srgbClr>
                </a:solidFill>
                <a:latin typeface="Red Hat Text" panose="02010303040201060303" pitchFamily="2" charset="0"/>
                <a:ea typeface="Red Hat Text" panose="02010303040201060303" pitchFamily="2" charset="0"/>
                <a:cs typeface="Red Hat Text" panose="02010303040201060303" pitchFamily="2" charset="0"/>
              </a:endParaRPr>
            </a:p>
          </p:txBody>
        </p:sp>
        <p:sp>
          <p:nvSpPr>
            <p:cNvPr id="25" name="Rectangle: Rounded Corners 59">
              <a:extLst>
                <a:ext uri="{FF2B5EF4-FFF2-40B4-BE49-F238E27FC236}">
                  <a16:creationId xmlns:a16="http://schemas.microsoft.com/office/drawing/2014/main" id="{03D0A602-A584-49EE-FE51-8BC9FED0C20F}"/>
                </a:ext>
              </a:extLst>
            </p:cNvPr>
            <p:cNvSpPr/>
            <p:nvPr/>
          </p:nvSpPr>
          <p:spPr bwMode="gray">
            <a:xfrm>
              <a:off x="9232054" y="3511923"/>
              <a:ext cx="868298" cy="364584"/>
            </a:xfrm>
            <a:prstGeom prst="roundRect">
              <a:avLst>
                <a:gd name="adj" fmla="val 7077"/>
              </a:avLst>
            </a:prstGeom>
            <a:solidFill>
              <a:schemeClr val="accent5"/>
            </a:solidFill>
            <a:ln w="19050" cap="flat" cmpd="sng" algn="ctr">
              <a:solidFill>
                <a:srgbClr val="10384F">
                  <a:lumMod val="75000"/>
                  <a:lumOff val="25000"/>
                </a:srgbClr>
              </a:solidFill>
              <a:prstDash val="solid"/>
              <a:miter lim="800000"/>
            </a:ln>
            <a:effectLst/>
          </p:spPr>
          <p:txBody>
            <a:bodyPr lIns="0" rIns="0" rtlCol="0" anchor="ctr"/>
            <a:lstStyle/>
            <a:p>
              <a:pPr algn="ctr" defTabSz="914218">
                <a:defRPr/>
              </a:pPr>
              <a:r>
                <a:rPr lang="de-DE" sz="1100" kern="0">
                  <a:solidFill>
                    <a:prstClr val="white"/>
                  </a:solidFill>
                  <a:latin typeface="Red Hat Text" panose="02010303040201060303" pitchFamily="2" charset="0"/>
                  <a:ea typeface="Red Hat Text" panose="02010303040201060303" pitchFamily="2" charset="0"/>
                  <a:cs typeface="Red Hat Text" panose="02010303040201060303" pitchFamily="2" charset="0"/>
                </a:rPr>
                <a:t>LP50</a:t>
              </a:r>
              <a:endParaRPr lang="en-US" kern="0">
                <a:solidFill>
                  <a:prstClr val="white"/>
                </a:solidFill>
                <a:latin typeface="Red Hat Text" panose="02010303040201060303" pitchFamily="2" charset="0"/>
                <a:ea typeface="Red Hat Text" panose="02010303040201060303" pitchFamily="2" charset="0"/>
                <a:cs typeface="Red Hat Text" panose="02010303040201060303" pitchFamily="2" charset="0"/>
              </a:endParaRPr>
            </a:p>
          </p:txBody>
        </p:sp>
        <p:sp>
          <p:nvSpPr>
            <p:cNvPr id="26" name="Rectangle: Rounded Corners 60">
              <a:extLst>
                <a:ext uri="{FF2B5EF4-FFF2-40B4-BE49-F238E27FC236}">
                  <a16:creationId xmlns:a16="http://schemas.microsoft.com/office/drawing/2014/main" id="{EE940959-1C32-F6CA-2149-ECDD77987892}"/>
                </a:ext>
              </a:extLst>
            </p:cNvPr>
            <p:cNvSpPr/>
            <p:nvPr/>
          </p:nvSpPr>
          <p:spPr bwMode="gray">
            <a:xfrm>
              <a:off x="9232054" y="2989085"/>
              <a:ext cx="868298" cy="364584"/>
            </a:xfrm>
            <a:prstGeom prst="roundRect">
              <a:avLst>
                <a:gd name="adj" fmla="val 7077"/>
              </a:avLst>
            </a:prstGeom>
            <a:solidFill>
              <a:schemeClr val="accent5"/>
            </a:solidFill>
            <a:ln w="19050" cap="flat" cmpd="sng" algn="ctr">
              <a:solidFill>
                <a:srgbClr val="10384F">
                  <a:lumMod val="75000"/>
                  <a:lumOff val="25000"/>
                </a:srgbClr>
              </a:solidFill>
              <a:prstDash val="solid"/>
              <a:miter lim="800000"/>
            </a:ln>
            <a:effectLst/>
          </p:spPr>
          <p:txBody>
            <a:bodyPr lIns="0" rIns="0" rtlCol="0" anchor="ctr"/>
            <a:lstStyle/>
            <a:p>
              <a:pPr algn="ctr" defTabSz="914218">
                <a:defRPr/>
              </a:pPr>
              <a:r>
                <a:rPr lang="de-DE" sz="1100" kern="0">
                  <a:solidFill>
                    <a:prstClr val="white"/>
                  </a:solidFill>
                  <a:latin typeface="Red Hat Text" panose="02010303040201060303" pitchFamily="2" charset="0"/>
                  <a:ea typeface="Red Hat Text" panose="02010303040201060303" pitchFamily="2" charset="0"/>
                  <a:cs typeface="Red Hat Text" panose="02010303040201060303" pitchFamily="2" charset="0"/>
                </a:rPr>
                <a:t>Population</a:t>
              </a:r>
              <a:endParaRPr lang="en-US" kern="0">
                <a:solidFill>
                  <a:prstClr val="white"/>
                </a:solidFill>
                <a:latin typeface="Red Hat Text" panose="02010303040201060303" pitchFamily="2" charset="0"/>
                <a:ea typeface="Red Hat Text" panose="02010303040201060303" pitchFamily="2" charset="0"/>
                <a:cs typeface="Red Hat Text" panose="02010303040201060303" pitchFamily="2" charset="0"/>
              </a:endParaRPr>
            </a:p>
          </p:txBody>
        </p:sp>
        <p:sp>
          <p:nvSpPr>
            <p:cNvPr id="27" name="Rectangle: Rounded Corners 61">
              <a:extLst>
                <a:ext uri="{FF2B5EF4-FFF2-40B4-BE49-F238E27FC236}">
                  <a16:creationId xmlns:a16="http://schemas.microsoft.com/office/drawing/2014/main" id="{E57D0F63-F813-9F25-95C8-214CC2928324}"/>
                </a:ext>
              </a:extLst>
            </p:cNvPr>
            <p:cNvSpPr/>
            <p:nvPr/>
          </p:nvSpPr>
          <p:spPr bwMode="gray">
            <a:xfrm>
              <a:off x="9232054" y="4029536"/>
              <a:ext cx="868298" cy="364584"/>
            </a:xfrm>
            <a:prstGeom prst="roundRect">
              <a:avLst>
                <a:gd name="adj" fmla="val 7077"/>
              </a:avLst>
            </a:prstGeom>
            <a:solidFill>
              <a:schemeClr val="accent5"/>
            </a:solidFill>
            <a:ln w="19050" cap="flat" cmpd="sng" algn="ctr">
              <a:solidFill>
                <a:srgbClr val="10384F">
                  <a:lumMod val="75000"/>
                  <a:lumOff val="25000"/>
                </a:srgbClr>
              </a:solidFill>
              <a:prstDash val="solid"/>
              <a:miter lim="800000"/>
            </a:ln>
            <a:effectLst/>
          </p:spPr>
          <p:txBody>
            <a:bodyPr lIns="0" rIns="0" rtlCol="0" anchor="ctr"/>
            <a:lstStyle/>
            <a:p>
              <a:pPr algn="ctr" defTabSz="914218">
                <a:defRPr/>
              </a:pPr>
              <a:r>
                <a:rPr lang="de-DE" sz="1100" kern="0">
                  <a:solidFill>
                    <a:prstClr val="white"/>
                  </a:solidFill>
                  <a:latin typeface="Red Hat Text" panose="02010303040201060303" pitchFamily="2" charset="0"/>
                  <a:ea typeface="Red Hat Text" panose="02010303040201060303" pitchFamily="2" charset="0"/>
                  <a:cs typeface="Red Hat Text" panose="02010303040201060303" pitchFamily="2" charset="0"/>
                </a:rPr>
                <a:t>Exposure</a:t>
              </a:r>
              <a:endParaRPr lang="en-US" kern="0">
                <a:solidFill>
                  <a:prstClr val="white"/>
                </a:solidFill>
                <a:latin typeface="Red Hat Text" panose="02010303040201060303" pitchFamily="2" charset="0"/>
                <a:ea typeface="Red Hat Text" panose="02010303040201060303" pitchFamily="2" charset="0"/>
                <a:cs typeface="Red Hat Text" panose="02010303040201060303" pitchFamily="2" charset="0"/>
              </a:endParaRPr>
            </a:p>
          </p:txBody>
        </p:sp>
      </p:grpSp>
      <p:sp>
        <p:nvSpPr>
          <p:cNvPr id="20" name="Rectangle: Rounded Corners 54">
            <a:extLst>
              <a:ext uri="{FF2B5EF4-FFF2-40B4-BE49-F238E27FC236}">
                <a16:creationId xmlns:a16="http://schemas.microsoft.com/office/drawing/2014/main" id="{15E29AB8-5DA6-8CD9-B958-4FF2B7FE64DF}"/>
              </a:ext>
            </a:extLst>
          </p:cNvPr>
          <p:cNvSpPr/>
          <p:nvPr/>
        </p:nvSpPr>
        <p:spPr bwMode="gray">
          <a:xfrm>
            <a:off x="7440778" y="2932851"/>
            <a:ext cx="1322048" cy="2200858"/>
          </a:xfrm>
          <a:custGeom>
            <a:avLst/>
            <a:gdLst>
              <a:gd name="csX0" fmla="*/ 0 w 1322048"/>
              <a:gd name="csY0" fmla="*/ 43403 h 2200858"/>
              <a:gd name="csX1" fmla="*/ 43403 w 1322048"/>
              <a:gd name="csY1" fmla="*/ 0 h 2200858"/>
              <a:gd name="csX2" fmla="*/ 685729 w 1322048"/>
              <a:gd name="csY2" fmla="*/ 0 h 2200858"/>
              <a:gd name="csX3" fmla="*/ 1278645 w 1322048"/>
              <a:gd name="csY3" fmla="*/ 0 h 2200858"/>
              <a:gd name="csX4" fmla="*/ 1322048 w 1322048"/>
              <a:gd name="csY4" fmla="*/ 43403 h 2200858"/>
              <a:gd name="csX5" fmla="*/ 1322048 w 1322048"/>
              <a:gd name="csY5" fmla="*/ 529635 h 2200858"/>
              <a:gd name="csX6" fmla="*/ 1322048 w 1322048"/>
              <a:gd name="csY6" fmla="*/ 1079288 h 2200858"/>
              <a:gd name="csX7" fmla="*/ 1322048 w 1322048"/>
              <a:gd name="csY7" fmla="*/ 1607801 h 2200858"/>
              <a:gd name="csX8" fmla="*/ 1322048 w 1322048"/>
              <a:gd name="csY8" fmla="*/ 2157455 h 2200858"/>
              <a:gd name="csX9" fmla="*/ 1278645 w 1322048"/>
              <a:gd name="csY9" fmla="*/ 2200858 h 2200858"/>
              <a:gd name="csX10" fmla="*/ 636319 w 1322048"/>
              <a:gd name="csY10" fmla="*/ 2200858 h 2200858"/>
              <a:gd name="csX11" fmla="*/ 43403 w 1322048"/>
              <a:gd name="csY11" fmla="*/ 2200858 h 2200858"/>
              <a:gd name="csX12" fmla="*/ 0 w 1322048"/>
              <a:gd name="csY12" fmla="*/ 2157455 h 2200858"/>
              <a:gd name="csX13" fmla="*/ 0 w 1322048"/>
              <a:gd name="csY13" fmla="*/ 1628942 h 2200858"/>
              <a:gd name="csX14" fmla="*/ 0 w 1322048"/>
              <a:gd name="csY14" fmla="*/ 1079288 h 2200858"/>
              <a:gd name="csX15" fmla="*/ 0 w 1322048"/>
              <a:gd name="csY15" fmla="*/ 508494 h 2200858"/>
              <a:gd name="csX16" fmla="*/ 0 w 1322048"/>
              <a:gd name="csY16" fmla="*/ 43403 h 220085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1322048" h="2200858" extrusionOk="0">
                <a:moveTo>
                  <a:pt x="0" y="43403"/>
                </a:moveTo>
                <a:cubicBezTo>
                  <a:pt x="3375" y="18185"/>
                  <a:pt x="22586" y="256"/>
                  <a:pt x="43403" y="0"/>
                </a:cubicBezTo>
                <a:cubicBezTo>
                  <a:pt x="349024" y="10524"/>
                  <a:pt x="490761" y="11118"/>
                  <a:pt x="685729" y="0"/>
                </a:cubicBezTo>
                <a:cubicBezTo>
                  <a:pt x="880697" y="-11118"/>
                  <a:pt x="991613" y="10795"/>
                  <a:pt x="1278645" y="0"/>
                </a:cubicBezTo>
                <a:cubicBezTo>
                  <a:pt x="1299236" y="-3247"/>
                  <a:pt x="1321604" y="15866"/>
                  <a:pt x="1322048" y="43403"/>
                </a:cubicBezTo>
                <a:cubicBezTo>
                  <a:pt x="1304149" y="194520"/>
                  <a:pt x="1314034" y="358963"/>
                  <a:pt x="1322048" y="529635"/>
                </a:cubicBezTo>
                <a:cubicBezTo>
                  <a:pt x="1330062" y="700307"/>
                  <a:pt x="1300873" y="938641"/>
                  <a:pt x="1322048" y="1079288"/>
                </a:cubicBezTo>
                <a:cubicBezTo>
                  <a:pt x="1343223" y="1219935"/>
                  <a:pt x="1331357" y="1442337"/>
                  <a:pt x="1322048" y="1607801"/>
                </a:cubicBezTo>
                <a:cubicBezTo>
                  <a:pt x="1312739" y="1773265"/>
                  <a:pt x="1302284" y="1991092"/>
                  <a:pt x="1322048" y="2157455"/>
                </a:cubicBezTo>
                <a:cubicBezTo>
                  <a:pt x="1317599" y="2183129"/>
                  <a:pt x="1301919" y="2203072"/>
                  <a:pt x="1278645" y="2200858"/>
                </a:cubicBezTo>
                <a:cubicBezTo>
                  <a:pt x="992253" y="2169674"/>
                  <a:pt x="890369" y="2200588"/>
                  <a:pt x="636319" y="2200858"/>
                </a:cubicBezTo>
                <a:cubicBezTo>
                  <a:pt x="382269" y="2201128"/>
                  <a:pt x="219321" y="2200576"/>
                  <a:pt x="43403" y="2200858"/>
                </a:cubicBezTo>
                <a:cubicBezTo>
                  <a:pt x="17141" y="2202665"/>
                  <a:pt x="4074" y="2178564"/>
                  <a:pt x="0" y="2157455"/>
                </a:cubicBezTo>
                <a:cubicBezTo>
                  <a:pt x="-3697" y="2015141"/>
                  <a:pt x="-3904" y="1863665"/>
                  <a:pt x="0" y="1628942"/>
                </a:cubicBezTo>
                <a:cubicBezTo>
                  <a:pt x="3904" y="1394219"/>
                  <a:pt x="16990" y="1229944"/>
                  <a:pt x="0" y="1079288"/>
                </a:cubicBezTo>
                <a:cubicBezTo>
                  <a:pt x="-16990" y="928632"/>
                  <a:pt x="28056" y="772008"/>
                  <a:pt x="0" y="508494"/>
                </a:cubicBezTo>
                <a:cubicBezTo>
                  <a:pt x="-28056" y="244980"/>
                  <a:pt x="-16481" y="168592"/>
                  <a:pt x="0" y="43403"/>
                </a:cubicBezTo>
                <a:close/>
              </a:path>
            </a:pathLst>
          </a:custGeom>
          <a:noFill/>
          <a:ln w="6350" cap="flat" cmpd="sng" algn="ctr">
            <a:solidFill>
              <a:srgbClr val="10384F">
                <a:lumMod val="75000"/>
                <a:lumOff val="25000"/>
              </a:srgbClr>
            </a:solidFill>
            <a:prstDash val="lgDash"/>
            <a:miter lim="800000"/>
            <a:extLst>
              <a:ext uri="{C807C97D-BFC1-408E-A445-0C87EB9F89A2}">
                <ask:lineSketchStyleProps xmlns:ask="http://schemas.microsoft.com/office/drawing/2018/sketchyshapes" sd="2349127531">
                  <a:prstGeom prst="roundRect">
                    <a:avLst>
                      <a:gd name="adj" fmla="val 3283"/>
                    </a:avLst>
                  </a:prstGeom>
                  <ask:type>
                    <ask:lineSketchFreehand/>
                  </ask:type>
                </ask:lineSketchStyleProps>
              </a:ext>
            </a:extLst>
          </a:ln>
          <a:effectLst/>
        </p:spPr>
        <p:txBody>
          <a:bodyPr lIns="0" rIns="0" rtlCol="0" anchor="t" anchorCtr="0"/>
          <a:lstStyle/>
          <a:p>
            <a:pPr algn="ctr" defTabSz="914218">
              <a:defRPr/>
            </a:pPr>
            <a:r>
              <a:rPr lang="de-DE" sz="1100" kern="0">
                <a:solidFill>
                  <a:srgbClr val="000000">
                    <a:lumMod val="50000"/>
                    <a:lumOff val="50000"/>
                  </a:srgbClr>
                </a:solidFill>
                <a:latin typeface="Red Hat Text" panose="02010303040201060303" pitchFamily="2" charset="0"/>
                <a:ea typeface="Red Hat Text" panose="02010303040201060303" pitchFamily="2" charset="0"/>
                <a:cs typeface="Red Hat Text" panose="02010303040201060303" pitchFamily="2" charset="0"/>
              </a:rPr>
              <a:t>Effect</a:t>
            </a:r>
            <a:endParaRPr lang="en-US" kern="0">
              <a:solidFill>
                <a:srgbClr val="000000">
                  <a:lumMod val="50000"/>
                  <a:lumOff val="50000"/>
                </a:srgbClr>
              </a:solidFill>
              <a:latin typeface="Red Hat Text" panose="02010303040201060303" pitchFamily="2" charset="0"/>
              <a:ea typeface="Red Hat Text" panose="02010303040201060303" pitchFamily="2" charset="0"/>
              <a:cs typeface="Red Hat Text" panose="02010303040201060303" pitchFamily="2" charset="0"/>
            </a:endParaRPr>
          </a:p>
        </p:txBody>
      </p:sp>
      <p:sp>
        <p:nvSpPr>
          <p:cNvPr id="23" name="Rectangle: Rounded Corners 57">
            <a:extLst>
              <a:ext uri="{FF2B5EF4-FFF2-40B4-BE49-F238E27FC236}">
                <a16:creationId xmlns:a16="http://schemas.microsoft.com/office/drawing/2014/main" id="{55EC7FC6-7053-6134-5CD5-C21F74E30811}"/>
              </a:ext>
            </a:extLst>
          </p:cNvPr>
          <p:cNvSpPr/>
          <p:nvPr/>
        </p:nvSpPr>
        <p:spPr bwMode="gray">
          <a:xfrm>
            <a:off x="7667653" y="4216530"/>
            <a:ext cx="868298" cy="364584"/>
          </a:xfrm>
          <a:prstGeom prst="roundRect">
            <a:avLst>
              <a:gd name="adj" fmla="val 7077"/>
            </a:avLst>
          </a:prstGeom>
          <a:solidFill>
            <a:srgbClr val="443247">
              <a:lumMod val="60000"/>
              <a:lumOff val="40000"/>
            </a:srgbClr>
          </a:solidFill>
          <a:ln w="19050" cap="flat" cmpd="sng" algn="ctr">
            <a:solidFill>
              <a:srgbClr val="10384F">
                <a:lumMod val="75000"/>
                <a:lumOff val="25000"/>
              </a:srgbClr>
            </a:solidFill>
            <a:prstDash val="solid"/>
            <a:miter lim="800000"/>
          </a:ln>
          <a:effectLst/>
        </p:spPr>
        <p:txBody>
          <a:bodyPr lIns="0" rIns="0" rtlCol="0" anchor="ctr"/>
          <a:lstStyle/>
          <a:p>
            <a:pPr algn="ctr" defTabSz="914218">
              <a:defRPr/>
            </a:pPr>
            <a:r>
              <a:rPr lang="de-DE" sz="1100" kern="0">
                <a:solidFill>
                  <a:prstClr val="white"/>
                </a:solidFill>
                <a:latin typeface="Red Hat Text" panose="02010303040201060303" pitchFamily="2" charset="0"/>
                <a:ea typeface="Red Hat Text" panose="02010303040201060303" pitchFamily="2" charset="0"/>
                <a:cs typeface="Red Hat Text" panose="02010303040201060303" pitchFamily="2" charset="0"/>
              </a:rPr>
              <a:t>GUTS</a:t>
            </a:r>
            <a:endParaRPr lang="en-US" kern="0">
              <a:solidFill>
                <a:prstClr val="white"/>
              </a:solidFill>
              <a:latin typeface="Red Hat Text" panose="02010303040201060303" pitchFamily="2" charset="0"/>
              <a:ea typeface="Red Hat Text" panose="02010303040201060303" pitchFamily="2" charset="0"/>
              <a:cs typeface="Red Hat Text" panose="02010303040201060303" pitchFamily="2" charset="0"/>
            </a:endParaRPr>
          </a:p>
        </p:txBody>
      </p:sp>
      <p:sp>
        <p:nvSpPr>
          <p:cNvPr id="24" name="Rectangle: Rounded Corners 58">
            <a:extLst>
              <a:ext uri="{FF2B5EF4-FFF2-40B4-BE49-F238E27FC236}">
                <a16:creationId xmlns:a16="http://schemas.microsoft.com/office/drawing/2014/main" id="{B64A28AA-AC05-7B9C-4CF6-44E0A28DB506}"/>
              </a:ext>
            </a:extLst>
          </p:cNvPr>
          <p:cNvSpPr/>
          <p:nvPr/>
        </p:nvSpPr>
        <p:spPr bwMode="gray">
          <a:xfrm>
            <a:off x="7667653" y="3779550"/>
            <a:ext cx="868298" cy="364584"/>
          </a:xfrm>
          <a:prstGeom prst="roundRect">
            <a:avLst>
              <a:gd name="adj" fmla="val 7077"/>
            </a:avLst>
          </a:prstGeom>
          <a:solidFill>
            <a:srgbClr val="443247">
              <a:lumMod val="60000"/>
              <a:lumOff val="40000"/>
            </a:srgbClr>
          </a:solidFill>
          <a:ln w="19050" cap="flat" cmpd="sng" algn="ctr">
            <a:solidFill>
              <a:srgbClr val="10384F">
                <a:lumMod val="75000"/>
                <a:lumOff val="25000"/>
              </a:srgbClr>
            </a:solidFill>
            <a:prstDash val="solid"/>
            <a:miter lim="800000"/>
          </a:ln>
          <a:effectLst/>
        </p:spPr>
        <p:txBody>
          <a:bodyPr lIns="0" rIns="0" rtlCol="0" anchor="ctr"/>
          <a:lstStyle/>
          <a:p>
            <a:pPr algn="ctr" defTabSz="914218">
              <a:defRPr/>
            </a:pPr>
            <a:r>
              <a:rPr lang="de-DE" sz="1100" kern="0">
                <a:solidFill>
                  <a:prstClr val="white"/>
                </a:solidFill>
                <a:latin typeface="Red Hat Text" panose="02010303040201060303" pitchFamily="2" charset="0"/>
                <a:ea typeface="Red Hat Text" panose="02010303040201060303" pitchFamily="2" charset="0"/>
                <a:cs typeface="Red Hat Text" panose="02010303040201060303" pitchFamily="2" charset="0"/>
              </a:rPr>
              <a:t>MASTEP</a:t>
            </a:r>
            <a:endParaRPr lang="en-US" kern="0">
              <a:solidFill>
                <a:prstClr val="white"/>
              </a:solidFill>
              <a:latin typeface="Red Hat Text" panose="02010303040201060303" pitchFamily="2" charset="0"/>
              <a:ea typeface="Red Hat Text" panose="02010303040201060303" pitchFamily="2" charset="0"/>
              <a:cs typeface="Red Hat Text" panose="02010303040201060303" pitchFamily="2" charset="0"/>
            </a:endParaRPr>
          </a:p>
        </p:txBody>
      </p:sp>
      <p:sp>
        <p:nvSpPr>
          <p:cNvPr id="28" name="Rectangle: Rounded Corners 62">
            <a:extLst>
              <a:ext uri="{FF2B5EF4-FFF2-40B4-BE49-F238E27FC236}">
                <a16:creationId xmlns:a16="http://schemas.microsoft.com/office/drawing/2014/main" id="{4CD1751A-AD68-ED30-22A8-07CF4CDDB82B}"/>
              </a:ext>
            </a:extLst>
          </p:cNvPr>
          <p:cNvSpPr/>
          <p:nvPr/>
        </p:nvSpPr>
        <p:spPr bwMode="gray">
          <a:xfrm>
            <a:off x="7667653" y="3340253"/>
            <a:ext cx="868298" cy="364584"/>
          </a:xfrm>
          <a:prstGeom prst="roundRect">
            <a:avLst>
              <a:gd name="adj" fmla="val 7077"/>
            </a:avLst>
          </a:prstGeom>
          <a:solidFill>
            <a:srgbClr val="443247">
              <a:lumMod val="60000"/>
              <a:lumOff val="40000"/>
            </a:srgbClr>
          </a:solidFill>
          <a:ln w="19050" cap="flat" cmpd="sng" algn="ctr">
            <a:solidFill>
              <a:srgbClr val="10384F">
                <a:lumMod val="75000"/>
                <a:lumOff val="25000"/>
              </a:srgbClr>
            </a:solidFill>
            <a:prstDash val="solid"/>
            <a:miter lim="800000"/>
          </a:ln>
          <a:effectLst/>
        </p:spPr>
        <p:txBody>
          <a:bodyPr lIns="0" rIns="0" rtlCol="0" anchor="ctr"/>
          <a:lstStyle/>
          <a:p>
            <a:pPr algn="ctr" defTabSz="914218">
              <a:defRPr/>
            </a:pPr>
            <a:r>
              <a:rPr lang="de-DE" sz="1100" kern="0">
                <a:solidFill>
                  <a:prstClr val="white"/>
                </a:solidFill>
                <a:latin typeface="Red Hat Text" panose="02010303040201060303" pitchFamily="2" charset="0"/>
                <a:ea typeface="Red Hat Text" panose="02010303040201060303" pitchFamily="2" charset="0"/>
                <a:cs typeface="Red Hat Text" panose="02010303040201060303" pitchFamily="2" charset="0"/>
              </a:rPr>
              <a:t>StreamCom</a:t>
            </a:r>
            <a:endParaRPr lang="en-US" kern="0">
              <a:solidFill>
                <a:prstClr val="white"/>
              </a:solidFill>
              <a:latin typeface="Red Hat Text" panose="02010303040201060303" pitchFamily="2" charset="0"/>
              <a:ea typeface="Red Hat Text" panose="02010303040201060303" pitchFamily="2" charset="0"/>
              <a:cs typeface="Red Hat Text" panose="02010303040201060303" pitchFamily="2" charset="0"/>
            </a:endParaRPr>
          </a:p>
        </p:txBody>
      </p:sp>
      <p:grpSp>
        <p:nvGrpSpPr>
          <p:cNvPr id="38" name="Gruppieren 37">
            <a:extLst>
              <a:ext uri="{FF2B5EF4-FFF2-40B4-BE49-F238E27FC236}">
                <a16:creationId xmlns:a16="http://schemas.microsoft.com/office/drawing/2014/main" id="{4DAB7E20-BA98-FF00-B80F-D876D82C266C}"/>
              </a:ext>
            </a:extLst>
          </p:cNvPr>
          <p:cNvGrpSpPr/>
          <p:nvPr/>
        </p:nvGrpSpPr>
        <p:grpSpPr>
          <a:xfrm>
            <a:off x="4968592" y="2932851"/>
            <a:ext cx="2235284" cy="2200858"/>
            <a:chOff x="4968592" y="2457072"/>
            <a:chExt cx="2235284" cy="2200858"/>
          </a:xfrm>
        </p:grpSpPr>
        <p:sp>
          <p:nvSpPr>
            <p:cNvPr id="11" name="Rectangle: Rounded Corners 44">
              <a:extLst>
                <a:ext uri="{FF2B5EF4-FFF2-40B4-BE49-F238E27FC236}">
                  <a16:creationId xmlns:a16="http://schemas.microsoft.com/office/drawing/2014/main" id="{33187D29-2AF8-3B02-B25E-444DA2663A87}"/>
                </a:ext>
              </a:extLst>
            </p:cNvPr>
            <p:cNvSpPr/>
            <p:nvPr/>
          </p:nvSpPr>
          <p:spPr bwMode="gray">
            <a:xfrm>
              <a:off x="5120030" y="2989085"/>
              <a:ext cx="868298" cy="364584"/>
            </a:xfrm>
            <a:prstGeom prst="roundRect">
              <a:avLst>
                <a:gd name="adj" fmla="val 7077"/>
              </a:avLst>
            </a:prstGeom>
            <a:solidFill>
              <a:srgbClr val="D1A3C8"/>
            </a:solidFill>
            <a:ln w="19050" cap="flat" cmpd="sng" algn="ctr">
              <a:solidFill>
                <a:srgbClr val="10384F">
                  <a:lumMod val="75000"/>
                  <a:lumOff val="25000"/>
                </a:srgbClr>
              </a:solidFill>
              <a:prstDash val="solid"/>
              <a:miter lim="800000"/>
            </a:ln>
            <a:effectLst/>
          </p:spPr>
          <p:txBody>
            <a:bodyPr lIns="0" rIns="0" rtlCol="0" anchor="ctr"/>
            <a:lstStyle/>
            <a:p>
              <a:pPr algn="ctr" defTabSz="914218">
                <a:defRPr/>
              </a:pPr>
              <a:r>
                <a:rPr lang="de-DE" sz="1100" kern="0">
                  <a:solidFill>
                    <a:prstClr val="white"/>
                  </a:solidFill>
                  <a:latin typeface="Red Hat Text" panose="02010303040201060303" pitchFamily="2" charset="0"/>
                  <a:ea typeface="Red Hat Text" panose="02010303040201060303" pitchFamily="2" charset="0"/>
                  <a:cs typeface="Red Hat Text" panose="02010303040201060303" pitchFamily="2" charset="0"/>
                </a:rPr>
                <a:t>xDrift</a:t>
              </a:r>
              <a:endParaRPr lang="en-US" kern="0">
                <a:solidFill>
                  <a:prstClr val="white"/>
                </a:solidFill>
                <a:latin typeface="Red Hat Text" panose="02010303040201060303" pitchFamily="2" charset="0"/>
                <a:ea typeface="Red Hat Text" panose="02010303040201060303" pitchFamily="2" charset="0"/>
                <a:cs typeface="Red Hat Text" panose="02010303040201060303" pitchFamily="2" charset="0"/>
              </a:endParaRPr>
            </a:p>
          </p:txBody>
        </p:sp>
        <p:sp>
          <p:nvSpPr>
            <p:cNvPr id="13" name="Rectangle: Rounded Corners 47">
              <a:extLst>
                <a:ext uri="{FF2B5EF4-FFF2-40B4-BE49-F238E27FC236}">
                  <a16:creationId xmlns:a16="http://schemas.microsoft.com/office/drawing/2014/main" id="{77A7D1FE-D726-6101-B477-25B0BE80042E}"/>
                </a:ext>
              </a:extLst>
            </p:cNvPr>
            <p:cNvSpPr/>
            <p:nvPr/>
          </p:nvSpPr>
          <p:spPr bwMode="gray">
            <a:xfrm>
              <a:off x="5120030" y="3511923"/>
              <a:ext cx="868298" cy="364584"/>
            </a:xfrm>
            <a:prstGeom prst="roundRect">
              <a:avLst>
                <a:gd name="adj" fmla="val 7077"/>
              </a:avLst>
            </a:prstGeom>
            <a:solidFill>
              <a:schemeClr val="bg1">
                <a:lumMod val="65000"/>
              </a:schemeClr>
            </a:solidFill>
            <a:ln w="19050" cap="flat" cmpd="sng" algn="ctr">
              <a:solidFill>
                <a:srgbClr val="10384F">
                  <a:lumMod val="75000"/>
                  <a:lumOff val="25000"/>
                </a:srgbClr>
              </a:solidFill>
              <a:prstDash val="solid"/>
              <a:miter lim="800000"/>
            </a:ln>
            <a:effectLst/>
          </p:spPr>
          <p:txBody>
            <a:bodyPr lIns="0" rIns="0" rtlCol="0" anchor="ctr"/>
            <a:lstStyle/>
            <a:p>
              <a:pPr algn="ctr" defTabSz="914218">
                <a:defRPr/>
              </a:pPr>
              <a:r>
                <a:rPr lang="de-DE" sz="1100" kern="0">
                  <a:solidFill>
                    <a:prstClr val="white"/>
                  </a:solidFill>
                  <a:latin typeface="Red Hat Text" panose="02010303040201060303" pitchFamily="2" charset="0"/>
                  <a:ea typeface="Red Hat Text" panose="02010303040201060303" pitchFamily="2" charset="0"/>
                  <a:cs typeface="Red Hat Text" panose="02010303040201060303" pitchFamily="2" charset="0"/>
                </a:rPr>
                <a:t>xRunoff</a:t>
              </a:r>
              <a:endParaRPr lang="en-US" kern="0">
                <a:solidFill>
                  <a:prstClr val="white"/>
                </a:solidFill>
                <a:latin typeface="Red Hat Text" panose="02010303040201060303" pitchFamily="2" charset="0"/>
                <a:ea typeface="Red Hat Text" panose="02010303040201060303" pitchFamily="2" charset="0"/>
                <a:cs typeface="Red Hat Text" panose="02010303040201060303" pitchFamily="2" charset="0"/>
              </a:endParaRPr>
            </a:p>
          </p:txBody>
        </p:sp>
        <p:sp>
          <p:nvSpPr>
            <p:cNvPr id="14" name="Rectangle: Rounded Corners 48">
              <a:extLst>
                <a:ext uri="{FF2B5EF4-FFF2-40B4-BE49-F238E27FC236}">
                  <a16:creationId xmlns:a16="http://schemas.microsoft.com/office/drawing/2014/main" id="{9F778070-F84D-FFBA-FE11-5FEB07034C4F}"/>
                </a:ext>
              </a:extLst>
            </p:cNvPr>
            <p:cNvSpPr/>
            <p:nvPr/>
          </p:nvSpPr>
          <p:spPr bwMode="gray">
            <a:xfrm>
              <a:off x="5120030" y="4034761"/>
              <a:ext cx="868298" cy="364584"/>
            </a:xfrm>
            <a:prstGeom prst="roundRect">
              <a:avLst>
                <a:gd name="adj" fmla="val 7077"/>
              </a:avLst>
            </a:prstGeom>
            <a:solidFill>
              <a:srgbClr val="D1A3C8"/>
            </a:solidFill>
            <a:ln w="19050" cap="flat" cmpd="sng" algn="ctr">
              <a:solidFill>
                <a:srgbClr val="10384F">
                  <a:lumMod val="75000"/>
                  <a:lumOff val="25000"/>
                </a:srgbClr>
              </a:solidFill>
              <a:prstDash val="solid"/>
              <a:miter lim="800000"/>
            </a:ln>
            <a:effectLst/>
          </p:spPr>
          <p:txBody>
            <a:bodyPr lIns="0" rIns="0" rtlCol="0" anchor="ctr"/>
            <a:lstStyle/>
            <a:p>
              <a:pPr algn="ctr" defTabSz="914218">
                <a:defRPr/>
              </a:pPr>
              <a:r>
                <a:rPr lang="de-DE" sz="1100" kern="0">
                  <a:solidFill>
                    <a:prstClr val="white"/>
                  </a:solidFill>
                  <a:latin typeface="Red Hat Text" panose="02010303040201060303" pitchFamily="2" charset="0"/>
                  <a:ea typeface="Red Hat Text" panose="02010303040201060303" pitchFamily="2" charset="0"/>
                  <a:cs typeface="Red Hat Text" panose="02010303040201060303" pitchFamily="2" charset="0"/>
                </a:rPr>
                <a:t>xDrainage</a:t>
              </a:r>
              <a:endParaRPr lang="en-US" sz="1100" kern="0">
                <a:solidFill>
                  <a:prstClr val="white"/>
                </a:solidFill>
                <a:latin typeface="Red Hat Text" panose="02010303040201060303" pitchFamily="2" charset="0"/>
                <a:ea typeface="Red Hat Text" panose="02010303040201060303" pitchFamily="2" charset="0"/>
                <a:cs typeface="Red Hat Text" panose="02010303040201060303" pitchFamily="2" charset="0"/>
              </a:endParaRPr>
            </a:p>
          </p:txBody>
        </p:sp>
        <p:sp>
          <p:nvSpPr>
            <p:cNvPr id="19" name="Rectangle: Rounded Corners 53">
              <a:extLst>
                <a:ext uri="{FF2B5EF4-FFF2-40B4-BE49-F238E27FC236}">
                  <a16:creationId xmlns:a16="http://schemas.microsoft.com/office/drawing/2014/main" id="{6EF35899-9242-3BE6-215C-505CD8461626}"/>
                </a:ext>
              </a:extLst>
            </p:cNvPr>
            <p:cNvSpPr/>
            <p:nvPr/>
          </p:nvSpPr>
          <p:spPr bwMode="gray">
            <a:xfrm>
              <a:off x="4968592" y="2457072"/>
              <a:ext cx="2235284" cy="2200858"/>
            </a:xfrm>
            <a:custGeom>
              <a:avLst/>
              <a:gdLst>
                <a:gd name="csX0" fmla="*/ 0 w 2235284"/>
                <a:gd name="csY0" fmla="*/ 72254 h 2200858"/>
                <a:gd name="csX1" fmla="*/ 72254 w 2235284"/>
                <a:gd name="csY1" fmla="*/ 0 h 2200858"/>
                <a:gd name="csX2" fmla="*/ 810995 w 2235284"/>
                <a:gd name="csY2" fmla="*/ 0 h 2200858"/>
                <a:gd name="csX3" fmla="*/ 1466105 w 2235284"/>
                <a:gd name="csY3" fmla="*/ 0 h 2200858"/>
                <a:gd name="csX4" fmla="*/ 2163030 w 2235284"/>
                <a:gd name="csY4" fmla="*/ 0 h 2200858"/>
                <a:gd name="csX5" fmla="*/ 2235284 w 2235284"/>
                <a:gd name="csY5" fmla="*/ 72254 h 2200858"/>
                <a:gd name="csX6" fmla="*/ 2235284 w 2235284"/>
                <a:gd name="csY6" fmla="*/ 737140 h 2200858"/>
                <a:gd name="csX7" fmla="*/ 2235284 w 2235284"/>
                <a:gd name="csY7" fmla="*/ 1422591 h 2200858"/>
                <a:gd name="csX8" fmla="*/ 2235284 w 2235284"/>
                <a:gd name="csY8" fmla="*/ 2128604 h 2200858"/>
                <a:gd name="csX9" fmla="*/ 2163030 w 2235284"/>
                <a:gd name="csY9" fmla="*/ 2200858 h 2200858"/>
                <a:gd name="csX10" fmla="*/ 1424289 w 2235284"/>
                <a:gd name="csY10" fmla="*/ 2200858 h 2200858"/>
                <a:gd name="csX11" fmla="*/ 685548 w 2235284"/>
                <a:gd name="csY11" fmla="*/ 2200858 h 2200858"/>
                <a:gd name="csX12" fmla="*/ 72254 w 2235284"/>
                <a:gd name="csY12" fmla="*/ 2200858 h 2200858"/>
                <a:gd name="csX13" fmla="*/ 0 w 2235284"/>
                <a:gd name="csY13" fmla="*/ 2128604 h 2200858"/>
                <a:gd name="csX14" fmla="*/ 0 w 2235284"/>
                <a:gd name="csY14" fmla="*/ 1443154 h 2200858"/>
                <a:gd name="csX15" fmla="*/ 0 w 2235284"/>
                <a:gd name="csY15" fmla="*/ 716577 h 2200858"/>
                <a:gd name="csX16" fmla="*/ 0 w 2235284"/>
                <a:gd name="csY16" fmla="*/ 72254 h 220085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2235284" h="2200858" extrusionOk="0">
                  <a:moveTo>
                    <a:pt x="0" y="72254"/>
                  </a:moveTo>
                  <a:cubicBezTo>
                    <a:pt x="8109" y="29353"/>
                    <a:pt x="35216" y="233"/>
                    <a:pt x="72254" y="0"/>
                  </a:cubicBezTo>
                  <a:cubicBezTo>
                    <a:pt x="248404" y="17729"/>
                    <a:pt x="609941" y="36556"/>
                    <a:pt x="810995" y="0"/>
                  </a:cubicBezTo>
                  <a:cubicBezTo>
                    <a:pt x="1012049" y="-36556"/>
                    <a:pt x="1161471" y="23356"/>
                    <a:pt x="1466105" y="0"/>
                  </a:cubicBezTo>
                  <a:cubicBezTo>
                    <a:pt x="1770739" y="-23356"/>
                    <a:pt x="1904776" y="1748"/>
                    <a:pt x="2163030" y="0"/>
                  </a:cubicBezTo>
                  <a:cubicBezTo>
                    <a:pt x="2197296" y="-1991"/>
                    <a:pt x="2236500" y="23419"/>
                    <a:pt x="2235284" y="72254"/>
                  </a:cubicBezTo>
                  <a:cubicBezTo>
                    <a:pt x="2247931" y="225395"/>
                    <a:pt x="2252217" y="459475"/>
                    <a:pt x="2235284" y="737140"/>
                  </a:cubicBezTo>
                  <a:cubicBezTo>
                    <a:pt x="2218351" y="1014805"/>
                    <a:pt x="2237358" y="1139355"/>
                    <a:pt x="2235284" y="1422591"/>
                  </a:cubicBezTo>
                  <a:cubicBezTo>
                    <a:pt x="2233210" y="1705827"/>
                    <a:pt x="2258813" y="1927448"/>
                    <a:pt x="2235284" y="2128604"/>
                  </a:cubicBezTo>
                  <a:cubicBezTo>
                    <a:pt x="2227928" y="2171325"/>
                    <a:pt x="2200625" y="2208196"/>
                    <a:pt x="2163030" y="2200858"/>
                  </a:cubicBezTo>
                  <a:cubicBezTo>
                    <a:pt x="1990661" y="2210419"/>
                    <a:pt x="1640917" y="2176231"/>
                    <a:pt x="1424289" y="2200858"/>
                  </a:cubicBezTo>
                  <a:cubicBezTo>
                    <a:pt x="1207661" y="2225485"/>
                    <a:pt x="1054293" y="2208130"/>
                    <a:pt x="685548" y="2200858"/>
                  </a:cubicBezTo>
                  <a:cubicBezTo>
                    <a:pt x="316803" y="2193586"/>
                    <a:pt x="272215" y="2201426"/>
                    <a:pt x="72254" y="2200858"/>
                  </a:cubicBezTo>
                  <a:cubicBezTo>
                    <a:pt x="38614" y="2205711"/>
                    <a:pt x="-3728" y="2166570"/>
                    <a:pt x="0" y="2128604"/>
                  </a:cubicBezTo>
                  <a:cubicBezTo>
                    <a:pt x="32656" y="1836192"/>
                    <a:pt x="33623" y="1770364"/>
                    <a:pt x="0" y="1443154"/>
                  </a:cubicBezTo>
                  <a:cubicBezTo>
                    <a:pt x="-33623" y="1115944"/>
                    <a:pt x="-10792" y="942585"/>
                    <a:pt x="0" y="716577"/>
                  </a:cubicBezTo>
                  <a:cubicBezTo>
                    <a:pt x="10792" y="490569"/>
                    <a:pt x="-27237" y="278588"/>
                    <a:pt x="0" y="72254"/>
                  </a:cubicBezTo>
                  <a:close/>
                </a:path>
              </a:pathLst>
            </a:custGeom>
            <a:noFill/>
            <a:ln w="6350" cap="flat" cmpd="sng" algn="ctr">
              <a:solidFill>
                <a:srgbClr val="10384F">
                  <a:lumMod val="75000"/>
                  <a:lumOff val="25000"/>
                </a:srgbClr>
              </a:solidFill>
              <a:prstDash val="lgDash"/>
              <a:miter lim="800000"/>
              <a:extLst>
                <a:ext uri="{C807C97D-BFC1-408E-A445-0C87EB9F89A2}">
                  <ask:lineSketchStyleProps xmlns:ask="http://schemas.microsoft.com/office/drawing/2018/sketchyshapes" sd="2349127531">
                    <a:prstGeom prst="roundRect">
                      <a:avLst>
                        <a:gd name="adj" fmla="val 3283"/>
                      </a:avLst>
                    </a:prstGeom>
                    <ask:type>
                      <ask:lineSketchFreehand/>
                    </ask:type>
                  </ask:lineSketchStyleProps>
                </a:ext>
              </a:extLst>
            </a:ln>
            <a:effectLst/>
          </p:spPr>
          <p:txBody>
            <a:bodyPr lIns="0" rIns="0" rtlCol="0" anchor="t" anchorCtr="0"/>
            <a:lstStyle/>
            <a:p>
              <a:pPr algn="ctr" defTabSz="914218">
                <a:defRPr/>
              </a:pPr>
              <a:r>
                <a:rPr lang="de-DE" sz="1100" kern="0">
                  <a:solidFill>
                    <a:srgbClr val="000000">
                      <a:lumMod val="50000"/>
                      <a:lumOff val="50000"/>
                    </a:srgbClr>
                  </a:solidFill>
                  <a:latin typeface="Red Hat Text" panose="02010303040201060303" pitchFamily="2" charset="0"/>
                  <a:ea typeface="Red Hat Text" panose="02010303040201060303" pitchFamily="2" charset="0"/>
                  <a:cs typeface="Red Hat Text" panose="02010303040201060303" pitchFamily="2" charset="0"/>
                </a:rPr>
                <a:t>Exposure/Efate</a:t>
              </a:r>
              <a:endParaRPr lang="en-US" kern="0">
                <a:solidFill>
                  <a:srgbClr val="000000">
                    <a:lumMod val="50000"/>
                    <a:lumOff val="50000"/>
                  </a:srgbClr>
                </a:solidFill>
                <a:latin typeface="Red Hat Text" panose="02010303040201060303" pitchFamily="2" charset="0"/>
                <a:ea typeface="Red Hat Text" panose="02010303040201060303" pitchFamily="2" charset="0"/>
                <a:cs typeface="Red Hat Text" panose="02010303040201060303" pitchFamily="2" charset="0"/>
              </a:endParaRPr>
            </a:p>
          </p:txBody>
        </p:sp>
        <p:sp>
          <p:nvSpPr>
            <p:cNvPr id="22" name="Rectangle: Rounded Corners 56">
              <a:extLst>
                <a:ext uri="{FF2B5EF4-FFF2-40B4-BE49-F238E27FC236}">
                  <a16:creationId xmlns:a16="http://schemas.microsoft.com/office/drawing/2014/main" id="{142BCE34-10B4-873C-FD30-8860FCECC8CC}"/>
                </a:ext>
              </a:extLst>
            </p:cNvPr>
            <p:cNvSpPr/>
            <p:nvPr/>
          </p:nvSpPr>
          <p:spPr bwMode="gray">
            <a:xfrm>
              <a:off x="6225230" y="4034761"/>
              <a:ext cx="868298" cy="364584"/>
            </a:xfrm>
            <a:prstGeom prst="roundRect">
              <a:avLst>
                <a:gd name="adj" fmla="val 7077"/>
              </a:avLst>
            </a:prstGeom>
            <a:solidFill>
              <a:srgbClr val="D1A3C8"/>
            </a:solidFill>
            <a:ln w="19050" cap="flat" cmpd="sng" algn="ctr">
              <a:solidFill>
                <a:srgbClr val="10384F">
                  <a:lumMod val="75000"/>
                  <a:lumOff val="25000"/>
                </a:srgbClr>
              </a:solidFill>
              <a:prstDash val="solid"/>
              <a:miter lim="800000"/>
            </a:ln>
            <a:effectLst/>
          </p:spPr>
          <p:txBody>
            <a:bodyPr lIns="0" rIns="0" rtlCol="0" anchor="ctr"/>
            <a:lstStyle/>
            <a:p>
              <a:pPr algn="ctr" defTabSz="914218">
                <a:defRPr/>
              </a:pPr>
              <a:r>
                <a:rPr lang="de-DE" sz="1100" kern="0">
                  <a:solidFill>
                    <a:prstClr val="white"/>
                  </a:solidFill>
                  <a:latin typeface="Red Hat Text" panose="02010303040201060303" pitchFamily="2" charset="0"/>
                  <a:ea typeface="Red Hat Text" panose="02010303040201060303" pitchFamily="2" charset="0"/>
                  <a:cs typeface="Red Hat Text" panose="02010303040201060303" pitchFamily="2" charset="0"/>
                </a:rPr>
                <a:t>Toxswa</a:t>
              </a:r>
              <a:endParaRPr lang="en-US" kern="0">
                <a:solidFill>
                  <a:prstClr val="white"/>
                </a:solidFill>
                <a:latin typeface="Red Hat Text" panose="02010303040201060303" pitchFamily="2" charset="0"/>
                <a:ea typeface="Red Hat Text" panose="02010303040201060303" pitchFamily="2" charset="0"/>
                <a:cs typeface="Red Hat Text" panose="02010303040201060303" pitchFamily="2" charset="0"/>
              </a:endParaRPr>
            </a:p>
          </p:txBody>
        </p:sp>
        <p:sp>
          <p:nvSpPr>
            <p:cNvPr id="29" name="Rectangle: Rounded Corners 63">
              <a:extLst>
                <a:ext uri="{FF2B5EF4-FFF2-40B4-BE49-F238E27FC236}">
                  <a16:creationId xmlns:a16="http://schemas.microsoft.com/office/drawing/2014/main" id="{F7C97B77-A150-F524-E42E-C20C282417D5}"/>
                </a:ext>
              </a:extLst>
            </p:cNvPr>
            <p:cNvSpPr/>
            <p:nvPr/>
          </p:nvSpPr>
          <p:spPr bwMode="gray">
            <a:xfrm>
              <a:off x="6215203" y="3506085"/>
              <a:ext cx="868298" cy="364584"/>
            </a:xfrm>
            <a:prstGeom prst="roundRect">
              <a:avLst>
                <a:gd name="adj" fmla="val 7077"/>
              </a:avLst>
            </a:prstGeom>
            <a:solidFill>
              <a:srgbClr val="D1A3C8"/>
            </a:solidFill>
            <a:ln w="19050" cap="flat" cmpd="sng" algn="ctr">
              <a:solidFill>
                <a:srgbClr val="10384F">
                  <a:lumMod val="75000"/>
                  <a:lumOff val="25000"/>
                </a:srgbClr>
              </a:solidFill>
              <a:prstDash val="solid"/>
              <a:miter lim="800000"/>
            </a:ln>
            <a:effectLst/>
          </p:spPr>
          <p:txBody>
            <a:bodyPr lIns="0" rIns="0" rtlCol="0" anchor="ctr"/>
            <a:lstStyle/>
            <a:p>
              <a:pPr algn="ctr" defTabSz="914218">
                <a:defRPr/>
              </a:pPr>
              <a:r>
                <a:rPr lang="de-DE" sz="1100" kern="0">
                  <a:solidFill>
                    <a:prstClr val="white"/>
                  </a:solidFill>
                  <a:latin typeface="Red Hat Text" panose="02010303040201060303" pitchFamily="2" charset="0"/>
                  <a:ea typeface="Red Hat Text" panose="02010303040201060303" pitchFamily="2" charset="0"/>
                  <a:cs typeface="Red Hat Text" panose="02010303040201060303" pitchFamily="2" charset="0"/>
                </a:rPr>
                <a:t>Steps1234</a:t>
              </a:r>
              <a:endParaRPr lang="en-US" kern="0">
                <a:solidFill>
                  <a:prstClr val="white"/>
                </a:solidFill>
                <a:latin typeface="Red Hat Text" panose="02010303040201060303" pitchFamily="2" charset="0"/>
                <a:ea typeface="Red Hat Text" panose="02010303040201060303" pitchFamily="2" charset="0"/>
                <a:cs typeface="Red Hat Text" panose="02010303040201060303" pitchFamily="2" charset="0"/>
              </a:endParaRPr>
            </a:p>
          </p:txBody>
        </p:sp>
      </p:grpSp>
      <p:grpSp>
        <p:nvGrpSpPr>
          <p:cNvPr id="36" name="Gruppieren 35">
            <a:extLst>
              <a:ext uri="{FF2B5EF4-FFF2-40B4-BE49-F238E27FC236}">
                <a16:creationId xmlns:a16="http://schemas.microsoft.com/office/drawing/2014/main" id="{319431CD-A0BE-C88B-2294-17362FDF6C54}"/>
              </a:ext>
            </a:extLst>
          </p:cNvPr>
          <p:cNvGrpSpPr/>
          <p:nvPr/>
        </p:nvGrpSpPr>
        <p:grpSpPr>
          <a:xfrm>
            <a:off x="2121429" y="2932851"/>
            <a:ext cx="1104743" cy="2200858"/>
            <a:chOff x="2121429" y="2457072"/>
            <a:chExt cx="1104743" cy="2200858"/>
          </a:xfrm>
        </p:grpSpPr>
        <p:sp>
          <p:nvSpPr>
            <p:cNvPr id="12" name="Rectangle: Rounded Corners 45">
              <a:extLst>
                <a:ext uri="{FF2B5EF4-FFF2-40B4-BE49-F238E27FC236}">
                  <a16:creationId xmlns:a16="http://schemas.microsoft.com/office/drawing/2014/main" id="{ED8D1653-8F1E-7531-D75E-132C4985AB9B}"/>
                </a:ext>
              </a:extLst>
            </p:cNvPr>
            <p:cNvSpPr/>
            <p:nvPr/>
          </p:nvSpPr>
          <p:spPr bwMode="gray">
            <a:xfrm>
              <a:off x="2121429" y="2457072"/>
              <a:ext cx="1104743" cy="2200858"/>
            </a:xfrm>
            <a:custGeom>
              <a:avLst/>
              <a:gdLst>
                <a:gd name="csX0" fmla="*/ 0 w 1104743"/>
                <a:gd name="csY0" fmla="*/ 36269 h 2200858"/>
                <a:gd name="csX1" fmla="*/ 36269 w 1104743"/>
                <a:gd name="csY1" fmla="*/ 0 h 2200858"/>
                <a:gd name="csX2" fmla="*/ 573016 w 1104743"/>
                <a:gd name="csY2" fmla="*/ 0 h 2200858"/>
                <a:gd name="csX3" fmla="*/ 1068474 w 1104743"/>
                <a:gd name="csY3" fmla="*/ 0 h 2200858"/>
                <a:gd name="csX4" fmla="*/ 1104743 w 1104743"/>
                <a:gd name="csY4" fmla="*/ 36269 h 2200858"/>
                <a:gd name="csX5" fmla="*/ 1104743 w 1104743"/>
                <a:gd name="csY5" fmla="*/ 525783 h 2200858"/>
                <a:gd name="csX6" fmla="*/ 1104743 w 1104743"/>
                <a:gd name="csY6" fmla="*/ 1079146 h 2200858"/>
                <a:gd name="csX7" fmla="*/ 1104743 w 1104743"/>
                <a:gd name="csY7" fmla="*/ 1611226 h 2200858"/>
                <a:gd name="csX8" fmla="*/ 1104743 w 1104743"/>
                <a:gd name="csY8" fmla="*/ 2164589 h 2200858"/>
                <a:gd name="csX9" fmla="*/ 1068474 w 1104743"/>
                <a:gd name="csY9" fmla="*/ 2200858 h 2200858"/>
                <a:gd name="csX10" fmla="*/ 531727 w 1104743"/>
                <a:gd name="csY10" fmla="*/ 2200858 h 2200858"/>
                <a:gd name="csX11" fmla="*/ 36269 w 1104743"/>
                <a:gd name="csY11" fmla="*/ 2200858 h 2200858"/>
                <a:gd name="csX12" fmla="*/ 0 w 1104743"/>
                <a:gd name="csY12" fmla="*/ 2164589 h 2200858"/>
                <a:gd name="csX13" fmla="*/ 0 w 1104743"/>
                <a:gd name="csY13" fmla="*/ 1632509 h 2200858"/>
                <a:gd name="csX14" fmla="*/ 0 w 1104743"/>
                <a:gd name="csY14" fmla="*/ 1079146 h 2200858"/>
                <a:gd name="csX15" fmla="*/ 0 w 1104743"/>
                <a:gd name="csY15" fmla="*/ 504499 h 2200858"/>
                <a:gd name="csX16" fmla="*/ 0 w 1104743"/>
                <a:gd name="csY16" fmla="*/ 36269 h 220085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1104743" h="2200858" extrusionOk="0">
                  <a:moveTo>
                    <a:pt x="0" y="36269"/>
                  </a:moveTo>
                  <a:cubicBezTo>
                    <a:pt x="2516" y="15308"/>
                    <a:pt x="17400" y="94"/>
                    <a:pt x="36269" y="0"/>
                  </a:cubicBezTo>
                  <a:cubicBezTo>
                    <a:pt x="189787" y="5487"/>
                    <a:pt x="317304" y="114"/>
                    <a:pt x="573016" y="0"/>
                  </a:cubicBezTo>
                  <a:cubicBezTo>
                    <a:pt x="828728" y="-114"/>
                    <a:pt x="827774" y="-9793"/>
                    <a:pt x="1068474" y="0"/>
                  </a:cubicBezTo>
                  <a:cubicBezTo>
                    <a:pt x="1085965" y="-2440"/>
                    <a:pt x="1104409" y="13556"/>
                    <a:pt x="1104743" y="36269"/>
                  </a:cubicBezTo>
                  <a:cubicBezTo>
                    <a:pt x="1095662" y="167922"/>
                    <a:pt x="1084855" y="281421"/>
                    <a:pt x="1104743" y="525783"/>
                  </a:cubicBezTo>
                  <a:cubicBezTo>
                    <a:pt x="1124631" y="770145"/>
                    <a:pt x="1085395" y="872361"/>
                    <a:pt x="1104743" y="1079146"/>
                  </a:cubicBezTo>
                  <a:cubicBezTo>
                    <a:pt x="1124091" y="1285931"/>
                    <a:pt x="1116254" y="1403429"/>
                    <a:pt x="1104743" y="1611226"/>
                  </a:cubicBezTo>
                  <a:cubicBezTo>
                    <a:pt x="1093232" y="1819023"/>
                    <a:pt x="1095742" y="2026400"/>
                    <a:pt x="1104743" y="2164589"/>
                  </a:cubicBezTo>
                  <a:cubicBezTo>
                    <a:pt x="1101706" y="2185782"/>
                    <a:pt x="1087303" y="2204677"/>
                    <a:pt x="1068474" y="2200858"/>
                  </a:cubicBezTo>
                  <a:cubicBezTo>
                    <a:pt x="921500" y="2188215"/>
                    <a:pt x="667779" y="2212535"/>
                    <a:pt x="531727" y="2200858"/>
                  </a:cubicBezTo>
                  <a:cubicBezTo>
                    <a:pt x="395675" y="2189181"/>
                    <a:pt x="191866" y="2223027"/>
                    <a:pt x="36269" y="2200858"/>
                  </a:cubicBezTo>
                  <a:cubicBezTo>
                    <a:pt x="12854" y="2203527"/>
                    <a:pt x="2991" y="2182519"/>
                    <a:pt x="0" y="2164589"/>
                  </a:cubicBezTo>
                  <a:cubicBezTo>
                    <a:pt x="15979" y="2011369"/>
                    <a:pt x="14990" y="1869071"/>
                    <a:pt x="0" y="1632509"/>
                  </a:cubicBezTo>
                  <a:cubicBezTo>
                    <a:pt x="-14990" y="1395947"/>
                    <a:pt x="-2750" y="1270497"/>
                    <a:pt x="0" y="1079146"/>
                  </a:cubicBezTo>
                  <a:cubicBezTo>
                    <a:pt x="2750" y="887795"/>
                    <a:pt x="7809" y="781069"/>
                    <a:pt x="0" y="504499"/>
                  </a:cubicBezTo>
                  <a:cubicBezTo>
                    <a:pt x="-7809" y="227929"/>
                    <a:pt x="292" y="261638"/>
                    <a:pt x="0" y="36269"/>
                  </a:cubicBezTo>
                  <a:close/>
                </a:path>
              </a:pathLst>
            </a:custGeom>
            <a:noFill/>
            <a:ln w="6350" cap="flat" cmpd="sng" algn="ctr">
              <a:solidFill>
                <a:srgbClr val="10384F">
                  <a:lumMod val="75000"/>
                  <a:lumOff val="25000"/>
                </a:srgbClr>
              </a:solidFill>
              <a:prstDash val="lgDash"/>
              <a:miter lim="800000"/>
              <a:extLst>
                <a:ext uri="{C807C97D-BFC1-408E-A445-0C87EB9F89A2}">
                  <ask:lineSketchStyleProps xmlns:ask="http://schemas.microsoft.com/office/drawing/2018/sketchyshapes" sd="2349127531">
                    <a:prstGeom prst="roundRect">
                      <a:avLst>
                        <a:gd name="adj" fmla="val 3283"/>
                      </a:avLst>
                    </a:prstGeom>
                    <ask:type>
                      <ask:lineSketchFreehand/>
                    </ask:type>
                  </ask:lineSketchStyleProps>
                </a:ext>
              </a:extLst>
            </a:ln>
            <a:effectLst/>
          </p:spPr>
          <p:txBody>
            <a:bodyPr lIns="0" rIns="0" rtlCol="0" anchor="t" anchorCtr="0"/>
            <a:lstStyle/>
            <a:p>
              <a:pPr algn="ctr" defTabSz="914218">
                <a:defRPr/>
              </a:pPr>
              <a:r>
                <a:rPr lang="de-DE" sz="1100" kern="0">
                  <a:solidFill>
                    <a:srgbClr val="000000">
                      <a:lumMod val="50000"/>
                      <a:lumOff val="50000"/>
                    </a:srgbClr>
                  </a:solidFill>
                  <a:latin typeface="Red Hat Text" panose="02010303040201060303" pitchFamily="2" charset="0"/>
                  <a:ea typeface="Red Hat Text" panose="02010303040201060303" pitchFamily="2" charset="0"/>
                  <a:cs typeface="Red Hat Text" panose="02010303040201060303" pitchFamily="2" charset="0"/>
                </a:rPr>
                <a:t>Environment</a:t>
              </a:r>
              <a:endParaRPr lang="en-US" kern="0">
                <a:solidFill>
                  <a:srgbClr val="000000">
                    <a:lumMod val="50000"/>
                    <a:lumOff val="50000"/>
                  </a:srgbClr>
                </a:solidFill>
                <a:latin typeface="Red Hat Text" panose="02010303040201060303" pitchFamily="2" charset="0"/>
                <a:ea typeface="Red Hat Text" panose="02010303040201060303" pitchFamily="2" charset="0"/>
                <a:cs typeface="Red Hat Text" panose="02010303040201060303" pitchFamily="2" charset="0"/>
              </a:endParaRPr>
            </a:p>
          </p:txBody>
        </p:sp>
        <p:sp>
          <p:nvSpPr>
            <p:cNvPr id="15" name="Rectangle: Rounded Corners 49">
              <a:extLst>
                <a:ext uri="{FF2B5EF4-FFF2-40B4-BE49-F238E27FC236}">
                  <a16:creationId xmlns:a16="http://schemas.microsoft.com/office/drawing/2014/main" id="{30BBEC05-42E9-9231-DAF0-676699F34AE0}"/>
                </a:ext>
              </a:extLst>
            </p:cNvPr>
            <p:cNvSpPr/>
            <p:nvPr/>
          </p:nvSpPr>
          <p:spPr bwMode="gray">
            <a:xfrm>
              <a:off x="2247170" y="4012281"/>
              <a:ext cx="868298" cy="364584"/>
            </a:xfrm>
            <a:prstGeom prst="roundRect">
              <a:avLst>
                <a:gd name="adj" fmla="val 7077"/>
              </a:avLst>
            </a:prstGeom>
            <a:solidFill>
              <a:srgbClr val="10384F">
                <a:lumMod val="50000"/>
                <a:lumOff val="50000"/>
              </a:srgbClr>
            </a:solidFill>
            <a:ln w="19050" cap="flat" cmpd="sng" algn="ctr">
              <a:solidFill>
                <a:srgbClr val="10384F">
                  <a:lumMod val="75000"/>
                  <a:lumOff val="25000"/>
                </a:srgbClr>
              </a:solidFill>
              <a:prstDash val="solid"/>
              <a:miter lim="800000"/>
            </a:ln>
            <a:effectLst/>
          </p:spPr>
          <p:txBody>
            <a:bodyPr lIns="0" rIns="0" rtlCol="0" anchor="ctr"/>
            <a:lstStyle/>
            <a:p>
              <a:pPr algn="ctr" defTabSz="914218">
                <a:defRPr/>
              </a:pPr>
              <a:r>
                <a:rPr lang="de-DE" sz="1100" kern="0" err="1">
                  <a:solidFill>
                    <a:prstClr val="white"/>
                  </a:solidFill>
                  <a:latin typeface="Red Hat Text" panose="02010303040201060303" pitchFamily="2" charset="0"/>
                  <a:ea typeface="Red Hat Text" panose="02010303040201060303" pitchFamily="2" charset="0"/>
                  <a:cs typeface="Red Hat Text" panose="02010303040201060303" pitchFamily="2" charset="0"/>
                </a:rPr>
                <a:t>Water</a:t>
              </a:r>
              <a:r>
                <a:rPr lang="de-DE" sz="1100" kern="0">
                  <a:solidFill>
                    <a:prstClr val="white"/>
                  </a:solidFill>
                  <a:latin typeface="Red Hat Text" panose="02010303040201060303" pitchFamily="2" charset="0"/>
                  <a:ea typeface="Red Hat Text" panose="02010303040201060303" pitchFamily="2" charset="0"/>
                  <a:cs typeface="Red Hat Text" panose="02010303040201060303" pitchFamily="2" charset="0"/>
                </a:rPr>
                <a:t> </a:t>
              </a:r>
              <a:r>
                <a:rPr lang="de-DE" sz="1100" kern="0" err="1">
                  <a:solidFill>
                    <a:prstClr val="white"/>
                  </a:solidFill>
                  <a:latin typeface="Red Hat Text" panose="02010303040201060303" pitchFamily="2" charset="0"/>
                  <a:ea typeface="Red Hat Text" panose="02010303040201060303" pitchFamily="2" charset="0"/>
                  <a:cs typeface="Red Hat Text" panose="02010303040201060303" pitchFamily="2" charset="0"/>
                </a:rPr>
                <a:t>temperature</a:t>
              </a:r>
              <a:endParaRPr lang="en-US" kern="0">
                <a:solidFill>
                  <a:prstClr val="white"/>
                </a:solidFill>
                <a:latin typeface="Red Hat Text" panose="02010303040201060303" pitchFamily="2" charset="0"/>
                <a:ea typeface="Red Hat Text" panose="02010303040201060303" pitchFamily="2" charset="0"/>
                <a:cs typeface="Red Hat Text" panose="02010303040201060303" pitchFamily="2" charset="0"/>
              </a:endParaRPr>
            </a:p>
          </p:txBody>
        </p:sp>
        <p:sp>
          <p:nvSpPr>
            <p:cNvPr id="16" name="Rectangle: Rounded Corners 50">
              <a:extLst>
                <a:ext uri="{FF2B5EF4-FFF2-40B4-BE49-F238E27FC236}">
                  <a16:creationId xmlns:a16="http://schemas.microsoft.com/office/drawing/2014/main" id="{57832B5C-6962-62A7-EFED-6D5409FEACC2}"/>
                </a:ext>
              </a:extLst>
            </p:cNvPr>
            <p:cNvSpPr/>
            <p:nvPr/>
          </p:nvSpPr>
          <p:spPr bwMode="gray">
            <a:xfrm>
              <a:off x="2247170" y="3511453"/>
              <a:ext cx="868298" cy="364584"/>
            </a:xfrm>
            <a:prstGeom prst="roundRect">
              <a:avLst>
                <a:gd name="adj" fmla="val 7077"/>
              </a:avLst>
            </a:prstGeom>
            <a:solidFill>
              <a:srgbClr val="10384F">
                <a:lumMod val="50000"/>
                <a:lumOff val="50000"/>
              </a:srgbClr>
            </a:solidFill>
            <a:ln w="19050" cap="flat" cmpd="sng" algn="ctr">
              <a:solidFill>
                <a:srgbClr val="10384F">
                  <a:lumMod val="75000"/>
                  <a:lumOff val="25000"/>
                </a:srgbClr>
              </a:solidFill>
              <a:prstDash val="solid"/>
              <a:miter lim="800000"/>
            </a:ln>
            <a:effectLst/>
          </p:spPr>
          <p:txBody>
            <a:bodyPr lIns="0" rIns="0" rtlCol="0" anchor="ctr"/>
            <a:lstStyle/>
            <a:p>
              <a:pPr algn="ctr" defTabSz="914218">
                <a:defRPr/>
              </a:pPr>
              <a:r>
                <a:rPr lang="de-DE" sz="1100" kern="0">
                  <a:solidFill>
                    <a:prstClr val="white"/>
                  </a:solidFill>
                  <a:latin typeface="Red Hat Text" panose="02010303040201060303" pitchFamily="2" charset="0"/>
                  <a:ea typeface="Red Hat Text" panose="02010303040201060303" pitchFamily="2" charset="0"/>
                  <a:cs typeface="Red Hat Text" panose="02010303040201060303" pitchFamily="2" charset="0"/>
                </a:rPr>
                <a:t>Hydrology</a:t>
              </a:r>
              <a:endParaRPr lang="en-US" kern="0">
                <a:solidFill>
                  <a:prstClr val="white"/>
                </a:solidFill>
                <a:latin typeface="Red Hat Text" panose="02010303040201060303" pitchFamily="2" charset="0"/>
                <a:ea typeface="Red Hat Text" panose="02010303040201060303" pitchFamily="2" charset="0"/>
                <a:cs typeface="Red Hat Text" panose="02010303040201060303" pitchFamily="2" charset="0"/>
              </a:endParaRPr>
            </a:p>
          </p:txBody>
        </p:sp>
        <p:sp>
          <p:nvSpPr>
            <p:cNvPr id="30" name="Rectangle: Rounded Corners 50">
              <a:extLst>
                <a:ext uri="{FF2B5EF4-FFF2-40B4-BE49-F238E27FC236}">
                  <a16:creationId xmlns:a16="http://schemas.microsoft.com/office/drawing/2014/main" id="{818DFF8D-666E-9AAB-6B47-E0D51A619EB1}"/>
                </a:ext>
              </a:extLst>
            </p:cNvPr>
            <p:cNvSpPr/>
            <p:nvPr/>
          </p:nvSpPr>
          <p:spPr bwMode="gray">
            <a:xfrm>
              <a:off x="2247170" y="3010625"/>
              <a:ext cx="868298" cy="364584"/>
            </a:xfrm>
            <a:prstGeom prst="roundRect">
              <a:avLst>
                <a:gd name="adj" fmla="val 7077"/>
              </a:avLst>
            </a:prstGeom>
            <a:solidFill>
              <a:srgbClr val="10384F">
                <a:lumMod val="50000"/>
                <a:lumOff val="50000"/>
              </a:srgbClr>
            </a:solidFill>
            <a:ln w="19050" cap="flat" cmpd="sng" algn="ctr">
              <a:solidFill>
                <a:srgbClr val="10384F">
                  <a:lumMod val="75000"/>
                  <a:lumOff val="25000"/>
                </a:srgbClr>
              </a:solidFill>
              <a:prstDash val="solid"/>
              <a:miter lim="800000"/>
            </a:ln>
            <a:effectLst/>
          </p:spPr>
          <p:txBody>
            <a:bodyPr lIns="0" rIns="0" rtlCol="0" anchor="ctr"/>
            <a:lstStyle/>
            <a:p>
              <a:pPr algn="ctr" defTabSz="914218">
                <a:defRPr/>
              </a:pPr>
              <a:r>
                <a:rPr lang="de-DE" sz="1100" kern="0">
                  <a:solidFill>
                    <a:prstClr val="white"/>
                  </a:solidFill>
                  <a:latin typeface="Red Hat Text" panose="02010303040201060303" pitchFamily="2" charset="0"/>
                  <a:ea typeface="Red Hat Text" panose="02010303040201060303" pitchFamily="2" charset="0"/>
                  <a:cs typeface="Red Hat Text" panose="02010303040201060303" pitchFamily="2" charset="0"/>
                </a:rPr>
                <a:t>Stream Network</a:t>
              </a:r>
              <a:endParaRPr lang="en-US" kern="0">
                <a:solidFill>
                  <a:prstClr val="white"/>
                </a:solidFill>
                <a:latin typeface="Red Hat Text" panose="02010303040201060303" pitchFamily="2" charset="0"/>
                <a:ea typeface="Red Hat Text" panose="02010303040201060303" pitchFamily="2" charset="0"/>
                <a:cs typeface="Red Hat Text" panose="02010303040201060303" pitchFamily="2" charset="0"/>
              </a:endParaRPr>
            </a:p>
          </p:txBody>
        </p:sp>
      </p:grpSp>
      <p:sp>
        <p:nvSpPr>
          <p:cNvPr id="31" name="Rectangle: Rounded Corners 57">
            <a:extLst>
              <a:ext uri="{FF2B5EF4-FFF2-40B4-BE49-F238E27FC236}">
                <a16:creationId xmlns:a16="http://schemas.microsoft.com/office/drawing/2014/main" id="{2AB7B858-25A3-A967-6354-8B9242FE78C6}"/>
              </a:ext>
            </a:extLst>
          </p:cNvPr>
          <p:cNvSpPr/>
          <p:nvPr/>
        </p:nvSpPr>
        <p:spPr bwMode="gray">
          <a:xfrm>
            <a:off x="7667653" y="4657871"/>
            <a:ext cx="868298" cy="364584"/>
          </a:xfrm>
          <a:prstGeom prst="roundRect">
            <a:avLst>
              <a:gd name="adj" fmla="val 7077"/>
            </a:avLst>
          </a:prstGeom>
          <a:solidFill>
            <a:srgbClr val="443247">
              <a:lumMod val="60000"/>
              <a:lumOff val="40000"/>
            </a:srgbClr>
          </a:solidFill>
          <a:ln w="19050" cap="flat" cmpd="sng" algn="ctr">
            <a:solidFill>
              <a:srgbClr val="10384F">
                <a:lumMod val="75000"/>
                <a:lumOff val="25000"/>
              </a:srgbClr>
            </a:solidFill>
            <a:prstDash val="solid"/>
            <a:miter lim="800000"/>
          </a:ln>
          <a:effectLst/>
        </p:spPr>
        <p:txBody>
          <a:bodyPr lIns="0" rIns="0" rtlCol="0" anchor="ctr"/>
          <a:lstStyle/>
          <a:p>
            <a:pPr algn="ctr" defTabSz="914218">
              <a:defRPr/>
            </a:pPr>
            <a:r>
              <a:rPr lang="de-DE" sz="1100" kern="0">
                <a:solidFill>
                  <a:prstClr val="white"/>
                </a:solidFill>
                <a:latin typeface="Red Hat Text" panose="02010303040201060303" pitchFamily="2" charset="0"/>
                <a:ea typeface="Red Hat Text" panose="02010303040201060303" pitchFamily="2" charset="0"/>
                <a:cs typeface="Red Hat Text" panose="02010303040201060303" pitchFamily="2" charset="0"/>
              </a:rPr>
              <a:t>CVASI</a:t>
            </a:r>
            <a:endParaRPr lang="en-US" kern="0">
              <a:solidFill>
                <a:prstClr val="white"/>
              </a:solidFill>
              <a:latin typeface="Red Hat Text" panose="02010303040201060303" pitchFamily="2" charset="0"/>
              <a:ea typeface="Red Hat Text" panose="02010303040201060303" pitchFamily="2" charset="0"/>
              <a:cs typeface="Red Hat Text" panose="02010303040201060303" pitchFamily="2" charset="0"/>
            </a:endParaRPr>
          </a:p>
        </p:txBody>
      </p:sp>
      <p:sp>
        <p:nvSpPr>
          <p:cNvPr id="34" name="Textfeld 33">
            <a:extLst>
              <a:ext uri="{FF2B5EF4-FFF2-40B4-BE49-F238E27FC236}">
                <a16:creationId xmlns:a16="http://schemas.microsoft.com/office/drawing/2014/main" id="{38ACBD85-1F32-A290-F1B5-9E77B6DEFCCA}"/>
              </a:ext>
            </a:extLst>
          </p:cNvPr>
          <p:cNvSpPr txBox="1"/>
          <p:nvPr/>
        </p:nvSpPr>
        <p:spPr>
          <a:xfrm>
            <a:off x="0" y="6635665"/>
            <a:ext cx="7322634" cy="261610"/>
          </a:xfrm>
          <a:prstGeom prst="rect">
            <a:avLst/>
          </a:prstGeom>
          <a:noFill/>
        </p:spPr>
        <p:txBody>
          <a:bodyPr wrap="square">
            <a:spAutoFit/>
          </a:bodyPr>
          <a:lstStyle/>
          <a:p>
            <a:r>
              <a:rPr lang="de-DE" sz="1050" spc="0">
                <a:solidFill>
                  <a:schemeClr val="tx1">
                    <a:lumMod val="50000"/>
                    <a:lumOff val="50000"/>
                  </a:schemeClr>
                </a:solidFill>
              </a:rPr>
              <a:t>(https://github.com/xlandscape/xAquaticRisk)</a:t>
            </a:r>
            <a:endParaRPr lang="de-DE" sz="1050"/>
          </a:p>
        </p:txBody>
      </p:sp>
      <p:sp>
        <p:nvSpPr>
          <p:cNvPr id="35" name="Inhaltsplatzhalter 5">
            <a:extLst>
              <a:ext uri="{FF2B5EF4-FFF2-40B4-BE49-F238E27FC236}">
                <a16:creationId xmlns:a16="http://schemas.microsoft.com/office/drawing/2014/main" id="{EE130917-33C0-458F-CF5D-D3AB11439878}"/>
              </a:ext>
            </a:extLst>
          </p:cNvPr>
          <p:cNvSpPr>
            <a:spLocks noGrp="1"/>
          </p:cNvSpPr>
          <p:nvPr>
            <p:ph idx="1"/>
          </p:nvPr>
        </p:nvSpPr>
        <p:spPr>
          <a:xfrm>
            <a:off x="6833993" y="1328259"/>
            <a:ext cx="3959054" cy="1163013"/>
          </a:xfrm>
        </p:spPr>
        <p:txBody>
          <a:bodyPr>
            <a:normAutofit fontScale="92500"/>
          </a:bodyPr>
          <a:lstStyle/>
          <a:p>
            <a:pPr marL="285750" indent="-285750">
              <a:buFont typeface="Wingdings" panose="05000000000000000000" pitchFamily="2" charset="2"/>
              <a:buChar char="ü"/>
            </a:pPr>
            <a:r>
              <a:rPr lang="de-DE">
                <a:solidFill>
                  <a:schemeClr val="tx1">
                    <a:lumMod val="65000"/>
                    <a:lumOff val="35000"/>
                  </a:schemeClr>
                </a:solidFill>
              </a:rPr>
              <a:t>Modular</a:t>
            </a:r>
          </a:p>
          <a:p>
            <a:pPr marL="285750" indent="-285750">
              <a:buFont typeface="Wingdings" panose="05000000000000000000" pitchFamily="2" charset="2"/>
              <a:buChar char="ü"/>
            </a:pPr>
            <a:r>
              <a:rPr lang="de-DE">
                <a:solidFill>
                  <a:schemeClr val="tx1">
                    <a:lumMod val="65000"/>
                    <a:lumOff val="35000"/>
                  </a:schemeClr>
                </a:solidFill>
              </a:rPr>
              <a:t>Open Source, FAIR</a:t>
            </a:r>
          </a:p>
          <a:p>
            <a:pPr marL="285750" indent="-285750">
              <a:buFont typeface="Wingdings" panose="05000000000000000000" pitchFamily="2" charset="2"/>
              <a:buChar char="ü"/>
            </a:pPr>
            <a:r>
              <a:rPr lang="de-DE">
                <a:solidFill>
                  <a:schemeClr val="tx1">
                    <a:lumMod val="65000"/>
                    <a:lumOff val="35000"/>
                  </a:schemeClr>
                </a:solidFill>
              </a:rPr>
              <a:t>Makes use of regulatory established models</a:t>
            </a:r>
          </a:p>
          <a:p>
            <a:pPr marL="285750" indent="-285750">
              <a:buFont typeface="Wingdings" panose="05000000000000000000" pitchFamily="2" charset="2"/>
              <a:buChar char="ü"/>
            </a:pPr>
            <a:r>
              <a:rPr lang="de-DE">
                <a:solidFill>
                  <a:schemeClr val="tx1">
                    <a:lumMod val="65000"/>
                    <a:lumOff val="35000"/>
                  </a:schemeClr>
                </a:solidFill>
              </a:rPr>
              <a:t>Flexible, adaptable</a:t>
            </a:r>
          </a:p>
        </p:txBody>
      </p:sp>
      <p:pic>
        <p:nvPicPr>
          <p:cNvPr id="3" name="Grafik 2" descr="Häkchen mit einfarbiger Füllung">
            <a:extLst>
              <a:ext uri="{FF2B5EF4-FFF2-40B4-BE49-F238E27FC236}">
                <a16:creationId xmlns:a16="http://schemas.microsoft.com/office/drawing/2014/main" id="{437174E7-25D8-E4F2-0D49-53D1D0BE36E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10855"/>
            <a:ext cx="505522" cy="505522"/>
          </a:xfrm>
          <a:prstGeom prst="rect">
            <a:avLst/>
          </a:prstGeom>
        </p:spPr>
      </p:pic>
    </p:spTree>
    <p:extLst>
      <p:ext uri="{BB962C8B-B14F-4D97-AF65-F5344CB8AC3E}">
        <p14:creationId xmlns:p14="http://schemas.microsoft.com/office/powerpoint/2010/main" val="240365403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1D29692-7E80-AC2B-CAC5-3D5552DDEF1E}"/>
              </a:ext>
            </a:extLst>
          </p:cNvPr>
          <p:cNvSpPr>
            <a:spLocks noGrp="1"/>
          </p:cNvSpPr>
          <p:nvPr>
            <p:ph type="title"/>
          </p:nvPr>
        </p:nvSpPr>
        <p:spPr/>
        <p:txBody>
          <a:bodyPr>
            <a:normAutofit fontScale="90000"/>
          </a:bodyPr>
          <a:lstStyle/>
          <a:p>
            <a:r>
              <a:rPr lang="de-DE" spc="0"/>
              <a:t>The Modelling Approach </a:t>
            </a:r>
            <a:r>
              <a:rPr lang="de-DE" sz="4900" spc="0">
                <a:solidFill>
                  <a:schemeClr val="tx1">
                    <a:lumMod val="50000"/>
                    <a:lumOff val="50000"/>
                  </a:schemeClr>
                </a:solidFill>
              </a:rPr>
              <a:t>xAquaticRisk</a:t>
            </a:r>
            <a:endParaRPr lang="de-DE" spc="0">
              <a:solidFill>
                <a:schemeClr val="tx1">
                  <a:lumMod val="50000"/>
                  <a:lumOff val="50000"/>
                </a:schemeClr>
              </a:solidFill>
            </a:endParaRPr>
          </a:p>
        </p:txBody>
      </p:sp>
      <p:sp>
        <p:nvSpPr>
          <p:cNvPr id="5" name="Foliennummernplatzhalter 4">
            <a:extLst>
              <a:ext uri="{FF2B5EF4-FFF2-40B4-BE49-F238E27FC236}">
                <a16:creationId xmlns:a16="http://schemas.microsoft.com/office/drawing/2014/main" id="{85549FC6-0487-408D-A6F7-23803912FC26}"/>
              </a:ext>
            </a:extLst>
          </p:cNvPr>
          <p:cNvSpPr>
            <a:spLocks noGrp="1"/>
          </p:cNvSpPr>
          <p:nvPr>
            <p:ph type="sldNum" sz="quarter" idx="12"/>
          </p:nvPr>
        </p:nvSpPr>
        <p:spPr/>
        <p:txBody>
          <a:bodyPr/>
          <a:lstStyle/>
          <a:p>
            <a:fld id="{CC057153-B650-4DEB-B370-79DDCFDCE934}" type="slidenum">
              <a:rPr lang="en-US" smtClean="0"/>
              <a:t>16</a:t>
            </a:fld>
            <a:endParaRPr lang="en-US"/>
          </a:p>
        </p:txBody>
      </p:sp>
      <p:sp>
        <p:nvSpPr>
          <p:cNvPr id="7" name="Rectangle 13">
            <a:extLst>
              <a:ext uri="{FF2B5EF4-FFF2-40B4-BE49-F238E27FC236}">
                <a16:creationId xmlns:a16="http://schemas.microsoft.com/office/drawing/2014/main" id="{F6100FE0-1443-D619-D582-374E1333448D}"/>
              </a:ext>
            </a:extLst>
          </p:cNvPr>
          <p:cNvSpPr/>
          <p:nvPr/>
        </p:nvSpPr>
        <p:spPr bwMode="gray">
          <a:xfrm>
            <a:off x="1936873" y="2565968"/>
            <a:ext cx="8730521" cy="2731663"/>
          </a:xfrm>
          <a:custGeom>
            <a:avLst/>
            <a:gdLst>
              <a:gd name="csX0" fmla="*/ 0 w 8730521"/>
              <a:gd name="csY0" fmla="*/ 0 h 2731663"/>
              <a:gd name="csX1" fmla="*/ 496968 w 8730521"/>
              <a:gd name="csY1" fmla="*/ 0 h 2731663"/>
              <a:gd name="csX2" fmla="*/ 1168547 w 8730521"/>
              <a:gd name="csY2" fmla="*/ 0 h 2731663"/>
              <a:gd name="csX3" fmla="*/ 1752820 w 8730521"/>
              <a:gd name="csY3" fmla="*/ 0 h 2731663"/>
              <a:gd name="csX4" fmla="*/ 2424399 w 8730521"/>
              <a:gd name="csY4" fmla="*/ 0 h 2731663"/>
              <a:gd name="csX5" fmla="*/ 3183282 w 8730521"/>
              <a:gd name="csY5" fmla="*/ 0 h 2731663"/>
              <a:gd name="csX6" fmla="*/ 3942166 w 8730521"/>
              <a:gd name="csY6" fmla="*/ 0 h 2731663"/>
              <a:gd name="csX7" fmla="*/ 4788355 w 8730521"/>
              <a:gd name="csY7" fmla="*/ 0 h 2731663"/>
              <a:gd name="csX8" fmla="*/ 5372628 w 8730521"/>
              <a:gd name="csY8" fmla="*/ 0 h 2731663"/>
              <a:gd name="csX9" fmla="*/ 6044207 w 8730521"/>
              <a:gd name="csY9" fmla="*/ 0 h 2731663"/>
              <a:gd name="csX10" fmla="*/ 6628480 w 8730521"/>
              <a:gd name="csY10" fmla="*/ 0 h 2731663"/>
              <a:gd name="csX11" fmla="*/ 7212754 w 8730521"/>
              <a:gd name="csY11" fmla="*/ 0 h 2731663"/>
              <a:gd name="csX12" fmla="*/ 7709722 w 8730521"/>
              <a:gd name="csY12" fmla="*/ 0 h 2731663"/>
              <a:gd name="csX13" fmla="*/ 8730521 w 8730521"/>
              <a:gd name="csY13" fmla="*/ 0 h 2731663"/>
              <a:gd name="csX14" fmla="*/ 8730521 w 8730521"/>
              <a:gd name="csY14" fmla="*/ 682916 h 2731663"/>
              <a:gd name="csX15" fmla="*/ 8730521 w 8730521"/>
              <a:gd name="csY15" fmla="*/ 1338515 h 2731663"/>
              <a:gd name="csX16" fmla="*/ 8730521 w 8730521"/>
              <a:gd name="csY16" fmla="*/ 1994114 h 2731663"/>
              <a:gd name="csX17" fmla="*/ 8730521 w 8730521"/>
              <a:gd name="csY17" fmla="*/ 2731663 h 2731663"/>
              <a:gd name="csX18" fmla="*/ 7971637 w 8730521"/>
              <a:gd name="csY18" fmla="*/ 2731663 h 2731663"/>
              <a:gd name="csX19" fmla="*/ 7561974 w 8730521"/>
              <a:gd name="csY19" fmla="*/ 2731663 h 2731663"/>
              <a:gd name="csX20" fmla="*/ 7152311 w 8730521"/>
              <a:gd name="csY20" fmla="*/ 2731663 h 2731663"/>
              <a:gd name="csX21" fmla="*/ 6742649 w 8730521"/>
              <a:gd name="csY21" fmla="*/ 2731663 h 2731663"/>
              <a:gd name="csX22" fmla="*/ 6332986 w 8730521"/>
              <a:gd name="csY22" fmla="*/ 2731663 h 2731663"/>
              <a:gd name="csX23" fmla="*/ 5836017 w 8730521"/>
              <a:gd name="csY23" fmla="*/ 2731663 h 2731663"/>
              <a:gd name="csX24" fmla="*/ 5426355 w 8730521"/>
              <a:gd name="csY24" fmla="*/ 2731663 h 2731663"/>
              <a:gd name="csX25" fmla="*/ 4580166 w 8730521"/>
              <a:gd name="csY25" fmla="*/ 2731663 h 2731663"/>
              <a:gd name="csX26" fmla="*/ 4083198 w 8730521"/>
              <a:gd name="csY26" fmla="*/ 2731663 h 2731663"/>
              <a:gd name="csX27" fmla="*/ 3498924 w 8730521"/>
              <a:gd name="csY27" fmla="*/ 2731663 h 2731663"/>
              <a:gd name="csX28" fmla="*/ 2740040 w 8730521"/>
              <a:gd name="csY28" fmla="*/ 2731663 h 2731663"/>
              <a:gd name="csX29" fmla="*/ 2330378 w 8730521"/>
              <a:gd name="csY29" fmla="*/ 2731663 h 2731663"/>
              <a:gd name="csX30" fmla="*/ 1746104 w 8730521"/>
              <a:gd name="csY30" fmla="*/ 2731663 h 2731663"/>
              <a:gd name="csX31" fmla="*/ 1249136 w 8730521"/>
              <a:gd name="csY31" fmla="*/ 2731663 h 2731663"/>
              <a:gd name="csX32" fmla="*/ 664863 w 8730521"/>
              <a:gd name="csY32" fmla="*/ 2731663 h 2731663"/>
              <a:gd name="csX33" fmla="*/ 0 w 8730521"/>
              <a:gd name="csY33" fmla="*/ 2731663 h 2731663"/>
              <a:gd name="csX34" fmla="*/ 0 w 8730521"/>
              <a:gd name="csY34" fmla="*/ 1994114 h 2731663"/>
              <a:gd name="csX35" fmla="*/ 0 w 8730521"/>
              <a:gd name="csY35" fmla="*/ 1256565 h 2731663"/>
              <a:gd name="csX36" fmla="*/ 0 w 8730521"/>
              <a:gd name="csY36" fmla="*/ 0 h 273166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Lst>
            <a:rect l="l" t="t" r="r" b="b"/>
            <a:pathLst>
              <a:path w="8730521" h="2731663" fill="none" extrusionOk="0">
                <a:moveTo>
                  <a:pt x="0" y="0"/>
                </a:moveTo>
                <a:cubicBezTo>
                  <a:pt x="229359" y="8561"/>
                  <a:pt x="258043" y="-22523"/>
                  <a:pt x="496968" y="0"/>
                </a:cubicBezTo>
                <a:cubicBezTo>
                  <a:pt x="735893" y="22523"/>
                  <a:pt x="901241" y="4671"/>
                  <a:pt x="1168547" y="0"/>
                </a:cubicBezTo>
                <a:cubicBezTo>
                  <a:pt x="1435853" y="-4671"/>
                  <a:pt x="1590135" y="23226"/>
                  <a:pt x="1752820" y="0"/>
                </a:cubicBezTo>
                <a:cubicBezTo>
                  <a:pt x="1915505" y="-23226"/>
                  <a:pt x="2183514" y="-19671"/>
                  <a:pt x="2424399" y="0"/>
                </a:cubicBezTo>
                <a:cubicBezTo>
                  <a:pt x="2665284" y="19671"/>
                  <a:pt x="2934474" y="-6616"/>
                  <a:pt x="3183282" y="0"/>
                </a:cubicBezTo>
                <a:cubicBezTo>
                  <a:pt x="3432090" y="6616"/>
                  <a:pt x="3655318" y="-10524"/>
                  <a:pt x="3942166" y="0"/>
                </a:cubicBezTo>
                <a:cubicBezTo>
                  <a:pt x="4229014" y="10524"/>
                  <a:pt x="4577662" y="-2979"/>
                  <a:pt x="4788355" y="0"/>
                </a:cubicBezTo>
                <a:cubicBezTo>
                  <a:pt x="4999048" y="2979"/>
                  <a:pt x="5187090" y="1600"/>
                  <a:pt x="5372628" y="0"/>
                </a:cubicBezTo>
                <a:cubicBezTo>
                  <a:pt x="5558166" y="-1600"/>
                  <a:pt x="5729157" y="10401"/>
                  <a:pt x="6044207" y="0"/>
                </a:cubicBezTo>
                <a:cubicBezTo>
                  <a:pt x="6359257" y="-10401"/>
                  <a:pt x="6368897" y="-26597"/>
                  <a:pt x="6628480" y="0"/>
                </a:cubicBezTo>
                <a:cubicBezTo>
                  <a:pt x="6888063" y="26597"/>
                  <a:pt x="6931524" y="23186"/>
                  <a:pt x="7212754" y="0"/>
                </a:cubicBezTo>
                <a:cubicBezTo>
                  <a:pt x="7493984" y="-23186"/>
                  <a:pt x="7492513" y="-3489"/>
                  <a:pt x="7709722" y="0"/>
                </a:cubicBezTo>
                <a:cubicBezTo>
                  <a:pt x="7926931" y="3489"/>
                  <a:pt x="8390990" y="-17663"/>
                  <a:pt x="8730521" y="0"/>
                </a:cubicBezTo>
                <a:cubicBezTo>
                  <a:pt x="8708313" y="152498"/>
                  <a:pt x="8731799" y="376450"/>
                  <a:pt x="8730521" y="682916"/>
                </a:cubicBezTo>
                <a:cubicBezTo>
                  <a:pt x="8729243" y="989382"/>
                  <a:pt x="8730439" y="1072531"/>
                  <a:pt x="8730521" y="1338515"/>
                </a:cubicBezTo>
                <a:cubicBezTo>
                  <a:pt x="8730603" y="1604499"/>
                  <a:pt x="8727050" y="1674516"/>
                  <a:pt x="8730521" y="1994114"/>
                </a:cubicBezTo>
                <a:cubicBezTo>
                  <a:pt x="8733992" y="2313712"/>
                  <a:pt x="8747666" y="2540605"/>
                  <a:pt x="8730521" y="2731663"/>
                </a:cubicBezTo>
                <a:cubicBezTo>
                  <a:pt x="8429389" y="2767548"/>
                  <a:pt x="8210804" y="2712809"/>
                  <a:pt x="7971637" y="2731663"/>
                </a:cubicBezTo>
                <a:cubicBezTo>
                  <a:pt x="7732470" y="2750517"/>
                  <a:pt x="7751746" y="2723189"/>
                  <a:pt x="7561974" y="2731663"/>
                </a:cubicBezTo>
                <a:cubicBezTo>
                  <a:pt x="7372202" y="2740137"/>
                  <a:pt x="7261467" y="2736787"/>
                  <a:pt x="7152311" y="2731663"/>
                </a:cubicBezTo>
                <a:cubicBezTo>
                  <a:pt x="7043155" y="2726539"/>
                  <a:pt x="6863262" y="2735627"/>
                  <a:pt x="6742649" y="2731663"/>
                </a:cubicBezTo>
                <a:cubicBezTo>
                  <a:pt x="6622036" y="2727699"/>
                  <a:pt x="6518654" y="2724970"/>
                  <a:pt x="6332986" y="2731663"/>
                </a:cubicBezTo>
                <a:cubicBezTo>
                  <a:pt x="6147318" y="2738356"/>
                  <a:pt x="6017303" y="2737976"/>
                  <a:pt x="5836017" y="2731663"/>
                </a:cubicBezTo>
                <a:cubicBezTo>
                  <a:pt x="5654731" y="2725350"/>
                  <a:pt x="5553714" y="2743286"/>
                  <a:pt x="5426355" y="2731663"/>
                </a:cubicBezTo>
                <a:cubicBezTo>
                  <a:pt x="5298996" y="2720040"/>
                  <a:pt x="4998677" y="2742610"/>
                  <a:pt x="4580166" y="2731663"/>
                </a:cubicBezTo>
                <a:cubicBezTo>
                  <a:pt x="4161655" y="2720716"/>
                  <a:pt x="4240996" y="2752455"/>
                  <a:pt x="4083198" y="2731663"/>
                </a:cubicBezTo>
                <a:cubicBezTo>
                  <a:pt x="3925400" y="2710871"/>
                  <a:pt x="3716623" y="2729237"/>
                  <a:pt x="3498924" y="2731663"/>
                </a:cubicBezTo>
                <a:cubicBezTo>
                  <a:pt x="3281225" y="2734089"/>
                  <a:pt x="2906057" y="2748184"/>
                  <a:pt x="2740040" y="2731663"/>
                </a:cubicBezTo>
                <a:cubicBezTo>
                  <a:pt x="2574023" y="2715142"/>
                  <a:pt x="2472370" y="2720293"/>
                  <a:pt x="2330378" y="2731663"/>
                </a:cubicBezTo>
                <a:cubicBezTo>
                  <a:pt x="2188386" y="2743033"/>
                  <a:pt x="2007503" y="2735765"/>
                  <a:pt x="1746104" y="2731663"/>
                </a:cubicBezTo>
                <a:cubicBezTo>
                  <a:pt x="1484705" y="2727561"/>
                  <a:pt x="1491851" y="2729357"/>
                  <a:pt x="1249136" y="2731663"/>
                </a:cubicBezTo>
                <a:cubicBezTo>
                  <a:pt x="1006421" y="2733969"/>
                  <a:pt x="895865" y="2760112"/>
                  <a:pt x="664863" y="2731663"/>
                </a:cubicBezTo>
                <a:cubicBezTo>
                  <a:pt x="433861" y="2703214"/>
                  <a:pt x="282006" y="2705388"/>
                  <a:pt x="0" y="2731663"/>
                </a:cubicBezTo>
                <a:cubicBezTo>
                  <a:pt x="-31338" y="2541548"/>
                  <a:pt x="-24004" y="2151874"/>
                  <a:pt x="0" y="1994114"/>
                </a:cubicBezTo>
                <a:cubicBezTo>
                  <a:pt x="24004" y="1836354"/>
                  <a:pt x="-5067" y="1604891"/>
                  <a:pt x="0" y="1256565"/>
                </a:cubicBezTo>
                <a:cubicBezTo>
                  <a:pt x="5067" y="908239"/>
                  <a:pt x="-52707" y="276143"/>
                  <a:pt x="0" y="0"/>
                </a:cubicBezTo>
                <a:close/>
              </a:path>
              <a:path w="8730521" h="2731663" stroke="0" extrusionOk="0">
                <a:moveTo>
                  <a:pt x="0" y="0"/>
                </a:moveTo>
                <a:cubicBezTo>
                  <a:pt x="110115" y="15285"/>
                  <a:pt x="299795" y="-4662"/>
                  <a:pt x="409663" y="0"/>
                </a:cubicBezTo>
                <a:cubicBezTo>
                  <a:pt x="519531" y="4662"/>
                  <a:pt x="703929" y="-549"/>
                  <a:pt x="906631" y="0"/>
                </a:cubicBezTo>
                <a:cubicBezTo>
                  <a:pt x="1109333" y="549"/>
                  <a:pt x="1267787" y="8734"/>
                  <a:pt x="1403599" y="0"/>
                </a:cubicBezTo>
                <a:cubicBezTo>
                  <a:pt x="1539411" y="-8734"/>
                  <a:pt x="1787631" y="23703"/>
                  <a:pt x="2075178" y="0"/>
                </a:cubicBezTo>
                <a:cubicBezTo>
                  <a:pt x="2362725" y="-23703"/>
                  <a:pt x="2370803" y="-18539"/>
                  <a:pt x="2484841" y="0"/>
                </a:cubicBezTo>
                <a:cubicBezTo>
                  <a:pt x="2598879" y="18539"/>
                  <a:pt x="3070683" y="-40573"/>
                  <a:pt x="3331030" y="0"/>
                </a:cubicBezTo>
                <a:cubicBezTo>
                  <a:pt x="3591377" y="40573"/>
                  <a:pt x="3619979" y="18804"/>
                  <a:pt x="3740692" y="0"/>
                </a:cubicBezTo>
                <a:cubicBezTo>
                  <a:pt x="3861405" y="-18804"/>
                  <a:pt x="4204689" y="3235"/>
                  <a:pt x="4586881" y="0"/>
                </a:cubicBezTo>
                <a:cubicBezTo>
                  <a:pt x="4969073" y="-3235"/>
                  <a:pt x="4938698" y="-2666"/>
                  <a:pt x="5083850" y="0"/>
                </a:cubicBezTo>
                <a:cubicBezTo>
                  <a:pt x="5229002" y="2666"/>
                  <a:pt x="5448662" y="16216"/>
                  <a:pt x="5755428" y="0"/>
                </a:cubicBezTo>
                <a:cubicBezTo>
                  <a:pt x="6062194" y="-16216"/>
                  <a:pt x="6362032" y="2477"/>
                  <a:pt x="6601617" y="0"/>
                </a:cubicBezTo>
                <a:cubicBezTo>
                  <a:pt x="6841202" y="-2477"/>
                  <a:pt x="7179777" y="7676"/>
                  <a:pt x="7360501" y="0"/>
                </a:cubicBezTo>
                <a:cubicBezTo>
                  <a:pt x="7541225" y="-7676"/>
                  <a:pt x="7845106" y="1101"/>
                  <a:pt x="8119385" y="0"/>
                </a:cubicBezTo>
                <a:cubicBezTo>
                  <a:pt x="8393664" y="-1101"/>
                  <a:pt x="8554502" y="-9499"/>
                  <a:pt x="8730521" y="0"/>
                </a:cubicBezTo>
                <a:cubicBezTo>
                  <a:pt x="8736914" y="276297"/>
                  <a:pt x="8718903" y="433733"/>
                  <a:pt x="8730521" y="628282"/>
                </a:cubicBezTo>
                <a:cubicBezTo>
                  <a:pt x="8742139" y="822831"/>
                  <a:pt x="8760183" y="1064794"/>
                  <a:pt x="8730521" y="1229248"/>
                </a:cubicBezTo>
                <a:cubicBezTo>
                  <a:pt x="8700859" y="1393702"/>
                  <a:pt x="8761400" y="1696873"/>
                  <a:pt x="8730521" y="1857531"/>
                </a:cubicBezTo>
                <a:cubicBezTo>
                  <a:pt x="8699642" y="2018189"/>
                  <a:pt x="8697365" y="2459370"/>
                  <a:pt x="8730521" y="2731663"/>
                </a:cubicBezTo>
                <a:cubicBezTo>
                  <a:pt x="8447063" y="2699086"/>
                  <a:pt x="8279670" y="2704986"/>
                  <a:pt x="8058942" y="2731663"/>
                </a:cubicBezTo>
                <a:cubicBezTo>
                  <a:pt x="7838214" y="2758340"/>
                  <a:pt x="7453321" y="2740708"/>
                  <a:pt x="7300059" y="2731663"/>
                </a:cubicBezTo>
                <a:cubicBezTo>
                  <a:pt x="7146797" y="2722618"/>
                  <a:pt x="6754146" y="2763880"/>
                  <a:pt x="6453870" y="2731663"/>
                </a:cubicBezTo>
                <a:cubicBezTo>
                  <a:pt x="6153594" y="2699446"/>
                  <a:pt x="5871785" y="2766952"/>
                  <a:pt x="5607681" y="2731663"/>
                </a:cubicBezTo>
                <a:cubicBezTo>
                  <a:pt x="5343577" y="2696374"/>
                  <a:pt x="5183192" y="2748516"/>
                  <a:pt x="4761492" y="2731663"/>
                </a:cubicBezTo>
                <a:cubicBezTo>
                  <a:pt x="4339792" y="2714810"/>
                  <a:pt x="4373979" y="2695622"/>
                  <a:pt x="4002608" y="2731663"/>
                </a:cubicBezTo>
                <a:cubicBezTo>
                  <a:pt x="3631237" y="2767704"/>
                  <a:pt x="3536523" y="2720040"/>
                  <a:pt x="3156419" y="2731663"/>
                </a:cubicBezTo>
                <a:cubicBezTo>
                  <a:pt x="2776315" y="2743286"/>
                  <a:pt x="2911046" y="2728155"/>
                  <a:pt x="2746756" y="2731663"/>
                </a:cubicBezTo>
                <a:cubicBezTo>
                  <a:pt x="2582466" y="2735171"/>
                  <a:pt x="2408457" y="2716629"/>
                  <a:pt x="2075178" y="2731663"/>
                </a:cubicBezTo>
                <a:cubicBezTo>
                  <a:pt x="1741899" y="2746697"/>
                  <a:pt x="1847464" y="2722502"/>
                  <a:pt x="1665515" y="2731663"/>
                </a:cubicBezTo>
                <a:cubicBezTo>
                  <a:pt x="1483566" y="2740824"/>
                  <a:pt x="1403164" y="2720223"/>
                  <a:pt x="1255852" y="2731663"/>
                </a:cubicBezTo>
                <a:cubicBezTo>
                  <a:pt x="1108540" y="2743103"/>
                  <a:pt x="362147" y="2674217"/>
                  <a:pt x="0" y="2731663"/>
                </a:cubicBezTo>
                <a:cubicBezTo>
                  <a:pt x="20727" y="2521332"/>
                  <a:pt x="-15244" y="2301789"/>
                  <a:pt x="0" y="2130697"/>
                </a:cubicBezTo>
                <a:cubicBezTo>
                  <a:pt x="15244" y="1959605"/>
                  <a:pt x="10815" y="1725303"/>
                  <a:pt x="0" y="1447781"/>
                </a:cubicBezTo>
                <a:cubicBezTo>
                  <a:pt x="-10815" y="1170259"/>
                  <a:pt x="15047" y="978959"/>
                  <a:pt x="0" y="846816"/>
                </a:cubicBezTo>
                <a:cubicBezTo>
                  <a:pt x="-15047" y="714674"/>
                  <a:pt x="-28430" y="353032"/>
                  <a:pt x="0" y="0"/>
                </a:cubicBezTo>
                <a:close/>
              </a:path>
            </a:pathLst>
          </a:custGeom>
          <a:gradFill flip="none" rotWithShape="1">
            <a:gsLst>
              <a:gs pos="0">
                <a:srgbClr val="10384F">
                  <a:lumMod val="5000"/>
                  <a:lumOff val="95000"/>
                </a:srgbClr>
              </a:gs>
              <a:gs pos="100000">
                <a:srgbClr val="10384F">
                  <a:lumMod val="50000"/>
                  <a:lumOff val="50000"/>
                </a:srgbClr>
              </a:gs>
            </a:gsLst>
            <a:lin ang="5400000" scaled="1"/>
            <a:tileRect/>
          </a:gradFill>
          <a:ln w="28575" cap="flat" cmpd="sng" algn="ctr">
            <a:noFill/>
            <a:prstDash val="solid"/>
            <a:miter lim="800000"/>
            <a:extLst>
              <a:ext uri="{C807C97D-BFC1-408E-A445-0C87EB9F89A2}">
                <ask:lineSketchStyleProps xmlns:ask="http://schemas.microsoft.com/office/drawing/2018/sketchyshapes" sd="1411281475">
                  <a:prstGeom prst="rect">
                    <a:avLst/>
                  </a:prstGeom>
                  <ask:type>
                    <ask:lineSketchFreehand/>
                  </ask:type>
                </ask:lineSketchStyleProps>
              </a:ext>
            </a:extLst>
          </a:ln>
          <a:effectLst/>
        </p:spPr>
        <p:txBody>
          <a:bodyPr lIns="0" rIns="0" rtlCol="0" anchor="t" anchorCtr="0"/>
          <a:lstStyle/>
          <a:p>
            <a:pPr algn="ctr" defTabSz="914218">
              <a:defRPr/>
            </a:pPr>
            <a:endParaRPr lang="en-US" sz="1600" kern="0">
              <a:solidFill>
                <a:prstClr val="white"/>
              </a:solidFill>
              <a:latin typeface="Red Hat Text" panose="02010303040201060303" pitchFamily="2" charset="0"/>
              <a:ea typeface="Red Hat Text" panose="02010303040201060303" pitchFamily="2" charset="0"/>
              <a:cs typeface="Red Hat Text" panose="02010303040201060303" pitchFamily="2" charset="0"/>
            </a:endParaRPr>
          </a:p>
        </p:txBody>
      </p:sp>
      <p:sp>
        <p:nvSpPr>
          <p:cNvPr id="8" name="Rectangle 46">
            <a:extLst>
              <a:ext uri="{FF2B5EF4-FFF2-40B4-BE49-F238E27FC236}">
                <a16:creationId xmlns:a16="http://schemas.microsoft.com/office/drawing/2014/main" id="{731C543F-ABA1-786B-2384-6F1F3D22F1DC}"/>
              </a:ext>
            </a:extLst>
          </p:cNvPr>
          <p:cNvSpPr/>
          <p:nvPr/>
        </p:nvSpPr>
        <p:spPr bwMode="gray">
          <a:xfrm>
            <a:off x="1175970" y="5297631"/>
            <a:ext cx="9491424" cy="766219"/>
          </a:xfrm>
          <a:prstGeom prst="rect">
            <a:avLst/>
          </a:prstGeom>
          <a:gradFill flip="none" rotWithShape="1">
            <a:gsLst>
              <a:gs pos="0">
                <a:srgbClr val="10384F">
                  <a:lumMod val="90000"/>
                  <a:lumOff val="10000"/>
                </a:srgbClr>
              </a:gs>
              <a:gs pos="50000">
                <a:srgbClr val="10384F">
                  <a:lumMod val="90000"/>
                  <a:lumOff val="10000"/>
                  <a:shade val="67500"/>
                  <a:satMod val="115000"/>
                </a:srgbClr>
              </a:gs>
              <a:gs pos="100000">
                <a:srgbClr val="10384F">
                  <a:lumMod val="75000"/>
                  <a:lumOff val="25000"/>
                </a:srgbClr>
              </a:gs>
            </a:gsLst>
            <a:lin ang="0" scaled="1"/>
            <a:tileRect/>
          </a:gradFill>
          <a:ln w="12700" cap="flat" cmpd="sng" algn="ctr">
            <a:noFill/>
            <a:prstDash val="solid"/>
            <a:miter lim="800000"/>
          </a:ln>
          <a:effectLst/>
        </p:spPr>
        <p:txBody>
          <a:bodyPr lIns="0" rIns="0" rtlCol="0" anchor="ctr" anchorCtr="0"/>
          <a:lstStyle/>
          <a:p>
            <a:pPr algn="ctr" defTabSz="914218">
              <a:defRPr/>
            </a:pPr>
            <a:r>
              <a:rPr lang="de-DE" sz="2000" kern="0">
                <a:solidFill>
                  <a:prstClr val="white"/>
                </a:solidFill>
                <a:latin typeface="Red Hat Text" panose="02010303040201060303" pitchFamily="2" charset="0"/>
                <a:ea typeface="Red Hat Text" panose="02010303040201060303" pitchFamily="2" charset="0"/>
                <a:cs typeface="Red Hat Text" panose="02010303040201060303" pitchFamily="2" charset="0"/>
              </a:rPr>
              <a:t>Spatiotemporally explicit Modeling Framework </a:t>
            </a:r>
            <a:br>
              <a:rPr lang="de-DE" sz="2000" kern="0">
                <a:solidFill>
                  <a:prstClr val="white"/>
                </a:solidFill>
                <a:latin typeface="Red Hat Text" panose="02010303040201060303" pitchFamily="2" charset="0"/>
                <a:ea typeface="Red Hat Text" panose="02010303040201060303" pitchFamily="2" charset="0"/>
                <a:cs typeface="Red Hat Text" panose="02010303040201060303" pitchFamily="2" charset="0"/>
              </a:rPr>
            </a:br>
            <a:r>
              <a:rPr lang="de-DE" kern="0">
                <a:solidFill>
                  <a:prstClr val="white"/>
                </a:solidFill>
                <a:latin typeface="Red Hat Text" panose="02010303040201060303" pitchFamily="2" charset="0"/>
                <a:ea typeface="Red Hat Text" panose="02010303040201060303" pitchFamily="2" charset="0"/>
                <a:cs typeface="Red Hat Text" panose="02010303040201060303" pitchFamily="2" charset="0"/>
              </a:rPr>
              <a:t>Interfaces ▪ Control ▪ MonteCarlo ▪ Dimensions ▪ Scales ▪ Semantics</a:t>
            </a:r>
            <a:endParaRPr lang="de-DE" sz="2000" kern="0">
              <a:solidFill>
                <a:prstClr val="white"/>
              </a:solidFill>
              <a:latin typeface="Red Hat Text" panose="02010303040201060303" pitchFamily="2" charset="0"/>
              <a:ea typeface="Red Hat Text" panose="02010303040201060303" pitchFamily="2" charset="0"/>
              <a:cs typeface="Red Hat Text" panose="02010303040201060303" pitchFamily="2" charset="0"/>
            </a:endParaRPr>
          </a:p>
        </p:txBody>
      </p:sp>
      <p:sp>
        <p:nvSpPr>
          <p:cNvPr id="9" name="Rectangle 12">
            <a:extLst>
              <a:ext uri="{FF2B5EF4-FFF2-40B4-BE49-F238E27FC236}">
                <a16:creationId xmlns:a16="http://schemas.microsoft.com/office/drawing/2014/main" id="{FD3EA3B6-8F5C-30C8-7039-F2359B22E513}"/>
              </a:ext>
            </a:extLst>
          </p:cNvPr>
          <p:cNvSpPr/>
          <p:nvPr/>
        </p:nvSpPr>
        <p:spPr bwMode="gray">
          <a:xfrm rot="16200000">
            <a:off x="-192049" y="3928380"/>
            <a:ext cx="3491335" cy="766506"/>
          </a:xfrm>
          <a:prstGeom prst="rect">
            <a:avLst/>
          </a:prstGeom>
          <a:gradFill flip="none" rotWithShape="1">
            <a:gsLst>
              <a:gs pos="0">
                <a:srgbClr val="10384F">
                  <a:lumMod val="90000"/>
                  <a:lumOff val="10000"/>
                </a:srgbClr>
              </a:gs>
              <a:gs pos="50000">
                <a:srgbClr val="10384F">
                  <a:lumMod val="90000"/>
                  <a:lumOff val="10000"/>
                  <a:shade val="67500"/>
                  <a:satMod val="115000"/>
                </a:srgbClr>
              </a:gs>
              <a:gs pos="100000">
                <a:srgbClr val="10384F">
                  <a:lumMod val="75000"/>
                  <a:lumOff val="25000"/>
                </a:srgbClr>
              </a:gs>
            </a:gsLst>
            <a:lin ang="0" scaled="1"/>
            <a:tileRect/>
          </a:gradFill>
          <a:ln w="12700" cap="flat" cmpd="sng" algn="ctr">
            <a:noFill/>
            <a:prstDash val="solid"/>
            <a:miter lim="800000"/>
          </a:ln>
          <a:effectLst/>
        </p:spPr>
        <p:txBody>
          <a:bodyPr vert="vert" lIns="0" rIns="0" rtlCol="0" anchor="ctr" anchorCtr="0"/>
          <a:lstStyle/>
          <a:p>
            <a:pPr algn="ctr" defTabSz="914218">
              <a:defRPr/>
            </a:pPr>
            <a:endParaRPr lang="de-DE" sz="2000" kern="0">
              <a:solidFill>
                <a:prstClr val="white"/>
              </a:solidFill>
              <a:latin typeface="Red Hat Text" panose="02010303040201060303" pitchFamily="2" charset="0"/>
              <a:ea typeface="Red Hat Text" panose="02010303040201060303" pitchFamily="2" charset="0"/>
              <a:cs typeface="Red Hat Text" panose="02010303040201060303" pitchFamily="2" charset="0"/>
            </a:endParaRPr>
          </a:p>
        </p:txBody>
      </p:sp>
      <p:sp>
        <p:nvSpPr>
          <p:cNvPr id="10" name="Rectangle: Rounded Corners 43">
            <a:extLst>
              <a:ext uri="{FF2B5EF4-FFF2-40B4-BE49-F238E27FC236}">
                <a16:creationId xmlns:a16="http://schemas.microsoft.com/office/drawing/2014/main" id="{7D3E1F2F-7F97-EA30-C2F0-B15BC9B56503}"/>
              </a:ext>
            </a:extLst>
          </p:cNvPr>
          <p:cNvSpPr/>
          <p:nvPr/>
        </p:nvSpPr>
        <p:spPr bwMode="gray">
          <a:xfrm>
            <a:off x="3692974" y="3668696"/>
            <a:ext cx="868298" cy="364584"/>
          </a:xfrm>
          <a:prstGeom prst="roundRect">
            <a:avLst>
              <a:gd name="adj" fmla="val 7077"/>
            </a:avLst>
          </a:prstGeom>
          <a:solidFill>
            <a:srgbClr val="B59D79"/>
          </a:solidFill>
          <a:ln w="19050" cap="flat" cmpd="sng" algn="ctr">
            <a:solidFill>
              <a:srgbClr val="10384F">
                <a:lumMod val="75000"/>
                <a:lumOff val="25000"/>
              </a:srgbClr>
            </a:solidFill>
            <a:prstDash val="solid"/>
            <a:miter lim="800000"/>
          </a:ln>
          <a:effectLst/>
        </p:spPr>
        <p:txBody>
          <a:bodyPr lIns="0" rIns="0" rtlCol="0" anchor="ctr"/>
          <a:lstStyle/>
          <a:p>
            <a:pPr algn="ctr" defTabSz="914218">
              <a:defRPr/>
            </a:pPr>
            <a:r>
              <a:rPr lang="de-DE" sz="1100" kern="0" err="1">
                <a:solidFill>
                  <a:prstClr val="white"/>
                </a:solidFill>
                <a:latin typeface="Red Hat Text" panose="02010303040201060303" pitchFamily="2" charset="0"/>
                <a:ea typeface="Red Hat Text" panose="02010303040201060303" pitchFamily="2" charset="0"/>
                <a:cs typeface="Red Hat Text" panose="02010303040201060303" pitchFamily="2" charset="0"/>
              </a:rPr>
              <a:t>Crop</a:t>
            </a:r>
            <a:r>
              <a:rPr lang="de-DE" sz="1100" kern="0">
                <a:solidFill>
                  <a:prstClr val="white"/>
                </a:solidFill>
                <a:latin typeface="Red Hat Text" panose="02010303040201060303" pitchFamily="2" charset="0"/>
                <a:ea typeface="Red Hat Text" panose="02010303040201060303" pitchFamily="2" charset="0"/>
                <a:cs typeface="Red Hat Text" panose="02010303040201060303" pitchFamily="2" charset="0"/>
              </a:rPr>
              <a:t> c</a:t>
            </a:r>
            <a:r>
              <a:rPr lang="de-DE" sz="1100" kern="0" err="1">
                <a:solidFill>
                  <a:prstClr val="white"/>
                </a:solidFill>
                <a:latin typeface="Red Hat Text" panose="02010303040201060303" pitchFamily="2" charset="0"/>
                <a:ea typeface="Red Hat Text" panose="02010303040201060303" pitchFamily="2" charset="0"/>
                <a:cs typeface="Red Hat Text" panose="02010303040201060303" pitchFamily="2" charset="0"/>
              </a:rPr>
              <a:t>ultivation</a:t>
            </a:r>
            <a:endParaRPr lang="en-US" kern="0">
              <a:solidFill>
                <a:prstClr val="white"/>
              </a:solidFill>
              <a:latin typeface="Red Hat Text" panose="02010303040201060303" pitchFamily="2" charset="0"/>
              <a:ea typeface="Red Hat Text" panose="02010303040201060303" pitchFamily="2" charset="0"/>
              <a:cs typeface="Red Hat Text" panose="02010303040201060303" pitchFamily="2" charset="0"/>
            </a:endParaRPr>
          </a:p>
        </p:txBody>
      </p:sp>
      <p:sp>
        <p:nvSpPr>
          <p:cNvPr id="18" name="Rectangle: Rounded Corners 52">
            <a:extLst>
              <a:ext uri="{FF2B5EF4-FFF2-40B4-BE49-F238E27FC236}">
                <a16:creationId xmlns:a16="http://schemas.microsoft.com/office/drawing/2014/main" id="{53A1C02C-9BDD-A704-B5D5-3F0DC1FE299D}"/>
              </a:ext>
            </a:extLst>
          </p:cNvPr>
          <p:cNvSpPr/>
          <p:nvPr/>
        </p:nvSpPr>
        <p:spPr bwMode="gray">
          <a:xfrm>
            <a:off x="3692974" y="4339032"/>
            <a:ext cx="868298" cy="364584"/>
          </a:xfrm>
          <a:prstGeom prst="roundRect">
            <a:avLst>
              <a:gd name="adj" fmla="val 7077"/>
            </a:avLst>
          </a:prstGeom>
          <a:solidFill>
            <a:srgbClr val="B59D79"/>
          </a:solidFill>
          <a:ln w="19050" cap="flat" cmpd="sng" algn="ctr">
            <a:solidFill>
              <a:srgbClr val="10384F">
                <a:lumMod val="75000"/>
                <a:lumOff val="25000"/>
              </a:srgbClr>
            </a:solidFill>
            <a:prstDash val="solid"/>
            <a:miter lim="800000"/>
          </a:ln>
          <a:effectLst/>
        </p:spPr>
        <p:txBody>
          <a:bodyPr lIns="0" rIns="0" rtlCol="0" anchor="ctr"/>
          <a:lstStyle/>
          <a:p>
            <a:pPr algn="ctr" defTabSz="914218">
              <a:defRPr/>
            </a:pPr>
            <a:r>
              <a:rPr lang="de-DE" sz="1100" kern="0">
                <a:solidFill>
                  <a:prstClr val="white"/>
                </a:solidFill>
                <a:latin typeface="Red Hat Text" panose="02010303040201060303" pitchFamily="2" charset="0"/>
                <a:ea typeface="Red Hat Text" panose="02010303040201060303" pitchFamily="2" charset="0"/>
                <a:cs typeface="Red Hat Text" panose="02010303040201060303" pitchFamily="2" charset="0"/>
              </a:rPr>
              <a:t>PPP use</a:t>
            </a:r>
            <a:endParaRPr lang="en-US" kern="0">
              <a:solidFill>
                <a:prstClr val="white"/>
              </a:solidFill>
              <a:latin typeface="Red Hat Text" panose="02010303040201060303" pitchFamily="2" charset="0"/>
              <a:ea typeface="Red Hat Text" panose="02010303040201060303" pitchFamily="2" charset="0"/>
              <a:cs typeface="Red Hat Text" panose="02010303040201060303" pitchFamily="2" charset="0"/>
            </a:endParaRPr>
          </a:p>
        </p:txBody>
      </p:sp>
      <p:sp>
        <p:nvSpPr>
          <p:cNvPr id="25" name="Rectangle: Rounded Corners 59">
            <a:extLst>
              <a:ext uri="{FF2B5EF4-FFF2-40B4-BE49-F238E27FC236}">
                <a16:creationId xmlns:a16="http://schemas.microsoft.com/office/drawing/2014/main" id="{1FEF34D8-E93A-30C2-1ED2-5A47122CF582}"/>
              </a:ext>
            </a:extLst>
          </p:cNvPr>
          <p:cNvSpPr/>
          <p:nvPr/>
        </p:nvSpPr>
        <p:spPr bwMode="gray">
          <a:xfrm>
            <a:off x="9232054" y="3987702"/>
            <a:ext cx="868298" cy="364584"/>
          </a:xfrm>
          <a:prstGeom prst="roundRect">
            <a:avLst>
              <a:gd name="adj" fmla="val 7077"/>
            </a:avLst>
          </a:prstGeom>
          <a:solidFill>
            <a:schemeClr val="accent5"/>
          </a:solidFill>
          <a:ln w="19050" cap="flat" cmpd="sng" algn="ctr">
            <a:solidFill>
              <a:srgbClr val="10384F">
                <a:lumMod val="75000"/>
                <a:lumOff val="25000"/>
              </a:srgbClr>
            </a:solidFill>
            <a:prstDash val="solid"/>
            <a:miter lim="800000"/>
          </a:ln>
          <a:effectLst/>
        </p:spPr>
        <p:txBody>
          <a:bodyPr lIns="0" rIns="0" rtlCol="0" anchor="ctr"/>
          <a:lstStyle/>
          <a:p>
            <a:pPr algn="ctr" defTabSz="914218">
              <a:defRPr/>
            </a:pPr>
            <a:r>
              <a:rPr lang="de-DE" sz="1100" kern="0">
                <a:solidFill>
                  <a:prstClr val="white"/>
                </a:solidFill>
                <a:latin typeface="Red Hat Text" panose="02010303040201060303" pitchFamily="2" charset="0"/>
                <a:ea typeface="Red Hat Text" panose="02010303040201060303" pitchFamily="2" charset="0"/>
                <a:cs typeface="Red Hat Text" panose="02010303040201060303" pitchFamily="2" charset="0"/>
              </a:rPr>
              <a:t>LP50</a:t>
            </a:r>
            <a:endParaRPr lang="en-US" kern="0">
              <a:solidFill>
                <a:prstClr val="white"/>
              </a:solidFill>
              <a:latin typeface="Red Hat Text" panose="02010303040201060303" pitchFamily="2" charset="0"/>
              <a:ea typeface="Red Hat Text" panose="02010303040201060303" pitchFamily="2" charset="0"/>
              <a:cs typeface="Red Hat Text" panose="02010303040201060303" pitchFamily="2" charset="0"/>
            </a:endParaRPr>
          </a:p>
        </p:txBody>
      </p:sp>
      <p:sp>
        <p:nvSpPr>
          <p:cNvPr id="26" name="Rectangle: Rounded Corners 60">
            <a:extLst>
              <a:ext uri="{FF2B5EF4-FFF2-40B4-BE49-F238E27FC236}">
                <a16:creationId xmlns:a16="http://schemas.microsoft.com/office/drawing/2014/main" id="{F38E30B5-80CD-AD7E-C31B-856C40794BB0}"/>
              </a:ext>
            </a:extLst>
          </p:cNvPr>
          <p:cNvSpPr/>
          <p:nvPr/>
        </p:nvSpPr>
        <p:spPr bwMode="gray">
          <a:xfrm>
            <a:off x="9232054" y="3464864"/>
            <a:ext cx="868298" cy="364584"/>
          </a:xfrm>
          <a:prstGeom prst="roundRect">
            <a:avLst>
              <a:gd name="adj" fmla="val 7077"/>
            </a:avLst>
          </a:prstGeom>
          <a:solidFill>
            <a:schemeClr val="accent5"/>
          </a:solidFill>
          <a:ln w="19050" cap="flat" cmpd="sng" algn="ctr">
            <a:solidFill>
              <a:srgbClr val="10384F">
                <a:lumMod val="75000"/>
                <a:lumOff val="25000"/>
              </a:srgbClr>
            </a:solidFill>
            <a:prstDash val="solid"/>
            <a:miter lim="800000"/>
          </a:ln>
          <a:effectLst/>
        </p:spPr>
        <p:txBody>
          <a:bodyPr lIns="0" rIns="0" rtlCol="0" anchor="ctr"/>
          <a:lstStyle/>
          <a:p>
            <a:pPr algn="ctr" defTabSz="914218">
              <a:defRPr/>
            </a:pPr>
            <a:r>
              <a:rPr lang="de-DE" sz="1100" kern="0">
                <a:solidFill>
                  <a:prstClr val="white"/>
                </a:solidFill>
                <a:latin typeface="Red Hat Text" panose="02010303040201060303" pitchFamily="2" charset="0"/>
                <a:ea typeface="Red Hat Text" panose="02010303040201060303" pitchFamily="2" charset="0"/>
                <a:cs typeface="Red Hat Text" panose="02010303040201060303" pitchFamily="2" charset="0"/>
              </a:rPr>
              <a:t>Population</a:t>
            </a:r>
            <a:endParaRPr lang="en-US" kern="0">
              <a:solidFill>
                <a:prstClr val="white"/>
              </a:solidFill>
              <a:latin typeface="Red Hat Text" panose="02010303040201060303" pitchFamily="2" charset="0"/>
              <a:ea typeface="Red Hat Text" panose="02010303040201060303" pitchFamily="2" charset="0"/>
              <a:cs typeface="Red Hat Text" panose="02010303040201060303" pitchFamily="2" charset="0"/>
            </a:endParaRPr>
          </a:p>
        </p:txBody>
      </p:sp>
      <p:sp>
        <p:nvSpPr>
          <p:cNvPr id="27" name="Rectangle: Rounded Corners 61">
            <a:extLst>
              <a:ext uri="{FF2B5EF4-FFF2-40B4-BE49-F238E27FC236}">
                <a16:creationId xmlns:a16="http://schemas.microsoft.com/office/drawing/2014/main" id="{36097640-F5E5-B92F-DFBC-9F959408D847}"/>
              </a:ext>
            </a:extLst>
          </p:cNvPr>
          <p:cNvSpPr/>
          <p:nvPr/>
        </p:nvSpPr>
        <p:spPr bwMode="gray">
          <a:xfrm>
            <a:off x="9232054" y="4505315"/>
            <a:ext cx="868298" cy="364584"/>
          </a:xfrm>
          <a:prstGeom prst="roundRect">
            <a:avLst>
              <a:gd name="adj" fmla="val 7077"/>
            </a:avLst>
          </a:prstGeom>
          <a:solidFill>
            <a:schemeClr val="accent5"/>
          </a:solidFill>
          <a:ln w="19050" cap="flat" cmpd="sng" algn="ctr">
            <a:solidFill>
              <a:srgbClr val="10384F">
                <a:lumMod val="75000"/>
                <a:lumOff val="25000"/>
              </a:srgbClr>
            </a:solidFill>
            <a:prstDash val="solid"/>
            <a:miter lim="800000"/>
          </a:ln>
          <a:effectLst/>
        </p:spPr>
        <p:txBody>
          <a:bodyPr lIns="0" rIns="0" rtlCol="0" anchor="ctr"/>
          <a:lstStyle/>
          <a:p>
            <a:pPr algn="ctr" defTabSz="914218">
              <a:defRPr/>
            </a:pPr>
            <a:r>
              <a:rPr lang="de-DE" sz="1100" kern="0">
                <a:solidFill>
                  <a:prstClr val="white"/>
                </a:solidFill>
                <a:latin typeface="Red Hat Text" panose="02010303040201060303" pitchFamily="2" charset="0"/>
                <a:ea typeface="Red Hat Text" panose="02010303040201060303" pitchFamily="2" charset="0"/>
                <a:cs typeface="Red Hat Text" panose="02010303040201060303" pitchFamily="2" charset="0"/>
              </a:rPr>
              <a:t>Exposure</a:t>
            </a:r>
            <a:endParaRPr lang="en-US" kern="0">
              <a:solidFill>
                <a:prstClr val="white"/>
              </a:solidFill>
              <a:latin typeface="Red Hat Text" panose="02010303040201060303" pitchFamily="2" charset="0"/>
              <a:ea typeface="Red Hat Text" panose="02010303040201060303" pitchFamily="2" charset="0"/>
              <a:cs typeface="Red Hat Text" panose="02010303040201060303" pitchFamily="2" charset="0"/>
            </a:endParaRPr>
          </a:p>
        </p:txBody>
      </p:sp>
      <p:sp>
        <p:nvSpPr>
          <p:cNvPr id="11" name="Rectangle: Rounded Corners 44">
            <a:extLst>
              <a:ext uri="{FF2B5EF4-FFF2-40B4-BE49-F238E27FC236}">
                <a16:creationId xmlns:a16="http://schemas.microsoft.com/office/drawing/2014/main" id="{6FF75826-CF6E-C171-FEC8-CD6982338E2D}"/>
              </a:ext>
            </a:extLst>
          </p:cNvPr>
          <p:cNvSpPr/>
          <p:nvPr/>
        </p:nvSpPr>
        <p:spPr bwMode="gray">
          <a:xfrm>
            <a:off x="5120030" y="3464864"/>
            <a:ext cx="868298" cy="364584"/>
          </a:xfrm>
          <a:prstGeom prst="roundRect">
            <a:avLst>
              <a:gd name="adj" fmla="val 7077"/>
            </a:avLst>
          </a:prstGeom>
          <a:solidFill>
            <a:srgbClr val="D1A3C8"/>
          </a:solidFill>
          <a:ln w="19050" cap="flat" cmpd="sng" algn="ctr">
            <a:solidFill>
              <a:srgbClr val="10384F">
                <a:lumMod val="75000"/>
                <a:lumOff val="25000"/>
              </a:srgbClr>
            </a:solidFill>
            <a:prstDash val="solid"/>
            <a:miter lim="800000"/>
          </a:ln>
          <a:effectLst/>
        </p:spPr>
        <p:txBody>
          <a:bodyPr lIns="0" rIns="0" rtlCol="0" anchor="ctr"/>
          <a:lstStyle/>
          <a:p>
            <a:pPr algn="ctr" defTabSz="914218">
              <a:defRPr/>
            </a:pPr>
            <a:r>
              <a:rPr lang="de-DE" sz="1100" kern="0">
                <a:solidFill>
                  <a:prstClr val="white"/>
                </a:solidFill>
                <a:latin typeface="Red Hat Text" panose="02010303040201060303" pitchFamily="2" charset="0"/>
                <a:ea typeface="Red Hat Text" panose="02010303040201060303" pitchFamily="2" charset="0"/>
                <a:cs typeface="Red Hat Text" panose="02010303040201060303" pitchFamily="2" charset="0"/>
              </a:rPr>
              <a:t>xDrift</a:t>
            </a:r>
            <a:endParaRPr lang="en-US" kern="0">
              <a:solidFill>
                <a:prstClr val="white"/>
              </a:solidFill>
              <a:latin typeface="Red Hat Text" panose="02010303040201060303" pitchFamily="2" charset="0"/>
              <a:ea typeface="Red Hat Text" panose="02010303040201060303" pitchFamily="2" charset="0"/>
              <a:cs typeface="Red Hat Text" panose="02010303040201060303" pitchFamily="2" charset="0"/>
            </a:endParaRPr>
          </a:p>
        </p:txBody>
      </p:sp>
      <p:sp>
        <p:nvSpPr>
          <p:cNvPr id="13" name="Rectangle: Rounded Corners 47">
            <a:extLst>
              <a:ext uri="{FF2B5EF4-FFF2-40B4-BE49-F238E27FC236}">
                <a16:creationId xmlns:a16="http://schemas.microsoft.com/office/drawing/2014/main" id="{66B384F9-EC51-C9D4-70F0-056B4378BC93}"/>
              </a:ext>
            </a:extLst>
          </p:cNvPr>
          <p:cNvSpPr/>
          <p:nvPr/>
        </p:nvSpPr>
        <p:spPr bwMode="gray">
          <a:xfrm>
            <a:off x="5120030" y="3987702"/>
            <a:ext cx="868298" cy="364584"/>
          </a:xfrm>
          <a:prstGeom prst="roundRect">
            <a:avLst>
              <a:gd name="adj" fmla="val 7077"/>
            </a:avLst>
          </a:prstGeom>
          <a:solidFill>
            <a:schemeClr val="bg1">
              <a:lumMod val="65000"/>
            </a:schemeClr>
          </a:solidFill>
          <a:ln w="19050" cap="flat" cmpd="sng" algn="ctr">
            <a:solidFill>
              <a:srgbClr val="10384F">
                <a:lumMod val="75000"/>
                <a:lumOff val="25000"/>
              </a:srgbClr>
            </a:solidFill>
            <a:prstDash val="solid"/>
            <a:miter lim="800000"/>
          </a:ln>
          <a:effectLst/>
        </p:spPr>
        <p:txBody>
          <a:bodyPr lIns="0" rIns="0" rtlCol="0" anchor="ctr"/>
          <a:lstStyle/>
          <a:p>
            <a:pPr algn="ctr" defTabSz="914218">
              <a:defRPr/>
            </a:pPr>
            <a:r>
              <a:rPr lang="de-DE" sz="1100" kern="0">
                <a:solidFill>
                  <a:prstClr val="white"/>
                </a:solidFill>
                <a:latin typeface="Red Hat Text" panose="02010303040201060303" pitchFamily="2" charset="0"/>
                <a:ea typeface="Red Hat Text" panose="02010303040201060303" pitchFamily="2" charset="0"/>
                <a:cs typeface="Red Hat Text" panose="02010303040201060303" pitchFamily="2" charset="0"/>
              </a:rPr>
              <a:t>xRunoff</a:t>
            </a:r>
            <a:endParaRPr lang="en-US" kern="0">
              <a:solidFill>
                <a:prstClr val="white"/>
              </a:solidFill>
              <a:latin typeface="Red Hat Text" panose="02010303040201060303" pitchFamily="2" charset="0"/>
              <a:ea typeface="Red Hat Text" panose="02010303040201060303" pitchFamily="2" charset="0"/>
              <a:cs typeface="Red Hat Text" panose="02010303040201060303" pitchFamily="2" charset="0"/>
            </a:endParaRPr>
          </a:p>
        </p:txBody>
      </p:sp>
      <p:sp>
        <p:nvSpPr>
          <p:cNvPr id="14" name="Rectangle: Rounded Corners 48">
            <a:extLst>
              <a:ext uri="{FF2B5EF4-FFF2-40B4-BE49-F238E27FC236}">
                <a16:creationId xmlns:a16="http://schemas.microsoft.com/office/drawing/2014/main" id="{889C4CAF-D4FC-31C3-2461-8B8284537009}"/>
              </a:ext>
            </a:extLst>
          </p:cNvPr>
          <p:cNvSpPr/>
          <p:nvPr/>
        </p:nvSpPr>
        <p:spPr bwMode="gray">
          <a:xfrm>
            <a:off x="5120030" y="4510540"/>
            <a:ext cx="868298" cy="364584"/>
          </a:xfrm>
          <a:prstGeom prst="roundRect">
            <a:avLst>
              <a:gd name="adj" fmla="val 7077"/>
            </a:avLst>
          </a:prstGeom>
          <a:solidFill>
            <a:srgbClr val="D1A3C8"/>
          </a:solidFill>
          <a:ln w="19050" cap="flat" cmpd="sng" algn="ctr">
            <a:solidFill>
              <a:srgbClr val="10384F">
                <a:lumMod val="75000"/>
                <a:lumOff val="25000"/>
              </a:srgbClr>
            </a:solidFill>
            <a:prstDash val="solid"/>
            <a:miter lim="800000"/>
          </a:ln>
          <a:effectLst/>
        </p:spPr>
        <p:txBody>
          <a:bodyPr lIns="0" rIns="0" rtlCol="0" anchor="ctr"/>
          <a:lstStyle/>
          <a:p>
            <a:pPr algn="ctr" defTabSz="914218">
              <a:defRPr/>
            </a:pPr>
            <a:r>
              <a:rPr lang="de-DE" sz="1100" kern="0">
                <a:solidFill>
                  <a:prstClr val="white"/>
                </a:solidFill>
                <a:latin typeface="Red Hat Text" panose="02010303040201060303" pitchFamily="2" charset="0"/>
                <a:ea typeface="Red Hat Text" panose="02010303040201060303" pitchFamily="2" charset="0"/>
                <a:cs typeface="Red Hat Text" panose="02010303040201060303" pitchFamily="2" charset="0"/>
              </a:rPr>
              <a:t>xDrainage</a:t>
            </a:r>
            <a:endParaRPr lang="en-US" sz="1100" kern="0">
              <a:solidFill>
                <a:prstClr val="white"/>
              </a:solidFill>
              <a:latin typeface="Red Hat Text" panose="02010303040201060303" pitchFamily="2" charset="0"/>
              <a:ea typeface="Red Hat Text" panose="02010303040201060303" pitchFamily="2" charset="0"/>
              <a:cs typeface="Red Hat Text" panose="02010303040201060303" pitchFamily="2" charset="0"/>
            </a:endParaRPr>
          </a:p>
        </p:txBody>
      </p:sp>
      <p:sp>
        <p:nvSpPr>
          <p:cNvPr id="22" name="Rectangle: Rounded Corners 56">
            <a:extLst>
              <a:ext uri="{FF2B5EF4-FFF2-40B4-BE49-F238E27FC236}">
                <a16:creationId xmlns:a16="http://schemas.microsoft.com/office/drawing/2014/main" id="{5FCCBFC8-95BD-4E9E-B0A2-BD605DACA004}"/>
              </a:ext>
            </a:extLst>
          </p:cNvPr>
          <p:cNvSpPr/>
          <p:nvPr/>
        </p:nvSpPr>
        <p:spPr bwMode="gray">
          <a:xfrm>
            <a:off x="6225230" y="4510540"/>
            <a:ext cx="868298" cy="364584"/>
          </a:xfrm>
          <a:prstGeom prst="roundRect">
            <a:avLst>
              <a:gd name="adj" fmla="val 7077"/>
            </a:avLst>
          </a:prstGeom>
          <a:solidFill>
            <a:srgbClr val="D1A3C8"/>
          </a:solidFill>
          <a:ln w="19050" cap="flat" cmpd="sng" algn="ctr">
            <a:solidFill>
              <a:srgbClr val="10384F">
                <a:lumMod val="75000"/>
                <a:lumOff val="25000"/>
              </a:srgbClr>
            </a:solidFill>
            <a:prstDash val="solid"/>
            <a:miter lim="800000"/>
          </a:ln>
          <a:effectLst/>
        </p:spPr>
        <p:txBody>
          <a:bodyPr lIns="0" rIns="0" rtlCol="0" anchor="ctr"/>
          <a:lstStyle/>
          <a:p>
            <a:pPr algn="ctr" defTabSz="914218">
              <a:defRPr/>
            </a:pPr>
            <a:r>
              <a:rPr lang="de-DE" sz="1100" kern="0">
                <a:solidFill>
                  <a:prstClr val="white"/>
                </a:solidFill>
                <a:latin typeface="Red Hat Text" panose="02010303040201060303" pitchFamily="2" charset="0"/>
                <a:ea typeface="Red Hat Text" panose="02010303040201060303" pitchFamily="2" charset="0"/>
                <a:cs typeface="Red Hat Text" panose="02010303040201060303" pitchFamily="2" charset="0"/>
              </a:rPr>
              <a:t>Toxswa</a:t>
            </a:r>
            <a:endParaRPr lang="en-US" kern="0">
              <a:solidFill>
                <a:prstClr val="white"/>
              </a:solidFill>
              <a:latin typeface="Red Hat Text" panose="02010303040201060303" pitchFamily="2" charset="0"/>
              <a:ea typeface="Red Hat Text" panose="02010303040201060303" pitchFamily="2" charset="0"/>
              <a:cs typeface="Red Hat Text" panose="02010303040201060303" pitchFamily="2" charset="0"/>
            </a:endParaRPr>
          </a:p>
        </p:txBody>
      </p:sp>
      <p:sp>
        <p:nvSpPr>
          <p:cNvPr id="29" name="Rectangle: Rounded Corners 63">
            <a:extLst>
              <a:ext uri="{FF2B5EF4-FFF2-40B4-BE49-F238E27FC236}">
                <a16:creationId xmlns:a16="http://schemas.microsoft.com/office/drawing/2014/main" id="{895EB25C-E700-A9D4-B431-5EC8D604EED0}"/>
              </a:ext>
            </a:extLst>
          </p:cNvPr>
          <p:cNvSpPr/>
          <p:nvPr/>
        </p:nvSpPr>
        <p:spPr bwMode="gray">
          <a:xfrm>
            <a:off x="6215203" y="3981864"/>
            <a:ext cx="868298" cy="364584"/>
          </a:xfrm>
          <a:prstGeom prst="roundRect">
            <a:avLst>
              <a:gd name="adj" fmla="val 7077"/>
            </a:avLst>
          </a:prstGeom>
          <a:solidFill>
            <a:srgbClr val="D1A3C8"/>
          </a:solidFill>
          <a:ln w="19050" cap="flat" cmpd="sng" algn="ctr">
            <a:solidFill>
              <a:srgbClr val="10384F">
                <a:lumMod val="75000"/>
                <a:lumOff val="25000"/>
              </a:srgbClr>
            </a:solidFill>
            <a:prstDash val="solid"/>
            <a:miter lim="800000"/>
          </a:ln>
          <a:effectLst/>
        </p:spPr>
        <p:txBody>
          <a:bodyPr lIns="0" rIns="0" rtlCol="0" anchor="ctr"/>
          <a:lstStyle/>
          <a:p>
            <a:pPr algn="ctr" defTabSz="914218">
              <a:defRPr/>
            </a:pPr>
            <a:r>
              <a:rPr lang="de-DE" sz="1100" kern="0">
                <a:solidFill>
                  <a:prstClr val="white"/>
                </a:solidFill>
                <a:latin typeface="Red Hat Text" panose="02010303040201060303" pitchFamily="2" charset="0"/>
                <a:ea typeface="Red Hat Text" panose="02010303040201060303" pitchFamily="2" charset="0"/>
                <a:cs typeface="Red Hat Text" panose="02010303040201060303" pitchFamily="2" charset="0"/>
              </a:rPr>
              <a:t>Steps1234</a:t>
            </a:r>
            <a:endParaRPr lang="en-US" kern="0">
              <a:solidFill>
                <a:prstClr val="white"/>
              </a:solidFill>
              <a:latin typeface="Red Hat Text" panose="02010303040201060303" pitchFamily="2" charset="0"/>
              <a:ea typeface="Red Hat Text" panose="02010303040201060303" pitchFamily="2" charset="0"/>
              <a:cs typeface="Red Hat Text" panose="02010303040201060303" pitchFamily="2" charset="0"/>
            </a:endParaRPr>
          </a:p>
        </p:txBody>
      </p:sp>
      <p:sp>
        <p:nvSpPr>
          <p:cNvPr id="15" name="Rectangle: Rounded Corners 49">
            <a:extLst>
              <a:ext uri="{FF2B5EF4-FFF2-40B4-BE49-F238E27FC236}">
                <a16:creationId xmlns:a16="http://schemas.microsoft.com/office/drawing/2014/main" id="{A831230C-3095-2390-C2D3-5264C835C5F3}"/>
              </a:ext>
            </a:extLst>
          </p:cNvPr>
          <p:cNvSpPr/>
          <p:nvPr/>
        </p:nvSpPr>
        <p:spPr bwMode="gray">
          <a:xfrm>
            <a:off x="2247170" y="4488060"/>
            <a:ext cx="868298" cy="364584"/>
          </a:xfrm>
          <a:prstGeom prst="roundRect">
            <a:avLst>
              <a:gd name="adj" fmla="val 7077"/>
            </a:avLst>
          </a:prstGeom>
          <a:solidFill>
            <a:srgbClr val="10384F">
              <a:lumMod val="50000"/>
              <a:lumOff val="50000"/>
            </a:srgbClr>
          </a:solidFill>
          <a:ln w="19050" cap="flat" cmpd="sng" algn="ctr">
            <a:solidFill>
              <a:srgbClr val="10384F">
                <a:lumMod val="75000"/>
                <a:lumOff val="25000"/>
              </a:srgbClr>
            </a:solidFill>
            <a:prstDash val="solid"/>
            <a:miter lim="800000"/>
          </a:ln>
          <a:effectLst/>
        </p:spPr>
        <p:txBody>
          <a:bodyPr lIns="0" rIns="0" rtlCol="0" anchor="ctr"/>
          <a:lstStyle/>
          <a:p>
            <a:pPr algn="ctr" defTabSz="914218">
              <a:defRPr/>
            </a:pPr>
            <a:r>
              <a:rPr lang="de-DE" sz="1100" kern="0" err="1">
                <a:solidFill>
                  <a:prstClr val="white"/>
                </a:solidFill>
                <a:latin typeface="Red Hat Text" panose="02010303040201060303" pitchFamily="2" charset="0"/>
                <a:ea typeface="Red Hat Text" panose="02010303040201060303" pitchFamily="2" charset="0"/>
                <a:cs typeface="Red Hat Text" panose="02010303040201060303" pitchFamily="2" charset="0"/>
              </a:rPr>
              <a:t>Water</a:t>
            </a:r>
            <a:r>
              <a:rPr lang="de-DE" sz="1100" kern="0">
                <a:solidFill>
                  <a:prstClr val="white"/>
                </a:solidFill>
                <a:latin typeface="Red Hat Text" panose="02010303040201060303" pitchFamily="2" charset="0"/>
                <a:ea typeface="Red Hat Text" panose="02010303040201060303" pitchFamily="2" charset="0"/>
                <a:cs typeface="Red Hat Text" panose="02010303040201060303" pitchFamily="2" charset="0"/>
              </a:rPr>
              <a:t> </a:t>
            </a:r>
            <a:r>
              <a:rPr lang="de-DE" sz="1100" kern="0" err="1">
                <a:solidFill>
                  <a:prstClr val="white"/>
                </a:solidFill>
                <a:latin typeface="Red Hat Text" panose="02010303040201060303" pitchFamily="2" charset="0"/>
                <a:ea typeface="Red Hat Text" panose="02010303040201060303" pitchFamily="2" charset="0"/>
                <a:cs typeface="Red Hat Text" panose="02010303040201060303" pitchFamily="2" charset="0"/>
              </a:rPr>
              <a:t>temperature</a:t>
            </a:r>
            <a:endParaRPr lang="en-US" kern="0">
              <a:solidFill>
                <a:prstClr val="white"/>
              </a:solidFill>
              <a:latin typeface="Red Hat Text" panose="02010303040201060303" pitchFamily="2" charset="0"/>
              <a:ea typeface="Red Hat Text" panose="02010303040201060303" pitchFamily="2" charset="0"/>
              <a:cs typeface="Red Hat Text" panose="02010303040201060303" pitchFamily="2" charset="0"/>
            </a:endParaRPr>
          </a:p>
        </p:txBody>
      </p:sp>
      <p:sp>
        <p:nvSpPr>
          <p:cNvPr id="16" name="Rectangle: Rounded Corners 50">
            <a:extLst>
              <a:ext uri="{FF2B5EF4-FFF2-40B4-BE49-F238E27FC236}">
                <a16:creationId xmlns:a16="http://schemas.microsoft.com/office/drawing/2014/main" id="{D40E0F46-DBC8-DF92-223F-FF4D1899A8CB}"/>
              </a:ext>
            </a:extLst>
          </p:cNvPr>
          <p:cNvSpPr/>
          <p:nvPr/>
        </p:nvSpPr>
        <p:spPr bwMode="gray">
          <a:xfrm>
            <a:off x="2247170" y="3987232"/>
            <a:ext cx="868298" cy="364584"/>
          </a:xfrm>
          <a:prstGeom prst="roundRect">
            <a:avLst>
              <a:gd name="adj" fmla="val 7077"/>
            </a:avLst>
          </a:prstGeom>
          <a:solidFill>
            <a:srgbClr val="10384F">
              <a:lumMod val="50000"/>
              <a:lumOff val="50000"/>
            </a:srgbClr>
          </a:solidFill>
          <a:ln w="19050" cap="flat" cmpd="sng" algn="ctr">
            <a:solidFill>
              <a:srgbClr val="10384F">
                <a:lumMod val="75000"/>
                <a:lumOff val="25000"/>
              </a:srgbClr>
            </a:solidFill>
            <a:prstDash val="solid"/>
            <a:miter lim="800000"/>
          </a:ln>
          <a:effectLst/>
        </p:spPr>
        <p:txBody>
          <a:bodyPr lIns="0" rIns="0" rtlCol="0" anchor="ctr"/>
          <a:lstStyle/>
          <a:p>
            <a:pPr algn="ctr" defTabSz="914218">
              <a:defRPr/>
            </a:pPr>
            <a:r>
              <a:rPr lang="de-DE" sz="1100" kern="0">
                <a:solidFill>
                  <a:prstClr val="white"/>
                </a:solidFill>
                <a:latin typeface="Red Hat Text" panose="02010303040201060303" pitchFamily="2" charset="0"/>
                <a:ea typeface="Red Hat Text" panose="02010303040201060303" pitchFamily="2" charset="0"/>
                <a:cs typeface="Red Hat Text" panose="02010303040201060303" pitchFamily="2" charset="0"/>
              </a:rPr>
              <a:t>Hydrology</a:t>
            </a:r>
            <a:endParaRPr lang="en-US" kern="0">
              <a:solidFill>
                <a:prstClr val="white"/>
              </a:solidFill>
              <a:latin typeface="Red Hat Text" panose="02010303040201060303" pitchFamily="2" charset="0"/>
              <a:ea typeface="Red Hat Text" panose="02010303040201060303" pitchFamily="2" charset="0"/>
              <a:cs typeface="Red Hat Text" panose="02010303040201060303" pitchFamily="2" charset="0"/>
            </a:endParaRPr>
          </a:p>
        </p:txBody>
      </p:sp>
      <p:sp>
        <p:nvSpPr>
          <p:cNvPr id="30" name="Rectangle: Rounded Corners 50">
            <a:extLst>
              <a:ext uri="{FF2B5EF4-FFF2-40B4-BE49-F238E27FC236}">
                <a16:creationId xmlns:a16="http://schemas.microsoft.com/office/drawing/2014/main" id="{7A5F5A75-3826-C54B-4AB2-C0FFEEEA19D7}"/>
              </a:ext>
            </a:extLst>
          </p:cNvPr>
          <p:cNvSpPr/>
          <p:nvPr/>
        </p:nvSpPr>
        <p:spPr bwMode="gray">
          <a:xfrm>
            <a:off x="2247170" y="3486404"/>
            <a:ext cx="868298" cy="364584"/>
          </a:xfrm>
          <a:prstGeom prst="roundRect">
            <a:avLst>
              <a:gd name="adj" fmla="val 7077"/>
            </a:avLst>
          </a:prstGeom>
          <a:solidFill>
            <a:srgbClr val="10384F">
              <a:lumMod val="50000"/>
              <a:lumOff val="50000"/>
            </a:srgbClr>
          </a:solidFill>
          <a:ln w="19050" cap="flat" cmpd="sng" algn="ctr">
            <a:solidFill>
              <a:srgbClr val="10384F">
                <a:lumMod val="75000"/>
                <a:lumOff val="25000"/>
              </a:srgbClr>
            </a:solidFill>
            <a:prstDash val="solid"/>
            <a:miter lim="800000"/>
          </a:ln>
          <a:effectLst/>
        </p:spPr>
        <p:txBody>
          <a:bodyPr lIns="0" rIns="0" rtlCol="0" anchor="ctr"/>
          <a:lstStyle/>
          <a:p>
            <a:pPr algn="ctr" defTabSz="914218">
              <a:defRPr/>
            </a:pPr>
            <a:r>
              <a:rPr lang="de-DE" sz="1100" kern="0">
                <a:solidFill>
                  <a:prstClr val="white"/>
                </a:solidFill>
                <a:latin typeface="Red Hat Text" panose="02010303040201060303" pitchFamily="2" charset="0"/>
                <a:ea typeface="Red Hat Text" panose="02010303040201060303" pitchFamily="2" charset="0"/>
                <a:cs typeface="Red Hat Text" panose="02010303040201060303" pitchFamily="2" charset="0"/>
              </a:rPr>
              <a:t>Stream Network</a:t>
            </a:r>
            <a:endParaRPr lang="en-US" kern="0">
              <a:solidFill>
                <a:prstClr val="white"/>
              </a:solidFill>
              <a:latin typeface="Red Hat Text" panose="02010303040201060303" pitchFamily="2" charset="0"/>
              <a:ea typeface="Red Hat Text" panose="02010303040201060303" pitchFamily="2" charset="0"/>
              <a:cs typeface="Red Hat Text" panose="02010303040201060303" pitchFamily="2" charset="0"/>
            </a:endParaRPr>
          </a:p>
        </p:txBody>
      </p:sp>
      <p:sp>
        <p:nvSpPr>
          <p:cNvPr id="23" name="Rectangle: Rounded Corners 57">
            <a:extLst>
              <a:ext uri="{FF2B5EF4-FFF2-40B4-BE49-F238E27FC236}">
                <a16:creationId xmlns:a16="http://schemas.microsoft.com/office/drawing/2014/main" id="{7B1C2B55-F838-EA11-5FC5-941EAEAE6C3B}"/>
              </a:ext>
            </a:extLst>
          </p:cNvPr>
          <p:cNvSpPr/>
          <p:nvPr/>
        </p:nvSpPr>
        <p:spPr bwMode="gray">
          <a:xfrm>
            <a:off x="7667653" y="3338209"/>
            <a:ext cx="868298" cy="364584"/>
          </a:xfrm>
          <a:prstGeom prst="roundRect">
            <a:avLst>
              <a:gd name="adj" fmla="val 7077"/>
            </a:avLst>
          </a:prstGeom>
          <a:solidFill>
            <a:srgbClr val="443247">
              <a:lumMod val="60000"/>
              <a:lumOff val="40000"/>
            </a:srgbClr>
          </a:solidFill>
          <a:ln w="19050" cap="flat" cmpd="sng" algn="ctr">
            <a:solidFill>
              <a:srgbClr val="10384F">
                <a:lumMod val="75000"/>
                <a:lumOff val="25000"/>
              </a:srgbClr>
            </a:solidFill>
            <a:prstDash val="solid"/>
            <a:miter lim="800000"/>
          </a:ln>
          <a:effectLst/>
        </p:spPr>
        <p:txBody>
          <a:bodyPr lIns="0" rIns="0" rtlCol="0" anchor="ctr"/>
          <a:lstStyle/>
          <a:p>
            <a:pPr algn="ctr" defTabSz="914218">
              <a:defRPr/>
            </a:pPr>
            <a:r>
              <a:rPr lang="de-DE" sz="1100" kern="0">
                <a:solidFill>
                  <a:prstClr val="white"/>
                </a:solidFill>
                <a:latin typeface="Red Hat Text" panose="02010303040201060303" pitchFamily="2" charset="0"/>
                <a:ea typeface="Red Hat Text" panose="02010303040201060303" pitchFamily="2" charset="0"/>
                <a:cs typeface="Red Hat Text" panose="02010303040201060303" pitchFamily="2" charset="0"/>
              </a:rPr>
              <a:t>GUTS</a:t>
            </a:r>
            <a:endParaRPr lang="en-US" kern="0">
              <a:solidFill>
                <a:prstClr val="white"/>
              </a:solidFill>
              <a:latin typeface="Red Hat Text" panose="02010303040201060303" pitchFamily="2" charset="0"/>
              <a:ea typeface="Red Hat Text" panose="02010303040201060303" pitchFamily="2" charset="0"/>
              <a:cs typeface="Red Hat Text" panose="02010303040201060303" pitchFamily="2" charset="0"/>
            </a:endParaRPr>
          </a:p>
        </p:txBody>
      </p:sp>
      <p:sp>
        <p:nvSpPr>
          <p:cNvPr id="24" name="Rectangle: Rounded Corners 58">
            <a:extLst>
              <a:ext uri="{FF2B5EF4-FFF2-40B4-BE49-F238E27FC236}">
                <a16:creationId xmlns:a16="http://schemas.microsoft.com/office/drawing/2014/main" id="{45662667-404F-ECA9-BFA5-54E8048B5F75}"/>
              </a:ext>
            </a:extLst>
          </p:cNvPr>
          <p:cNvSpPr/>
          <p:nvPr/>
        </p:nvSpPr>
        <p:spPr bwMode="gray">
          <a:xfrm>
            <a:off x="7667653" y="3779550"/>
            <a:ext cx="868298" cy="364584"/>
          </a:xfrm>
          <a:prstGeom prst="roundRect">
            <a:avLst>
              <a:gd name="adj" fmla="val 7077"/>
            </a:avLst>
          </a:prstGeom>
          <a:solidFill>
            <a:srgbClr val="443247">
              <a:lumMod val="60000"/>
              <a:lumOff val="40000"/>
            </a:srgbClr>
          </a:solidFill>
          <a:ln w="19050" cap="flat" cmpd="sng" algn="ctr">
            <a:solidFill>
              <a:srgbClr val="10384F">
                <a:lumMod val="75000"/>
                <a:lumOff val="25000"/>
              </a:srgbClr>
            </a:solidFill>
            <a:prstDash val="solid"/>
            <a:miter lim="800000"/>
          </a:ln>
          <a:effectLst/>
        </p:spPr>
        <p:txBody>
          <a:bodyPr lIns="0" rIns="0" rtlCol="0" anchor="ctr"/>
          <a:lstStyle/>
          <a:p>
            <a:pPr algn="ctr" defTabSz="914218">
              <a:defRPr/>
            </a:pPr>
            <a:r>
              <a:rPr lang="de-DE" sz="1100" kern="0">
                <a:solidFill>
                  <a:prstClr val="white"/>
                </a:solidFill>
                <a:latin typeface="Red Hat Text" panose="02010303040201060303" pitchFamily="2" charset="0"/>
                <a:ea typeface="Red Hat Text" panose="02010303040201060303" pitchFamily="2" charset="0"/>
                <a:cs typeface="Red Hat Text" panose="02010303040201060303" pitchFamily="2" charset="0"/>
              </a:rPr>
              <a:t>MASTEP</a:t>
            </a:r>
            <a:endParaRPr lang="en-US" kern="0">
              <a:solidFill>
                <a:prstClr val="white"/>
              </a:solidFill>
              <a:latin typeface="Red Hat Text" panose="02010303040201060303" pitchFamily="2" charset="0"/>
              <a:ea typeface="Red Hat Text" panose="02010303040201060303" pitchFamily="2" charset="0"/>
              <a:cs typeface="Red Hat Text" panose="02010303040201060303" pitchFamily="2" charset="0"/>
            </a:endParaRPr>
          </a:p>
        </p:txBody>
      </p:sp>
      <p:sp>
        <p:nvSpPr>
          <p:cNvPr id="28" name="Rectangle: Rounded Corners 62">
            <a:extLst>
              <a:ext uri="{FF2B5EF4-FFF2-40B4-BE49-F238E27FC236}">
                <a16:creationId xmlns:a16="http://schemas.microsoft.com/office/drawing/2014/main" id="{3B40B229-38E7-AFA0-AC48-FBFE0803B6FF}"/>
              </a:ext>
            </a:extLst>
          </p:cNvPr>
          <p:cNvSpPr/>
          <p:nvPr/>
        </p:nvSpPr>
        <p:spPr bwMode="gray">
          <a:xfrm>
            <a:off x="7667653" y="4660595"/>
            <a:ext cx="868298" cy="364584"/>
          </a:xfrm>
          <a:prstGeom prst="roundRect">
            <a:avLst>
              <a:gd name="adj" fmla="val 7077"/>
            </a:avLst>
          </a:prstGeom>
          <a:solidFill>
            <a:srgbClr val="443247">
              <a:lumMod val="60000"/>
              <a:lumOff val="40000"/>
            </a:srgbClr>
          </a:solidFill>
          <a:ln w="19050" cap="flat" cmpd="sng" algn="ctr">
            <a:solidFill>
              <a:srgbClr val="10384F">
                <a:lumMod val="75000"/>
                <a:lumOff val="25000"/>
              </a:srgbClr>
            </a:solidFill>
            <a:prstDash val="solid"/>
            <a:miter lim="800000"/>
          </a:ln>
          <a:effectLst/>
        </p:spPr>
        <p:txBody>
          <a:bodyPr lIns="0" rIns="0" rtlCol="0" anchor="ctr"/>
          <a:lstStyle/>
          <a:p>
            <a:pPr algn="ctr" defTabSz="914218">
              <a:defRPr/>
            </a:pPr>
            <a:r>
              <a:rPr lang="de-DE" sz="1100" kern="0">
                <a:solidFill>
                  <a:prstClr val="white"/>
                </a:solidFill>
                <a:latin typeface="Red Hat Text" panose="02010303040201060303" pitchFamily="2" charset="0"/>
                <a:ea typeface="Red Hat Text" panose="02010303040201060303" pitchFamily="2" charset="0"/>
                <a:cs typeface="Red Hat Text" panose="02010303040201060303" pitchFamily="2" charset="0"/>
              </a:rPr>
              <a:t>StreamCom</a:t>
            </a:r>
            <a:endParaRPr lang="en-US" kern="0">
              <a:solidFill>
                <a:prstClr val="white"/>
              </a:solidFill>
              <a:latin typeface="Red Hat Text" panose="02010303040201060303" pitchFamily="2" charset="0"/>
              <a:ea typeface="Red Hat Text" panose="02010303040201060303" pitchFamily="2" charset="0"/>
              <a:cs typeface="Red Hat Text" panose="02010303040201060303" pitchFamily="2" charset="0"/>
            </a:endParaRPr>
          </a:p>
        </p:txBody>
      </p:sp>
      <p:sp>
        <p:nvSpPr>
          <p:cNvPr id="31" name="Rectangle: Rounded Corners 57">
            <a:extLst>
              <a:ext uri="{FF2B5EF4-FFF2-40B4-BE49-F238E27FC236}">
                <a16:creationId xmlns:a16="http://schemas.microsoft.com/office/drawing/2014/main" id="{67F090C8-10FB-532E-2131-75D5DD41B89F}"/>
              </a:ext>
            </a:extLst>
          </p:cNvPr>
          <p:cNvSpPr/>
          <p:nvPr/>
        </p:nvSpPr>
        <p:spPr bwMode="gray">
          <a:xfrm>
            <a:off x="7667653" y="4219254"/>
            <a:ext cx="868298" cy="364584"/>
          </a:xfrm>
          <a:prstGeom prst="roundRect">
            <a:avLst>
              <a:gd name="adj" fmla="val 7077"/>
            </a:avLst>
          </a:prstGeom>
          <a:solidFill>
            <a:srgbClr val="443247">
              <a:lumMod val="60000"/>
              <a:lumOff val="40000"/>
            </a:srgbClr>
          </a:solidFill>
          <a:ln w="19050" cap="flat" cmpd="sng" algn="ctr">
            <a:solidFill>
              <a:srgbClr val="10384F">
                <a:lumMod val="75000"/>
                <a:lumOff val="25000"/>
              </a:srgbClr>
            </a:solidFill>
            <a:prstDash val="solid"/>
            <a:miter lim="800000"/>
          </a:ln>
          <a:effectLst/>
        </p:spPr>
        <p:txBody>
          <a:bodyPr lIns="0" rIns="0" rtlCol="0" anchor="ctr"/>
          <a:lstStyle/>
          <a:p>
            <a:pPr algn="ctr" defTabSz="914218">
              <a:defRPr/>
            </a:pPr>
            <a:r>
              <a:rPr lang="de-DE" sz="1100" kern="0">
                <a:solidFill>
                  <a:prstClr val="white"/>
                </a:solidFill>
                <a:latin typeface="Red Hat Text" panose="02010303040201060303" pitchFamily="2" charset="0"/>
                <a:ea typeface="Red Hat Text" panose="02010303040201060303" pitchFamily="2" charset="0"/>
                <a:cs typeface="Red Hat Text" panose="02010303040201060303" pitchFamily="2" charset="0"/>
              </a:rPr>
              <a:t>CVASI</a:t>
            </a:r>
            <a:endParaRPr lang="en-US" kern="0">
              <a:solidFill>
                <a:prstClr val="white"/>
              </a:solidFill>
              <a:latin typeface="Red Hat Text" panose="02010303040201060303" pitchFamily="2" charset="0"/>
              <a:ea typeface="Red Hat Text" panose="02010303040201060303" pitchFamily="2" charset="0"/>
              <a:cs typeface="Red Hat Text" panose="02010303040201060303" pitchFamily="2" charset="0"/>
            </a:endParaRPr>
          </a:p>
        </p:txBody>
      </p:sp>
      <p:sp>
        <p:nvSpPr>
          <p:cNvPr id="34" name="Textfeld 33">
            <a:extLst>
              <a:ext uri="{FF2B5EF4-FFF2-40B4-BE49-F238E27FC236}">
                <a16:creationId xmlns:a16="http://schemas.microsoft.com/office/drawing/2014/main" id="{1B5A4576-A15F-80F6-6FF9-82FF1E594219}"/>
              </a:ext>
            </a:extLst>
          </p:cNvPr>
          <p:cNvSpPr txBox="1"/>
          <p:nvPr/>
        </p:nvSpPr>
        <p:spPr>
          <a:xfrm>
            <a:off x="0" y="6635665"/>
            <a:ext cx="7322634" cy="261610"/>
          </a:xfrm>
          <a:prstGeom prst="rect">
            <a:avLst/>
          </a:prstGeom>
          <a:noFill/>
        </p:spPr>
        <p:txBody>
          <a:bodyPr wrap="square">
            <a:spAutoFit/>
          </a:bodyPr>
          <a:lstStyle/>
          <a:p>
            <a:r>
              <a:rPr lang="de-DE" sz="1050" spc="0">
                <a:solidFill>
                  <a:schemeClr val="tx1">
                    <a:lumMod val="50000"/>
                    <a:lumOff val="50000"/>
                  </a:schemeClr>
                </a:solidFill>
              </a:rPr>
              <a:t>(https://github.com/xlandscape/xAquaticRisk)</a:t>
            </a:r>
            <a:endParaRPr lang="de-DE" sz="1050"/>
          </a:p>
        </p:txBody>
      </p:sp>
      <p:sp>
        <p:nvSpPr>
          <p:cNvPr id="35" name="Inhaltsplatzhalter 5">
            <a:extLst>
              <a:ext uri="{FF2B5EF4-FFF2-40B4-BE49-F238E27FC236}">
                <a16:creationId xmlns:a16="http://schemas.microsoft.com/office/drawing/2014/main" id="{75C6BE25-50F6-E027-4BAD-A16AE8A82131}"/>
              </a:ext>
            </a:extLst>
          </p:cNvPr>
          <p:cNvSpPr>
            <a:spLocks noGrp="1"/>
          </p:cNvSpPr>
          <p:nvPr>
            <p:ph idx="1"/>
          </p:nvPr>
        </p:nvSpPr>
        <p:spPr>
          <a:xfrm>
            <a:off x="6833993" y="1328259"/>
            <a:ext cx="3959054" cy="1163013"/>
          </a:xfrm>
        </p:spPr>
        <p:txBody>
          <a:bodyPr>
            <a:normAutofit fontScale="92500"/>
          </a:bodyPr>
          <a:lstStyle/>
          <a:p>
            <a:pPr marL="285750" indent="-285750">
              <a:buFont typeface="Wingdings" panose="05000000000000000000" pitchFamily="2" charset="2"/>
              <a:buChar char="ü"/>
            </a:pPr>
            <a:r>
              <a:rPr lang="de-DE">
                <a:solidFill>
                  <a:schemeClr val="tx1">
                    <a:lumMod val="65000"/>
                    <a:lumOff val="35000"/>
                  </a:schemeClr>
                </a:solidFill>
              </a:rPr>
              <a:t>Modular</a:t>
            </a:r>
          </a:p>
          <a:p>
            <a:pPr marL="285750" indent="-285750">
              <a:buFont typeface="Wingdings" panose="05000000000000000000" pitchFamily="2" charset="2"/>
              <a:buChar char="ü"/>
            </a:pPr>
            <a:r>
              <a:rPr lang="de-DE">
                <a:solidFill>
                  <a:schemeClr val="tx1">
                    <a:lumMod val="65000"/>
                    <a:lumOff val="35000"/>
                  </a:schemeClr>
                </a:solidFill>
              </a:rPr>
              <a:t>Open Source, FAIR</a:t>
            </a:r>
          </a:p>
          <a:p>
            <a:pPr marL="285750" indent="-285750">
              <a:buFont typeface="Wingdings" panose="05000000000000000000" pitchFamily="2" charset="2"/>
              <a:buChar char="ü"/>
            </a:pPr>
            <a:r>
              <a:rPr lang="de-DE">
                <a:solidFill>
                  <a:schemeClr val="tx1">
                    <a:lumMod val="65000"/>
                    <a:lumOff val="35000"/>
                  </a:schemeClr>
                </a:solidFill>
              </a:rPr>
              <a:t>Makes use of regulatory established models</a:t>
            </a:r>
          </a:p>
          <a:p>
            <a:pPr marL="285750" indent="-285750">
              <a:buFont typeface="Wingdings" panose="05000000000000000000" pitchFamily="2" charset="2"/>
              <a:buChar char="ü"/>
            </a:pPr>
            <a:r>
              <a:rPr lang="de-DE">
                <a:solidFill>
                  <a:schemeClr val="tx1">
                    <a:lumMod val="65000"/>
                    <a:lumOff val="35000"/>
                  </a:schemeClr>
                </a:solidFill>
              </a:rPr>
              <a:t>Flexible, adaptable</a:t>
            </a:r>
          </a:p>
        </p:txBody>
      </p:sp>
      <p:pic>
        <p:nvPicPr>
          <p:cNvPr id="42" name="Grafik 41" descr="Häkchen mit einfarbiger Füllung">
            <a:extLst>
              <a:ext uri="{FF2B5EF4-FFF2-40B4-BE49-F238E27FC236}">
                <a16:creationId xmlns:a16="http://schemas.microsoft.com/office/drawing/2014/main" id="{BAD02977-D3E5-F61E-56C0-1BB822CE7160}"/>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10855"/>
            <a:ext cx="505522" cy="505522"/>
          </a:xfrm>
          <a:prstGeom prst="rect">
            <a:avLst/>
          </a:prstGeom>
        </p:spPr>
      </p:pic>
    </p:spTree>
    <p:extLst>
      <p:ext uri="{BB962C8B-B14F-4D97-AF65-F5344CB8AC3E}">
        <p14:creationId xmlns:p14="http://schemas.microsoft.com/office/powerpoint/2010/main" val="36171104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3"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1+#ppt_w/2"/>
                                          </p:val>
                                        </p:tav>
                                        <p:tav tm="100000">
                                          <p:val>
                                            <p:strVal val="#ppt_x"/>
                                          </p:val>
                                        </p:tav>
                                      </p:tavLst>
                                    </p:anim>
                                    <p:anim calcmode="lin" valueType="num">
                                      <p:cBhvr additive="base">
                                        <p:cTn id="8" dur="500" fill="hold"/>
                                        <p:tgtEl>
                                          <p:spTgt spid="10"/>
                                        </p:tgtEl>
                                        <p:attrNameLst>
                                          <p:attrName>ppt_y</p:attrName>
                                        </p:attrNameLst>
                                      </p:cBhvr>
                                      <p:tavLst>
                                        <p:tav tm="0">
                                          <p:val>
                                            <p:strVal val="0-#ppt_h/2"/>
                                          </p:val>
                                        </p:tav>
                                        <p:tav tm="100000">
                                          <p:val>
                                            <p:strVal val="#ppt_y"/>
                                          </p:val>
                                        </p:tav>
                                      </p:tavLst>
                                    </p:anim>
                                  </p:childTnLst>
                                </p:cTn>
                              </p:par>
                            </p:childTnLst>
                          </p:cTn>
                        </p:par>
                        <p:par>
                          <p:cTn id="9" fill="hold">
                            <p:stCondLst>
                              <p:cond delay="500"/>
                            </p:stCondLst>
                            <p:childTnLst>
                              <p:par>
                                <p:cTn id="10" presetID="2" presetClass="entr" presetSubtype="3" fill="hold" grpId="0" nodeType="afterEffect">
                                  <p:stCondLst>
                                    <p:cond delay="0"/>
                                  </p:stCondLst>
                                  <p:childTnLst>
                                    <p:set>
                                      <p:cBhvr>
                                        <p:cTn id="11" dur="1" fill="hold">
                                          <p:stCondLst>
                                            <p:cond delay="0"/>
                                          </p:stCondLst>
                                        </p:cTn>
                                        <p:tgtEl>
                                          <p:spTgt spid="18"/>
                                        </p:tgtEl>
                                        <p:attrNameLst>
                                          <p:attrName>style.visibility</p:attrName>
                                        </p:attrNameLst>
                                      </p:cBhvr>
                                      <p:to>
                                        <p:strVal val="visible"/>
                                      </p:to>
                                    </p:set>
                                    <p:anim calcmode="lin" valueType="num">
                                      <p:cBhvr additive="base">
                                        <p:cTn id="12" dur="500" fill="hold"/>
                                        <p:tgtEl>
                                          <p:spTgt spid="18"/>
                                        </p:tgtEl>
                                        <p:attrNameLst>
                                          <p:attrName>ppt_x</p:attrName>
                                        </p:attrNameLst>
                                      </p:cBhvr>
                                      <p:tavLst>
                                        <p:tav tm="0">
                                          <p:val>
                                            <p:strVal val="1+#ppt_w/2"/>
                                          </p:val>
                                        </p:tav>
                                        <p:tav tm="100000">
                                          <p:val>
                                            <p:strVal val="#ppt_x"/>
                                          </p:val>
                                        </p:tav>
                                      </p:tavLst>
                                    </p:anim>
                                    <p:anim calcmode="lin" valueType="num">
                                      <p:cBhvr additive="base">
                                        <p:cTn id="13" dur="500" fill="hold"/>
                                        <p:tgtEl>
                                          <p:spTgt spid="18"/>
                                        </p:tgtEl>
                                        <p:attrNameLst>
                                          <p:attrName>ppt_y</p:attrName>
                                        </p:attrNameLst>
                                      </p:cBhvr>
                                      <p:tavLst>
                                        <p:tav tm="0">
                                          <p:val>
                                            <p:strVal val="0-#ppt_h/2"/>
                                          </p:val>
                                        </p:tav>
                                        <p:tav tm="100000">
                                          <p:val>
                                            <p:strVal val="#ppt_y"/>
                                          </p:val>
                                        </p:tav>
                                      </p:tavLst>
                                    </p:anim>
                                  </p:childTnLst>
                                </p:cTn>
                              </p:par>
                            </p:childTnLst>
                          </p:cTn>
                        </p:par>
                        <p:par>
                          <p:cTn id="14" fill="hold">
                            <p:stCondLst>
                              <p:cond delay="1000"/>
                            </p:stCondLst>
                            <p:childTnLst>
                              <p:par>
                                <p:cTn id="15" presetID="2" presetClass="entr" presetSubtype="3" fill="hold" grpId="0" nodeType="afterEffect">
                                  <p:stCondLst>
                                    <p:cond delay="0"/>
                                  </p:stCondLst>
                                  <p:childTnLst>
                                    <p:set>
                                      <p:cBhvr>
                                        <p:cTn id="16" dur="1" fill="hold">
                                          <p:stCondLst>
                                            <p:cond delay="0"/>
                                          </p:stCondLst>
                                        </p:cTn>
                                        <p:tgtEl>
                                          <p:spTgt spid="25"/>
                                        </p:tgtEl>
                                        <p:attrNameLst>
                                          <p:attrName>style.visibility</p:attrName>
                                        </p:attrNameLst>
                                      </p:cBhvr>
                                      <p:to>
                                        <p:strVal val="visible"/>
                                      </p:to>
                                    </p:set>
                                    <p:anim calcmode="lin" valueType="num">
                                      <p:cBhvr additive="base">
                                        <p:cTn id="17" dur="500" fill="hold"/>
                                        <p:tgtEl>
                                          <p:spTgt spid="25"/>
                                        </p:tgtEl>
                                        <p:attrNameLst>
                                          <p:attrName>ppt_x</p:attrName>
                                        </p:attrNameLst>
                                      </p:cBhvr>
                                      <p:tavLst>
                                        <p:tav tm="0">
                                          <p:val>
                                            <p:strVal val="1+#ppt_w/2"/>
                                          </p:val>
                                        </p:tav>
                                        <p:tav tm="100000">
                                          <p:val>
                                            <p:strVal val="#ppt_x"/>
                                          </p:val>
                                        </p:tav>
                                      </p:tavLst>
                                    </p:anim>
                                    <p:anim calcmode="lin" valueType="num">
                                      <p:cBhvr additive="base">
                                        <p:cTn id="18" dur="500" fill="hold"/>
                                        <p:tgtEl>
                                          <p:spTgt spid="25"/>
                                        </p:tgtEl>
                                        <p:attrNameLst>
                                          <p:attrName>ppt_y</p:attrName>
                                        </p:attrNameLst>
                                      </p:cBhvr>
                                      <p:tavLst>
                                        <p:tav tm="0">
                                          <p:val>
                                            <p:strVal val="0-#ppt_h/2"/>
                                          </p:val>
                                        </p:tav>
                                        <p:tav tm="100000">
                                          <p:val>
                                            <p:strVal val="#ppt_y"/>
                                          </p:val>
                                        </p:tav>
                                      </p:tavLst>
                                    </p:anim>
                                  </p:childTnLst>
                                </p:cTn>
                              </p:par>
                            </p:childTnLst>
                          </p:cTn>
                        </p:par>
                        <p:par>
                          <p:cTn id="19" fill="hold">
                            <p:stCondLst>
                              <p:cond delay="1500"/>
                            </p:stCondLst>
                            <p:childTnLst>
                              <p:par>
                                <p:cTn id="20" presetID="2" presetClass="entr" presetSubtype="3" fill="hold" grpId="0" nodeType="afterEffect">
                                  <p:stCondLst>
                                    <p:cond delay="0"/>
                                  </p:stCondLst>
                                  <p:childTnLst>
                                    <p:set>
                                      <p:cBhvr>
                                        <p:cTn id="21" dur="1" fill="hold">
                                          <p:stCondLst>
                                            <p:cond delay="0"/>
                                          </p:stCondLst>
                                        </p:cTn>
                                        <p:tgtEl>
                                          <p:spTgt spid="26"/>
                                        </p:tgtEl>
                                        <p:attrNameLst>
                                          <p:attrName>style.visibility</p:attrName>
                                        </p:attrNameLst>
                                      </p:cBhvr>
                                      <p:to>
                                        <p:strVal val="visible"/>
                                      </p:to>
                                    </p:set>
                                    <p:anim calcmode="lin" valueType="num">
                                      <p:cBhvr additive="base">
                                        <p:cTn id="22" dur="500" fill="hold"/>
                                        <p:tgtEl>
                                          <p:spTgt spid="26"/>
                                        </p:tgtEl>
                                        <p:attrNameLst>
                                          <p:attrName>ppt_x</p:attrName>
                                        </p:attrNameLst>
                                      </p:cBhvr>
                                      <p:tavLst>
                                        <p:tav tm="0">
                                          <p:val>
                                            <p:strVal val="1+#ppt_w/2"/>
                                          </p:val>
                                        </p:tav>
                                        <p:tav tm="100000">
                                          <p:val>
                                            <p:strVal val="#ppt_x"/>
                                          </p:val>
                                        </p:tav>
                                      </p:tavLst>
                                    </p:anim>
                                    <p:anim calcmode="lin" valueType="num">
                                      <p:cBhvr additive="base">
                                        <p:cTn id="23" dur="500" fill="hold"/>
                                        <p:tgtEl>
                                          <p:spTgt spid="26"/>
                                        </p:tgtEl>
                                        <p:attrNameLst>
                                          <p:attrName>ppt_y</p:attrName>
                                        </p:attrNameLst>
                                      </p:cBhvr>
                                      <p:tavLst>
                                        <p:tav tm="0">
                                          <p:val>
                                            <p:strVal val="0-#ppt_h/2"/>
                                          </p:val>
                                        </p:tav>
                                        <p:tav tm="100000">
                                          <p:val>
                                            <p:strVal val="#ppt_y"/>
                                          </p:val>
                                        </p:tav>
                                      </p:tavLst>
                                    </p:anim>
                                  </p:childTnLst>
                                </p:cTn>
                              </p:par>
                            </p:childTnLst>
                          </p:cTn>
                        </p:par>
                        <p:par>
                          <p:cTn id="24" fill="hold">
                            <p:stCondLst>
                              <p:cond delay="2000"/>
                            </p:stCondLst>
                            <p:childTnLst>
                              <p:par>
                                <p:cTn id="25" presetID="2" presetClass="entr" presetSubtype="3" fill="hold" grpId="0" nodeType="afterEffect">
                                  <p:stCondLst>
                                    <p:cond delay="0"/>
                                  </p:stCondLst>
                                  <p:childTnLst>
                                    <p:set>
                                      <p:cBhvr>
                                        <p:cTn id="26" dur="1" fill="hold">
                                          <p:stCondLst>
                                            <p:cond delay="0"/>
                                          </p:stCondLst>
                                        </p:cTn>
                                        <p:tgtEl>
                                          <p:spTgt spid="27"/>
                                        </p:tgtEl>
                                        <p:attrNameLst>
                                          <p:attrName>style.visibility</p:attrName>
                                        </p:attrNameLst>
                                      </p:cBhvr>
                                      <p:to>
                                        <p:strVal val="visible"/>
                                      </p:to>
                                    </p:set>
                                    <p:anim calcmode="lin" valueType="num">
                                      <p:cBhvr additive="base">
                                        <p:cTn id="27" dur="500" fill="hold"/>
                                        <p:tgtEl>
                                          <p:spTgt spid="27"/>
                                        </p:tgtEl>
                                        <p:attrNameLst>
                                          <p:attrName>ppt_x</p:attrName>
                                        </p:attrNameLst>
                                      </p:cBhvr>
                                      <p:tavLst>
                                        <p:tav tm="0">
                                          <p:val>
                                            <p:strVal val="1+#ppt_w/2"/>
                                          </p:val>
                                        </p:tav>
                                        <p:tav tm="100000">
                                          <p:val>
                                            <p:strVal val="#ppt_x"/>
                                          </p:val>
                                        </p:tav>
                                      </p:tavLst>
                                    </p:anim>
                                    <p:anim calcmode="lin" valueType="num">
                                      <p:cBhvr additive="base">
                                        <p:cTn id="28" dur="500" fill="hold"/>
                                        <p:tgtEl>
                                          <p:spTgt spid="27"/>
                                        </p:tgtEl>
                                        <p:attrNameLst>
                                          <p:attrName>ppt_y</p:attrName>
                                        </p:attrNameLst>
                                      </p:cBhvr>
                                      <p:tavLst>
                                        <p:tav tm="0">
                                          <p:val>
                                            <p:strVal val="0-#ppt_h/2"/>
                                          </p:val>
                                        </p:tav>
                                        <p:tav tm="100000">
                                          <p:val>
                                            <p:strVal val="#ppt_y"/>
                                          </p:val>
                                        </p:tav>
                                      </p:tavLst>
                                    </p:anim>
                                  </p:childTnLst>
                                </p:cTn>
                              </p:par>
                            </p:childTnLst>
                          </p:cTn>
                        </p:par>
                        <p:par>
                          <p:cTn id="29" fill="hold">
                            <p:stCondLst>
                              <p:cond delay="2500"/>
                            </p:stCondLst>
                            <p:childTnLst>
                              <p:par>
                                <p:cTn id="30" presetID="2" presetClass="entr" presetSubtype="3" fill="hold" grpId="0" nodeType="afterEffect">
                                  <p:stCondLst>
                                    <p:cond delay="0"/>
                                  </p:stCondLst>
                                  <p:childTnLst>
                                    <p:set>
                                      <p:cBhvr>
                                        <p:cTn id="31" dur="1" fill="hold">
                                          <p:stCondLst>
                                            <p:cond delay="0"/>
                                          </p:stCondLst>
                                        </p:cTn>
                                        <p:tgtEl>
                                          <p:spTgt spid="11"/>
                                        </p:tgtEl>
                                        <p:attrNameLst>
                                          <p:attrName>style.visibility</p:attrName>
                                        </p:attrNameLst>
                                      </p:cBhvr>
                                      <p:to>
                                        <p:strVal val="visible"/>
                                      </p:to>
                                    </p:set>
                                    <p:anim calcmode="lin" valueType="num">
                                      <p:cBhvr additive="base">
                                        <p:cTn id="32" dur="500" fill="hold"/>
                                        <p:tgtEl>
                                          <p:spTgt spid="11"/>
                                        </p:tgtEl>
                                        <p:attrNameLst>
                                          <p:attrName>ppt_x</p:attrName>
                                        </p:attrNameLst>
                                      </p:cBhvr>
                                      <p:tavLst>
                                        <p:tav tm="0">
                                          <p:val>
                                            <p:strVal val="1+#ppt_w/2"/>
                                          </p:val>
                                        </p:tav>
                                        <p:tav tm="100000">
                                          <p:val>
                                            <p:strVal val="#ppt_x"/>
                                          </p:val>
                                        </p:tav>
                                      </p:tavLst>
                                    </p:anim>
                                    <p:anim calcmode="lin" valueType="num">
                                      <p:cBhvr additive="base">
                                        <p:cTn id="33" dur="500" fill="hold"/>
                                        <p:tgtEl>
                                          <p:spTgt spid="11"/>
                                        </p:tgtEl>
                                        <p:attrNameLst>
                                          <p:attrName>ppt_y</p:attrName>
                                        </p:attrNameLst>
                                      </p:cBhvr>
                                      <p:tavLst>
                                        <p:tav tm="0">
                                          <p:val>
                                            <p:strVal val="0-#ppt_h/2"/>
                                          </p:val>
                                        </p:tav>
                                        <p:tav tm="100000">
                                          <p:val>
                                            <p:strVal val="#ppt_y"/>
                                          </p:val>
                                        </p:tav>
                                      </p:tavLst>
                                    </p:anim>
                                  </p:childTnLst>
                                </p:cTn>
                              </p:par>
                            </p:childTnLst>
                          </p:cTn>
                        </p:par>
                        <p:par>
                          <p:cTn id="34" fill="hold">
                            <p:stCondLst>
                              <p:cond delay="3000"/>
                            </p:stCondLst>
                            <p:childTnLst>
                              <p:par>
                                <p:cTn id="35" presetID="2" presetClass="entr" presetSubtype="3" fill="hold" grpId="0" nodeType="afterEffect">
                                  <p:stCondLst>
                                    <p:cond delay="0"/>
                                  </p:stCondLst>
                                  <p:childTnLst>
                                    <p:set>
                                      <p:cBhvr>
                                        <p:cTn id="36" dur="1" fill="hold">
                                          <p:stCondLst>
                                            <p:cond delay="0"/>
                                          </p:stCondLst>
                                        </p:cTn>
                                        <p:tgtEl>
                                          <p:spTgt spid="13"/>
                                        </p:tgtEl>
                                        <p:attrNameLst>
                                          <p:attrName>style.visibility</p:attrName>
                                        </p:attrNameLst>
                                      </p:cBhvr>
                                      <p:to>
                                        <p:strVal val="visible"/>
                                      </p:to>
                                    </p:set>
                                    <p:anim calcmode="lin" valueType="num">
                                      <p:cBhvr additive="base">
                                        <p:cTn id="37" dur="500" fill="hold"/>
                                        <p:tgtEl>
                                          <p:spTgt spid="13"/>
                                        </p:tgtEl>
                                        <p:attrNameLst>
                                          <p:attrName>ppt_x</p:attrName>
                                        </p:attrNameLst>
                                      </p:cBhvr>
                                      <p:tavLst>
                                        <p:tav tm="0">
                                          <p:val>
                                            <p:strVal val="1+#ppt_w/2"/>
                                          </p:val>
                                        </p:tav>
                                        <p:tav tm="100000">
                                          <p:val>
                                            <p:strVal val="#ppt_x"/>
                                          </p:val>
                                        </p:tav>
                                      </p:tavLst>
                                    </p:anim>
                                    <p:anim calcmode="lin" valueType="num">
                                      <p:cBhvr additive="base">
                                        <p:cTn id="38" dur="500" fill="hold"/>
                                        <p:tgtEl>
                                          <p:spTgt spid="13"/>
                                        </p:tgtEl>
                                        <p:attrNameLst>
                                          <p:attrName>ppt_y</p:attrName>
                                        </p:attrNameLst>
                                      </p:cBhvr>
                                      <p:tavLst>
                                        <p:tav tm="0">
                                          <p:val>
                                            <p:strVal val="0-#ppt_h/2"/>
                                          </p:val>
                                        </p:tav>
                                        <p:tav tm="100000">
                                          <p:val>
                                            <p:strVal val="#ppt_y"/>
                                          </p:val>
                                        </p:tav>
                                      </p:tavLst>
                                    </p:anim>
                                  </p:childTnLst>
                                </p:cTn>
                              </p:par>
                            </p:childTnLst>
                          </p:cTn>
                        </p:par>
                        <p:par>
                          <p:cTn id="39" fill="hold">
                            <p:stCondLst>
                              <p:cond delay="3500"/>
                            </p:stCondLst>
                            <p:childTnLst>
                              <p:par>
                                <p:cTn id="40" presetID="2" presetClass="entr" presetSubtype="3" fill="hold" grpId="0" nodeType="afterEffect">
                                  <p:stCondLst>
                                    <p:cond delay="0"/>
                                  </p:stCondLst>
                                  <p:childTnLst>
                                    <p:set>
                                      <p:cBhvr>
                                        <p:cTn id="41" dur="1" fill="hold">
                                          <p:stCondLst>
                                            <p:cond delay="0"/>
                                          </p:stCondLst>
                                        </p:cTn>
                                        <p:tgtEl>
                                          <p:spTgt spid="14"/>
                                        </p:tgtEl>
                                        <p:attrNameLst>
                                          <p:attrName>style.visibility</p:attrName>
                                        </p:attrNameLst>
                                      </p:cBhvr>
                                      <p:to>
                                        <p:strVal val="visible"/>
                                      </p:to>
                                    </p:set>
                                    <p:anim calcmode="lin" valueType="num">
                                      <p:cBhvr additive="base">
                                        <p:cTn id="42" dur="500" fill="hold"/>
                                        <p:tgtEl>
                                          <p:spTgt spid="14"/>
                                        </p:tgtEl>
                                        <p:attrNameLst>
                                          <p:attrName>ppt_x</p:attrName>
                                        </p:attrNameLst>
                                      </p:cBhvr>
                                      <p:tavLst>
                                        <p:tav tm="0">
                                          <p:val>
                                            <p:strVal val="1+#ppt_w/2"/>
                                          </p:val>
                                        </p:tav>
                                        <p:tav tm="100000">
                                          <p:val>
                                            <p:strVal val="#ppt_x"/>
                                          </p:val>
                                        </p:tav>
                                      </p:tavLst>
                                    </p:anim>
                                    <p:anim calcmode="lin" valueType="num">
                                      <p:cBhvr additive="base">
                                        <p:cTn id="43" dur="500" fill="hold"/>
                                        <p:tgtEl>
                                          <p:spTgt spid="14"/>
                                        </p:tgtEl>
                                        <p:attrNameLst>
                                          <p:attrName>ppt_y</p:attrName>
                                        </p:attrNameLst>
                                      </p:cBhvr>
                                      <p:tavLst>
                                        <p:tav tm="0">
                                          <p:val>
                                            <p:strVal val="0-#ppt_h/2"/>
                                          </p:val>
                                        </p:tav>
                                        <p:tav tm="100000">
                                          <p:val>
                                            <p:strVal val="#ppt_y"/>
                                          </p:val>
                                        </p:tav>
                                      </p:tavLst>
                                    </p:anim>
                                  </p:childTnLst>
                                </p:cTn>
                              </p:par>
                            </p:childTnLst>
                          </p:cTn>
                        </p:par>
                        <p:par>
                          <p:cTn id="44" fill="hold">
                            <p:stCondLst>
                              <p:cond delay="4000"/>
                            </p:stCondLst>
                            <p:childTnLst>
                              <p:par>
                                <p:cTn id="45" presetID="2" presetClass="entr" presetSubtype="3" fill="hold" grpId="0" nodeType="afterEffect">
                                  <p:stCondLst>
                                    <p:cond delay="0"/>
                                  </p:stCondLst>
                                  <p:childTnLst>
                                    <p:set>
                                      <p:cBhvr>
                                        <p:cTn id="46" dur="1" fill="hold">
                                          <p:stCondLst>
                                            <p:cond delay="0"/>
                                          </p:stCondLst>
                                        </p:cTn>
                                        <p:tgtEl>
                                          <p:spTgt spid="22"/>
                                        </p:tgtEl>
                                        <p:attrNameLst>
                                          <p:attrName>style.visibility</p:attrName>
                                        </p:attrNameLst>
                                      </p:cBhvr>
                                      <p:to>
                                        <p:strVal val="visible"/>
                                      </p:to>
                                    </p:set>
                                    <p:anim calcmode="lin" valueType="num">
                                      <p:cBhvr additive="base">
                                        <p:cTn id="47" dur="500" fill="hold"/>
                                        <p:tgtEl>
                                          <p:spTgt spid="22"/>
                                        </p:tgtEl>
                                        <p:attrNameLst>
                                          <p:attrName>ppt_x</p:attrName>
                                        </p:attrNameLst>
                                      </p:cBhvr>
                                      <p:tavLst>
                                        <p:tav tm="0">
                                          <p:val>
                                            <p:strVal val="1+#ppt_w/2"/>
                                          </p:val>
                                        </p:tav>
                                        <p:tav tm="100000">
                                          <p:val>
                                            <p:strVal val="#ppt_x"/>
                                          </p:val>
                                        </p:tav>
                                      </p:tavLst>
                                    </p:anim>
                                    <p:anim calcmode="lin" valueType="num">
                                      <p:cBhvr additive="base">
                                        <p:cTn id="48" dur="500" fill="hold"/>
                                        <p:tgtEl>
                                          <p:spTgt spid="22"/>
                                        </p:tgtEl>
                                        <p:attrNameLst>
                                          <p:attrName>ppt_y</p:attrName>
                                        </p:attrNameLst>
                                      </p:cBhvr>
                                      <p:tavLst>
                                        <p:tav tm="0">
                                          <p:val>
                                            <p:strVal val="0-#ppt_h/2"/>
                                          </p:val>
                                        </p:tav>
                                        <p:tav tm="100000">
                                          <p:val>
                                            <p:strVal val="#ppt_y"/>
                                          </p:val>
                                        </p:tav>
                                      </p:tavLst>
                                    </p:anim>
                                  </p:childTnLst>
                                </p:cTn>
                              </p:par>
                            </p:childTnLst>
                          </p:cTn>
                        </p:par>
                        <p:par>
                          <p:cTn id="49" fill="hold">
                            <p:stCondLst>
                              <p:cond delay="4500"/>
                            </p:stCondLst>
                            <p:childTnLst>
                              <p:par>
                                <p:cTn id="50" presetID="2" presetClass="entr" presetSubtype="3" fill="hold" grpId="0" nodeType="afterEffect">
                                  <p:stCondLst>
                                    <p:cond delay="0"/>
                                  </p:stCondLst>
                                  <p:childTnLst>
                                    <p:set>
                                      <p:cBhvr>
                                        <p:cTn id="51" dur="1" fill="hold">
                                          <p:stCondLst>
                                            <p:cond delay="0"/>
                                          </p:stCondLst>
                                        </p:cTn>
                                        <p:tgtEl>
                                          <p:spTgt spid="29"/>
                                        </p:tgtEl>
                                        <p:attrNameLst>
                                          <p:attrName>style.visibility</p:attrName>
                                        </p:attrNameLst>
                                      </p:cBhvr>
                                      <p:to>
                                        <p:strVal val="visible"/>
                                      </p:to>
                                    </p:set>
                                    <p:anim calcmode="lin" valueType="num">
                                      <p:cBhvr additive="base">
                                        <p:cTn id="52" dur="500" fill="hold"/>
                                        <p:tgtEl>
                                          <p:spTgt spid="29"/>
                                        </p:tgtEl>
                                        <p:attrNameLst>
                                          <p:attrName>ppt_x</p:attrName>
                                        </p:attrNameLst>
                                      </p:cBhvr>
                                      <p:tavLst>
                                        <p:tav tm="0">
                                          <p:val>
                                            <p:strVal val="1+#ppt_w/2"/>
                                          </p:val>
                                        </p:tav>
                                        <p:tav tm="100000">
                                          <p:val>
                                            <p:strVal val="#ppt_x"/>
                                          </p:val>
                                        </p:tav>
                                      </p:tavLst>
                                    </p:anim>
                                    <p:anim calcmode="lin" valueType="num">
                                      <p:cBhvr additive="base">
                                        <p:cTn id="53" dur="500" fill="hold"/>
                                        <p:tgtEl>
                                          <p:spTgt spid="29"/>
                                        </p:tgtEl>
                                        <p:attrNameLst>
                                          <p:attrName>ppt_y</p:attrName>
                                        </p:attrNameLst>
                                      </p:cBhvr>
                                      <p:tavLst>
                                        <p:tav tm="0">
                                          <p:val>
                                            <p:strVal val="0-#ppt_h/2"/>
                                          </p:val>
                                        </p:tav>
                                        <p:tav tm="100000">
                                          <p:val>
                                            <p:strVal val="#ppt_y"/>
                                          </p:val>
                                        </p:tav>
                                      </p:tavLst>
                                    </p:anim>
                                  </p:childTnLst>
                                </p:cTn>
                              </p:par>
                            </p:childTnLst>
                          </p:cTn>
                        </p:par>
                        <p:par>
                          <p:cTn id="54" fill="hold">
                            <p:stCondLst>
                              <p:cond delay="5000"/>
                            </p:stCondLst>
                            <p:childTnLst>
                              <p:par>
                                <p:cTn id="55" presetID="2" presetClass="entr" presetSubtype="3" fill="hold" grpId="0" nodeType="afterEffect">
                                  <p:stCondLst>
                                    <p:cond delay="0"/>
                                  </p:stCondLst>
                                  <p:childTnLst>
                                    <p:set>
                                      <p:cBhvr>
                                        <p:cTn id="56" dur="1" fill="hold">
                                          <p:stCondLst>
                                            <p:cond delay="0"/>
                                          </p:stCondLst>
                                        </p:cTn>
                                        <p:tgtEl>
                                          <p:spTgt spid="15"/>
                                        </p:tgtEl>
                                        <p:attrNameLst>
                                          <p:attrName>style.visibility</p:attrName>
                                        </p:attrNameLst>
                                      </p:cBhvr>
                                      <p:to>
                                        <p:strVal val="visible"/>
                                      </p:to>
                                    </p:set>
                                    <p:anim calcmode="lin" valueType="num">
                                      <p:cBhvr additive="base">
                                        <p:cTn id="57" dur="500" fill="hold"/>
                                        <p:tgtEl>
                                          <p:spTgt spid="15"/>
                                        </p:tgtEl>
                                        <p:attrNameLst>
                                          <p:attrName>ppt_x</p:attrName>
                                        </p:attrNameLst>
                                      </p:cBhvr>
                                      <p:tavLst>
                                        <p:tav tm="0">
                                          <p:val>
                                            <p:strVal val="1+#ppt_w/2"/>
                                          </p:val>
                                        </p:tav>
                                        <p:tav tm="100000">
                                          <p:val>
                                            <p:strVal val="#ppt_x"/>
                                          </p:val>
                                        </p:tav>
                                      </p:tavLst>
                                    </p:anim>
                                    <p:anim calcmode="lin" valueType="num">
                                      <p:cBhvr additive="base">
                                        <p:cTn id="58" dur="500" fill="hold"/>
                                        <p:tgtEl>
                                          <p:spTgt spid="15"/>
                                        </p:tgtEl>
                                        <p:attrNameLst>
                                          <p:attrName>ppt_y</p:attrName>
                                        </p:attrNameLst>
                                      </p:cBhvr>
                                      <p:tavLst>
                                        <p:tav tm="0">
                                          <p:val>
                                            <p:strVal val="0-#ppt_h/2"/>
                                          </p:val>
                                        </p:tav>
                                        <p:tav tm="100000">
                                          <p:val>
                                            <p:strVal val="#ppt_y"/>
                                          </p:val>
                                        </p:tav>
                                      </p:tavLst>
                                    </p:anim>
                                  </p:childTnLst>
                                </p:cTn>
                              </p:par>
                            </p:childTnLst>
                          </p:cTn>
                        </p:par>
                        <p:par>
                          <p:cTn id="59" fill="hold">
                            <p:stCondLst>
                              <p:cond delay="5500"/>
                            </p:stCondLst>
                            <p:childTnLst>
                              <p:par>
                                <p:cTn id="60" presetID="2" presetClass="entr" presetSubtype="3" fill="hold" grpId="0" nodeType="afterEffect">
                                  <p:stCondLst>
                                    <p:cond delay="0"/>
                                  </p:stCondLst>
                                  <p:childTnLst>
                                    <p:set>
                                      <p:cBhvr>
                                        <p:cTn id="61" dur="1" fill="hold">
                                          <p:stCondLst>
                                            <p:cond delay="0"/>
                                          </p:stCondLst>
                                        </p:cTn>
                                        <p:tgtEl>
                                          <p:spTgt spid="16"/>
                                        </p:tgtEl>
                                        <p:attrNameLst>
                                          <p:attrName>style.visibility</p:attrName>
                                        </p:attrNameLst>
                                      </p:cBhvr>
                                      <p:to>
                                        <p:strVal val="visible"/>
                                      </p:to>
                                    </p:set>
                                    <p:anim calcmode="lin" valueType="num">
                                      <p:cBhvr additive="base">
                                        <p:cTn id="62" dur="500" fill="hold"/>
                                        <p:tgtEl>
                                          <p:spTgt spid="16"/>
                                        </p:tgtEl>
                                        <p:attrNameLst>
                                          <p:attrName>ppt_x</p:attrName>
                                        </p:attrNameLst>
                                      </p:cBhvr>
                                      <p:tavLst>
                                        <p:tav tm="0">
                                          <p:val>
                                            <p:strVal val="1+#ppt_w/2"/>
                                          </p:val>
                                        </p:tav>
                                        <p:tav tm="100000">
                                          <p:val>
                                            <p:strVal val="#ppt_x"/>
                                          </p:val>
                                        </p:tav>
                                      </p:tavLst>
                                    </p:anim>
                                    <p:anim calcmode="lin" valueType="num">
                                      <p:cBhvr additive="base">
                                        <p:cTn id="63" dur="500" fill="hold"/>
                                        <p:tgtEl>
                                          <p:spTgt spid="16"/>
                                        </p:tgtEl>
                                        <p:attrNameLst>
                                          <p:attrName>ppt_y</p:attrName>
                                        </p:attrNameLst>
                                      </p:cBhvr>
                                      <p:tavLst>
                                        <p:tav tm="0">
                                          <p:val>
                                            <p:strVal val="0-#ppt_h/2"/>
                                          </p:val>
                                        </p:tav>
                                        <p:tav tm="100000">
                                          <p:val>
                                            <p:strVal val="#ppt_y"/>
                                          </p:val>
                                        </p:tav>
                                      </p:tavLst>
                                    </p:anim>
                                  </p:childTnLst>
                                </p:cTn>
                              </p:par>
                            </p:childTnLst>
                          </p:cTn>
                        </p:par>
                        <p:par>
                          <p:cTn id="64" fill="hold">
                            <p:stCondLst>
                              <p:cond delay="6000"/>
                            </p:stCondLst>
                            <p:childTnLst>
                              <p:par>
                                <p:cTn id="65" presetID="2" presetClass="entr" presetSubtype="3" fill="hold" grpId="0" nodeType="afterEffect">
                                  <p:stCondLst>
                                    <p:cond delay="0"/>
                                  </p:stCondLst>
                                  <p:childTnLst>
                                    <p:set>
                                      <p:cBhvr>
                                        <p:cTn id="66" dur="1" fill="hold">
                                          <p:stCondLst>
                                            <p:cond delay="0"/>
                                          </p:stCondLst>
                                        </p:cTn>
                                        <p:tgtEl>
                                          <p:spTgt spid="30">
                                            <p:bg/>
                                          </p:spTgt>
                                        </p:tgtEl>
                                        <p:attrNameLst>
                                          <p:attrName>style.visibility</p:attrName>
                                        </p:attrNameLst>
                                      </p:cBhvr>
                                      <p:to>
                                        <p:strVal val="visible"/>
                                      </p:to>
                                    </p:set>
                                    <p:anim calcmode="lin" valueType="num">
                                      <p:cBhvr additive="base">
                                        <p:cTn id="67" dur="500" fill="hold"/>
                                        <p:tgtEl>
                                          <p:spTgt spid="30">
                                            <p:bg/>
                                          </p:spTgt>
                                        </p:tgtEl>
                                        <p:attrNameLst>
                                          <p:attrName>ppt_x</p:attrName>
                                        </p:attrNameLst>
                                      </p:cBhvr>
                                      <p:tavLst>
                                        <p:tav tm="0">
                                          <p:val>
                                            <p:strVal val="1+#ppt_w/2"/>
                                          </p:val>
                                        </p:tav>
                                        <p:tav tm="100000">
                                          <p:val>
                                            <p:strVal val="#ppt_x"/>
                                          </p:val>
                                        </p:tav>
                                      </p:tavLst>
                                    </p:anim>
                                    <p:anim calcmode="lin" valueType="num">
                                      <p:cBhvr additive="base">
                                        <p:cTn id="68" dur="500" fill="hold"/>
                                        <p:tgtEl>
                                          <p:spTgt spid="30">
                                            <p:bg/>
                                          </p:spTgt>
                                        </p:tgtEl>
                                        <p:attrNameLst>
                                          <p:attrName>ppt_y</p:attrName>
                                        </p:attrNameLst>
                                      </p:cBhvr>
                                      <p:tavLst>
                                        <p:tav tm="0">
                                          <p:val>
                                            <p:strVal val="0-#ppt_h/2"/>
                                          </p:val>
                                        </p:tav>
                                        <p:tav tm="100000">
                                          <p:val>
                                            <p:strVal val="#ppt_y"/>
                                          </p:val>
                                        </p:tav>
                                      </p:tavLst>
                                    </p:anim>
                                  </p:childTnLst>
                                </p:cTn>
                              </p:par>
                            </p:childTnLst>
                          </p:cTn>
                        </p:par>
                        <p:par>
                          <p:cTn id="69" fill="hold">
                            <p:stCondLst>
                              <p:cond delay="6500"/>
                            </p:stCondLst>
                            <p:childTnLst>
                              <p:par>
                                <p:cTn id="70" presetID="2" presetClass="entr" presetSubtype="3" fill="hold" grpId="0" nodeType="afterEffect">
                                  <p:stCondLst>
                                    <p:cond delay="0"/>
                                  </p:stCondLst>
                                  <p:childTnLst>
                                    <p:set>
                                      <p:cBhvr>
                                        <p:cTn id="71" dur="1" fill="hold">
                                          <p:stCondLst>
                                            <p:cond delay="0"/>
                                          </p:stCondLst>
                                        </p:cTn>
                                        <p:tgtEl>
                                          <p:spTgt spid="30">
                                            <p:txEl>
                                              <p:pRg st="0" end="0"/>
                                            </p:txEl>
                                          </p:spTgt>
                                        </p:tgtEl>
                                        <p:attrNameLst>
                                          <p:attrName>style.visibility</p:attrName>
                                        </p:attrNameLst>
                                      </p:cBhvr>
                                      <p:to>
                                        <p:strVal val="visible"/>
                                      </p:to>
                                    </p:set>
                                    <p:anim calcmode="lin" valueType="num">
                                      <p:cBhvr additive="base">
                                        <p:cTn id="72" dur="500" fill="hold"/>
                                        <p:tgtEl>
                                          <p:spTgt spid="30">
                                            <p:txEl>
                                              <p:pRg st="0" end="0"/>
                                            </p:txEl>
                                          </p:spTgt>
                                        </p:tgtEl>
                                        <p:attrNameLst>
                                          <p:attrName>ppt_x</p:attrName>
                                        </p:attrNameLst>
                                      </p:cBhvr>
                                      <p:tavLst>
                                        <p:tav tm="0">
                                          <p:val>
                                            <p:strVal val="1+#ppt_w/2"/>
                                          </p:val>
                                        </p:tav>
                                        <p:tav tm="100000">
                                          <p:val>
                                            <p:strVal val="#ppt_x"/>
                                          </p:val>
                                        </p:tav>
                                      </p:tavLst>
                                    </p:anim>
                                    <p:anim calcmode="lin" valueType="num">
                                      <p:cBhvr additive="base">
                                        <p:cTn id="73" dur="500" fill="hold"/>
                                        <p:tgtEl>
                                          <p:spTgt spid="30">
                                            <p:txEl>
                                              <p:pRg st="0" end="0"/>
                                            </p:txEl>
                                          </p:spTgt>
                                        </p:tgtEl>
                                        <p:attrNameLst>
                                          <p:attrName>ppt_y</p:attrName>
                                        </p:attrNameLst>
                                      </p:cBhvr>
                                      <p:tavLst>
                                        <p:tav tm="0">
                                          <p:val>
                                            <p:strVal val="0-#ppt_h/2"/>
                                          </p:val>
                                        </p:tav>
                                        <p:tav tm="100000">
                                          <p:val>
                                            <p:strVal val="#ppt_y"/>
                                          </p:val>
                                        </p:tav>
                                      </p:tavLst>
                                    </p:anim>
                                  </p:childTnLst>
                                </p:cTn>
                              </p:par>
                            </p:childTnLst>
                          </p:cTn>
                        </p:par>
                        <p:par>
                          <p:cTn id="74" fill="hold">
                            <p:stCondLst>
                              <p:cond delay="7000"/>
                            </p:stCondLst>
                            <p:childTnLst>
                              <p:par>
                                <p:cTn id="75" presetID="2" presetClass="entr" presetSubtype="3" fill="hold" grpId="0" nodeType="afterEffect">
                                  <p:stCondLst>
                                    <p:cond delay="0"/>
                                  </p:stCondLst>
                                  <p:childTnLst>
                                    <p:set>
                                      <p:cBhvr>
                                        <p:cTn id="76" dur="1" fill="hold">
                                          <p:stCondLst>
                                            <p:cond delay="0"/>
                                          </p:stCondLst>
                                        </p:cTn>
                                        <p:tgtEl>
                                          <p:spTgt spid="23"/>
                                        </p:tgtEl>
                                        <p:attrNameLst>
                                          <p:attrName>style.visibility</p:attrName>
                                        </p:attrNameLst>
                                      </p:cBhvr>
                                      <p:to>
                                        <p:strVal val="visible"/>
                                      </p:to>
                                    </p:set>
                                    <p:anim calcmode="lin" valueType="num">
                                      <p:cBhvr additive="base">
                                        <p:cTn id="77" dur="500" fill="hold"/>
                                        <p:tgtEl>
                                          <p:spTgt spid="23"/>
                                        </p:tgtEl>
                                        <p:attrNameLst>
                                          <p:attrName>ppt_x</p:attrName>
                                        </p:attrNameLst>
                                      </p:cBhvr>
                                      <p:tavLst>
                                        <p:tav tm="0">
                                          <p:val>
                                            <p:strVal val="1+#ppt_w/2"/>
                                          </p:val>
                                        </p:tav>
                                        <p:tav tm="100000">
                                          <p:val>
                                            <p:strVal val="#ppt_x"/>
                                          </p:val>
                                        </p:tav>
                                      </p:tavLst>
                                    </p:anim>
                                    <p:anim calcmode="lin" valueType="num">
                                      <p:cBhvr additive="base">
                                        <p:cTn id="78" dur="500" fill="hold"/>
                                        <p:tgtEl>
                                          <p:spTgt spid="23"/>
                                        </p:tgtEl>
                                        <p:attrNameLst>
                                          <p:attrName>ppt_y</p:attrName>
                                        </p:attrNameLst>
                                      </p:cBhvr>
                                      <p:tavLst>
                                        <p:tav tm="0">
                                          <p:val>
                                            <p:strVal val="0-#ppt_h/2"/>
                                          </p:val>
                                        </p:tav>
                                        <p:tav tm="100000">
                                          <p:val>
                                            <p:strVal val="#ppt_y"/>
                                          </p:val>
                                        </p:tav>
                                      </p:tavLst>
                                    </p:anim>
                                  </p:childTnLst>
                                </p:cTn>
                              </p:par>
                            </p:childTnLst>
                          </p:cTn>
                        </p:par>
                        <p:par>
                          <p:cTn id="79" fill="hold">
                            <p:stCondLst>
                              <p:cond delay="7500"/>
                            </p:stCondLst>
                            <p:childTnLst>
                              <p:par>
                                <p:cTn id="80" presetID="2" presetClass="entr" presetSubtype="3" fill="hold" grpId="0" nodeType="afterEffect">
                                  <p:stCondLst>
                                    <p:cond delay="0"/>
                                  </p:stCondLst>
                                  <p:childTnLst>
                                    <p:set>
                                      <p:cBhvr>
                                        <p:cTn id="81" dur="1" fill="hold">
                                          <p:stCondLst>
                                            <p:cond delay="0"/>
                                          </p:stCondLst>
                                        </p:cTn>
                                        <p:tgtEl>
                                          <p:spTgt spid="24"/>
                                        </p:tgtEl>
                                        <p:attrNameLst>
                                          <p:attrName>style.visibility</p:attrName>
                                        </p:attrNameLst>
                                      </p:cBhvr>
                                      <p:to>
                                        <p:strVal val="visible"/>
                                      </p:to>
                                    </p:set>
                                    <p:anim calcmode="lin" valueType="num">
                                      <p:cBhvr additive="base">
                                        <p:cTn id="82" dur="500" fill="hold"/>
                                        <p:tgtEl>
                                          <p:spTgt spid="24"/>
                                        </p:tgtEl>
                                        <p:attrNameLst>
                                          <p:attrName>ppt_x</p:attrName>
                                        </p:attrNameLst>
                                      </p:cBhvr>
                                      <p:tavLst>
                                        <p:tav tm="0">
                                          <p:val>
                                            <p:strVal val="1+#ppt_w/2"/>
                                          </p:val>
                                        </p:tav>
                                        <p:tav tm="100000">
                                          <p:val>
                                            <p:strVal val="#ppt_x"/>
                                          </p:val>
                                        </p:tav>
                                      </p:tavLst>
                                    </p:anim>
                                    <p:anim calcmode="lin" valueType="num">
                                      <p:cBhvr additive="base">
                                        <p:cTn id="83" dur="500" fill="hold"/>
                                        <p:tgtEl>
                                          <p:spTgt spid="24"/>
                                        </p:tgtEl>
                                        <p:attrNameLst>
                                          <p:attrName>ppt_y</p:attrName>
                                        </p:attrNameLst>
                                      </p:cBhvr>
                                      <p:tavLst>
                                        <p:tav tm="0">
                                          <p:val>
                                            <p:strVal val="0-#ppt_h/2"/>
                                          </p:val>
                                        </p:tav>
                                        <p:tav tm="100000">
                                          <p:val>
                                            <p:strVal val="#ppt_y"/>
                                          </p:val>
                                        </p:tav>
                                      </p:tavLst>
                                    </p:anim>
                                  </p:childTnLst>
                                </p:cTn>
                              </p:par>
                            </p:childTnLst>
                          </p:cTn>
                        </p:par>
                        <p:par>
                          <p:cTn id="84" fill="hold">
                            <p:stCondLst>
                              <p:cond delay="8000"/>
                            </p:stCondLst>
                            <p:childTnLst>
                              <p:par>
                                <p:cTn id="85" presetID="2" presetClass="entr" presetSubtype="3" fill="hold" grpId="0" nodeType="afterEffect">
                                  <p:stCondLst>
                                    <p:cond delay="0"/>
                                  </p:stCondLst>
                                  <p:childTnLst>
                                    <p:set>
                                      <p:cBhvr>
                                        <p:cTn id="86" dur="1" fill="hold">
                                          <p:stCondLst>
                                            <p:cond delay="0"/>
                                          </p:stCondLst>
                                        </p:cTn>
                                        <p:tgtEl>
                                          <p:spTgt spid="28"/>
                                        </p:tgtEl>
                                        <p:attrNameLst>
                                          <p:attrName>style.visibility</p:attrName>
                                        </p:attrNameLst>
                                      </p:cBhvr>
                                      <p:to>
                                        <p:strVal val="visible"/>
                                      </p:to>
                                    </p:set>
                                    <p:anim calcmode="lin" valueType="num">
                                      <p:cBhvr additive="base">
                                        <p:cTn id="87" dur="500" fill="hold"/>
                                        <p:tgtEl>
                                          <p:spTgt spid="28"/>
                                        </p:tgtEl>
                                        <p:attrNameLst>
                                          <p:attrName>ppt_x</p:attrName>
                                        </p:attrNameLst>
                                      </p:cBhvr>
                                      <p:tavLst>
                                        <p:tav tm="0">
                                          <p:val>
                                            <p:strVal val="1+#ppt_w/2"/>
                                          </p:val>
                                        </p:tav>
                                        <p:tav tm="100000">
                                          <p:val>
                                            <p:strVal val="#ppt_x"/>
                                          </p:val>
                                        </p:tav>
                                      </p:tavLst>
                                    </p:anim>
                                    <p:anim calcmode="lin" valueType="num">
                                      <p:cBhvr additive="base">
                                        <p:cTn id="88" dur="500" fill="hold"/>
                                        <p:tgtEl>
                                          <p:spTgt spid="28"/>
                                        </p:tgtEl>
                                        <p:attrNameLst>
                                          <p:attrName>ppt_y</p:attrName>
                                        </p:attrNameLst>
                                      </p:cBhvr>
                                      <p:tavLst>
                                        <p:tav tm="0">
                                          <p:val>
                                            <p:strVal val="0-#ppt_h/2"/>
                                          </p:val>
                                        </p:tav>
                                        <p:tav tm="100000">
                                          <p:val>
                                            <p:strVal val="#ppt_y"/>
                                          </p:val>
                                        </p:tav>
                                      </p:tavLst>
                                    </p:anim>
                                  </p:childTnLst>
                                </p:cTn>
                              </p:par>
                            </p:childTnLst>
                          </p:cTn>
                        </p:par>
                        <p:par>
                          <p:cTn id="89" fill="hold">
                            <p:stCondLst>
                              <p:cond delay="8500"/>
                            </p:stCondLst>
                            <p:childTnLst>
                              <p:par>
                                <p:cTn id="90" presetID="2" presetClass="entr" presetSubtype="3" fill="hold" grpId="0" nodeType="afterEffect">
                                  <p:stCondLst>
                                    <p:cond delay="0"/>
                                  </p:stCondLst>
                                  <p:childTnLst>
                                    <p:set>
                                      <p:cBhvr>
                                        <p:cTn id="91" dur="1" fill="hold">
                                          <p:stCondLst>
                                            <p:cond delay="0"/>
                                          </p:stCondLst>
                                        </p:cTn>
                                        <p:tgtEl>
                                          <p:spTgt spid="31"/>
                                        </p:tgtEl>
                                        <p:attrNameLst>
                                          <p:attrName>style.visibility</p:attrName>
                                        </p:attrNameLst>
                                      </p:cBhvr>
                                      <p:to>
                                        <p:strVal val="visible"/>
                                      </p:to>
                                    </p:set>
                                    <p:anim calcmode="lin" valueType="num">
                                      <p:cBhvr additive="base">
                                        <p:cTn id="92" dur="500" fill="hold"/>
                                        <p:tgtEl>
                                          <p:spTgt spid="31"/>
                                        </p:tgtEl>
                                        <p:attrNameLst>
                                          <p:attrName>ppt_x</p:attrName>
                                        </p:attrNameLst>
                                      </p:cBhvr>
                                      <p:tavLst>
                                        <p:tav tm="0">
                                          <p:val>
                                            <p:strVal val="1+#ppt_w/2"/>
                                          </p:val>
                                        </p:tav>
                                        <p:tav tm="100000">
                                          <p:val>
                                            <p:strVal val="#ppt_x"/>
                                          </p:val>
                                        </p:tav>
                                      </p:tavLst>
                                    </p:anim>
                                    <p:anim calcmode="lin" valueType="num">
                                      <p:cBhvr additive="base">
                                        <p:cTn id="93" dur="500" fill="hold"/>
                                        <p:tgtEl>
                                          <p:spTgt spid="31"/>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8" grpId="0" animBg="1"/>
      <p:bldP spid="25" grpId="0" animBg="1"/>
      <p:bldP spid="26" grpId="0" animBg="1"/>
      <p:bldP spid="27" grpId="0" animBg="1"/>
      <p:bldP spid="11" grpId="0" animBg="1"/>
      <p:bldP spid="13" grpId="0" animBg="1"/>
      <p:bldP spid="14" grpId="0" animBg="1"/>
      <p:bldP spid="22" grpId="0" animBg="1"/>
      <p:bldP spid="29" grpId="0" animBg="1"/>
      <p:bldP spid="15" grpId="0" animBg="1"/>
      <p:bldP spid="16" grpId="0" animBg="1"/>
      <p:bldP spid="30" grpId="0" build="allAtOnce" animBg="1"/>
      <p:bldP spid="23" grpId="0" animBg="1"/>
      <p:bldP spid="24" grpId="0" animBg="1"/>
      <p:bldP spid="28" grpId="0" animBg="1"/>
      <p:bldP spid="31"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59A708-8216-27B3-EBA7-15DF688BEE6D}"/>
            </a:ext>
          </a:extLst>
        </p:cNvPr>
        <p:cNvGrpSpPr/>
        <p:nvPr/>
      </p:nvGrpSpPr>
      <p:grpSpPr>
        <a:xfrm>
          <a:off x="0" y="0"/>
          <a:ext cx="0" cy="0"/>
          <a:chOff x="0" y="0"/>
          <a:chExt cx="0" cy="0"/>
        </a:xfrm>
      </p:grpSpPr>
      <p:sp>
        <p:nvSpPr>
          <p:cNvPr id="19" name="Rechteck: abgerundete Ecken 18">
            <a:extLst>
              <a:ext uri="{FF2B5EF4-FFF2-40B4-BE49-F238E27FC236}">
                <a16:creationId xmlns:a16="http://schemas.microsoft.com/office/drawing/2014/main" id="{08D1C886-967E-80B0-9648-B19A75F747C6}"/>
              </a:ext>
            </a:extLst>
          </p:cNvPr>
          <p:cNvSpPr/>
          <p:nvPr/>
        </p:nvSpPr>
        <p:spPr>
          <a:xfrm>
            <a:off x="3910361" y="3196683"/>
            <a:ext cx="5300546" cy="2259980"/>
          </a:xfrm>
          <a:prstGeom prst="roundRect">
            <a:avLst>
              <a:gd name="adj" fmla="val 482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Titel 1">
            <a:extLst>
              <a:ext uri="{FF2B5EF4-FFF2-40B4-BE49-F238E27FC236}">
                <a16:creationId xmlns:a16="http://schemas.microsoft.com/office/drawing/2014/main" id="{C46C3F9A-20C9-CDC1-50C0-048413F3E8B4}"/>
              </a:ext>
            </a:extLst>
          </p:cNvPr>
          <p:cNvSpPr>
            <a:spLocks noGrp="1"/>
          </p:cNvSpPr>
          <p:nvPr>
            <p:ph type="title"/>
          </p:nvPr>
        </p:nvSpPr>
        <p:spPr/>
        <p:txBody>
          <a:bodyPr>
            <a:normAutofit fontScale="90000"/>
          </a:bodyPr>
          <a:lstStyle/>
          <a:p>
            <a:r>
              <a:rPr lang="de-DE" spc="0"/>
              <a:t>The Modelling Approach </a:t>
            </a:r>
            <a:r>
              <a:rPr lang="de-DE" sz="4900" spc="0">
                <a:solidFill>
                  <a:schemeClr val="tx1">
                    <a:lumMod val="50000"/>
                    <a:lumOff val="50000"/>
                  </a:schemeClr>
                </a:solidFill>
              </a:rPr>
              <a:t>xAquaticRisk</a:t>
            </a:r>
            <a:endParaRPr lang="de-DE" spc="0">
              <a:solidFill>
                <a:schemeClr val="tx1">
                  <a:lumMod val="50000"/>
                  <a:lumOff val="50000"/>
                </a:schemeClr>
              </a:solidFill>
            </a:endParaRPr>
          </a:p>
        </p:txBody>
      </p:sp>
      <p:sp>
        <p:nvSpPr>
          <p:cNvPr id="5" name="Foliennummernplatzhalter 4">
            <a:extLst>
              <a:ext uri="{FF2B5EF4-FFF2-40B4-BE49-F238E27FC236}">
                <a16:creationId xmlns:a16="http://schemas.microsoft.com/office/drawing/2014/main" id="{2081BC2C-E777-813C-4DFE-45D6DF0CEA7C}"/>
              </a:ext>
            </a:extLst>
          </p:cNvPr>
          <p:cNvSpPr>
            <a:spLocks noGrp="1"/>
          </p:cNvSpPr>
          <p:nvPr>
            <p:ph type="sldNum" sz="quarter" idx="12"/>
          </p:nvPr>
        </p:nvSpPr>
        <p:spPr/>
        <p:txBody>
          <a:bodyPr/>
          <a:lstStyle/>
          <a:p>
            <a:fld id="{CC057153-B650-4DEB-B370-79DDCFDCE934}" type="slidenum">
              <a:rPr lang="en-US" smtClean="0"/>
              <a:t>17</a:t>
            </a:fld>
            <a:endParaRPr lang="en-US"/>
          </a:p>
        </p:txBody>
      </p:sp>
      <p:sp>
        <p:nvSpPr>
          <p:cNvPr id="34" name="Textfeld 33">
            <a:extLst>
              <a:ext uri="{FF2B5EF4-FFF2-40B4-BE49-F238E27FC236}">
                <a16:creationId xmlns:a16="http://schemas.microsoft.com/office/drawing/2014/main" id="{0B7321FA-5C42-F566-4340-E4089B476ED7}"/>
              </a:ext>
            </a:extLst>
          </p:cNvPr>
          <p:cNvSpPr txBox="1"/>
          <p:nvPr/>
        </p:nvSpPr>
        <p:spPr>
          <a:xfrm>
            <a:off x="0" y="6635665"/>
            <a:ext cx="7322634" cy="261610"/>
          </a:xfrm>
          <a:prstGeom prst="rect">
            <a:avLst/>
          </a:prstGeom>
          <a:noFill/>
        </p:spPr>
        <p:txBody>
          <a:bodyPr wrap="square">
            <a:spAutoFit/>
          </a:bodyPr>
          <a:lstStyle/>
          <a:p>
            <a:r>
              <a:rPr lang="de-DE" sz="1050" spc="0">
                <a:solidFill>
                  <a:schemeClr val="tx1">
                    <a:lumMod val="50000"/>
                    <a:lumOff val="50000"/>
                  </a:schemeClr>
                </a:solidFill>
              </a:rPr>
              <a:t>(https://github.com/xlandscape/xAquaticRisk)</a:t>
            </a:r>
            <a:endParaRPr lang="de-DE" sz="1050"/>
          </a:p>
        </p:txBody>
      </p:sp>
      <p:sp>
        <p:nvSpPr>
          <p:cNvPr id="35" name="Inhaltsplatzhalter 5">
            <a:extLst>
              <a:ext uri="{FF2B5EF4-FFF2-40B4-BE49-F238E27FC236}">
                <a16:creationId xmlns:a16="http://schemas.microsoft.com/office/drawing/2014/main" id="{4284F2F6-6C73-C30A-90A3-03E9265114FC}"/>
              </a:ext>
            </a:extLst>
          </p:cNvPr>
          <p:cNvSpPr>
            <a:spLocks noGrp="1"/>
          </p:cNvSpPr>
          <p:nvPr>
            <p:ph idx="1"/>
          </p:nvPr>
        </p:nvSpPr>
        <p:spPr>
          <a:xfrm>
            <a:off x="6833993" y="1328259"/>
            <a:ext cx="3959054" cy="1163013"/>
          </a:xfrm>
        </p:spPr>
        <p:txBody>
          <a:bodyPr>
            <a:normAutofit fontScale="92500"/>
          </a:bodyPr>
          <a:lstStyle/>
          <a:p>
            <a:pPr marL="285750" indent="-285750">
              <a:buFont typeface="Wingdings" panose="05000000000000000000" pitchFamily="2" charset="2"/>
              <a:buChar char="ü"/>
            </a:pPr>
            <a:r>
              <a:rPr lang="de-DE">
                <a:solidFill>
                  <a:schemeClr val="tx1">
                    <a:lumMod val="65000"/>
                    <a:lumOff val="35000"/>
                  </a:schemeClr>
                </a:solidFill>
              </a:rPr>
              <a:t>Modular</a:t>
            </a:r>
          </a:p>
          <a:p>
            <a:pPr marL="285750" indent="-285750">
              <a:buFont typeface="Wingdings" panose="05000000000000000000" pitchFamily="2" charset="2"/>
              <a:buChar char="ü"/>
            </a:pPr>
            <a:r>
              <a:rPr lang="de-DE">
                <a:solidFill>
                  <a:schemeClr val="tx1">
                    <a:lumMod val="65000"/>
                    <a:lumOff val="35000"/>
                  </a:schemeClr>
                </a:solidFill>
              </a:rPr>
              <a:t>Open Source, FAIR</a:t>
            </a:r>
          </a:p>
          <a:p>
            <a:pPr marL="285750" indent="-285750">
              <a:buFont typeface="Wingdings" panose="05000000000000000000" pitchFamily="2" charset="2"/>
              <a:buChar char="ü"/>
            </a:pPr>
            <a:r>
              <a:rPr lang="de-DE">
                <a:solidFill>
                  <a:schemeClr val="tx1">
                    <a:lumMod val="65000"/>
                    <a:lumOff val="35000"/>
                  </a:schemeClr>
                </a:solidFill>
              </a:rPr>
              <a:t>Makes use of regulatory established models</a:t>
            </a:r>
          </a:p>
          <a:p>
            <a:pPr marL="285750" indent="-285750">
              <a:buFont typeface="Wingdings" panose="05000000000000000000" pitchFamily="2" charset="2"/>
              <a:buChar char="ü"/>
            </a:pPr>
            <a:r>
              <a:rPr lang="de-DE">
                <a:solidFill>
                  <a:schemeClr val="tx1">
                    <a:lumMod val="65000"/>
                    <a:lumOff val="35000"/>
                  </a:schemeClr>
                </a:solidFill>
              </a:rPr>
              <a:t>Flexible, adaptable, integrated</a:t>
            </a:r>
          </a:p>
        </p:txBody>
      </p:sp>
      <p:pic>
        <p:nvPicPr>
          <p:cNvPr id="3" name="Grafik 2">
            <a:extLst>
              <a:ext uri="{FF2B5EF4-FFF2-40B4-BE49-F238E27FC236}">
                <a16:creationId xmlns:a16="http://schemas.microsoft.com/office/drawing/2014/main" id="{30FE4A47-059F-B4B6-D424-483026C6F282}"/>
              </a:ext>
            </a:extLst>
          </p:cNvPr>
          <p:cNvPicPr>
            <a:picLocks noChangeAspect="1"/>
          </p:cNvPicPr>
          <p:nvPr/>
        </p:nvPicPr>
        <p:blipFill>
          <a:blip r:embed="rId2"/>
          <a:stretch>
            <a:fillRect/>
          </a:stretch>
        </p:blipFill>
        <p:spPr>
          <a:xfrm>
            <a:off x="4137616" y="3459573"/>
            <a:ext cx="4856867" cy="1814311"/>
          </a:xfrm>
          <a:prstGeom prst="rect">
            <a:avLst/>
          </a:prstGeom>
        </p:spPr>
      </p:pic>
      <p:pic>
        <p:nvPicPr>
          <p:cNvPr id="6" name="Grafik 5" descr="Büromitarbeiter mit einfarbiger Füllung">
            <a:extLst>
              <a:ext uri="{FF2B5EF4-FFF2-40B4-BE49-F238E27FC236}">
                <a16:creationId xmlns:a16="http://schemas.microsoft.com/office/drawing/2014/main" id="{D43D31BE-F3FC-7182-DE2C-126FE7E1F04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497980" y="3379656"/>
            <a:ext cx="914400" cy="914400"/>
          </a:xfrm>
          <a:prstGeom prst="rect">
            <a:avLst/>
          </a:prstGeom>
        </p:spPr>
      </p:pic>
      <p:pic>
        <p:nvPicPr>
          <p:cNvPr id="17" name="Grafik 16" descr="Büromitarbeiterin mit einfarbiger Füllung">
            <a:extLst>
              <a:ext uri="{FF2B5EF4-FFF2-40B4-BE49-F238E27FC236}">
                <a16:creationId xmlns:a16="http://schemas.microsoft.com/office/drawing/2014/main" id="{68BD888F-F124-6053-328C-19FA20B671DE}"/>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122705" y="3379656"/>
            <a:ext cx="914400" cy="914400"/>
          </a:xfrm>
          <a:prstGeom prst="rect">
            <a:avLst/>
          </a:prstGeom>
        </p:spPr>
      </p:pic>
      <p:cxnSp>
        <p:nvCxnSpPr>
          <p:cNvPr id="21" name="Verbinder: gekrümmt 20">
            <a:extLst>
              <a:ext uri="{FF2B5EF4-FFF2-40B4-BE49-F238E27FC236}">
                <a16:creationId xmlns:a16="http://schemas.microsoft.com/office/drawing/2014/main" id="{F1AD8DF6-34B4-3D58-EAA0-A41FD06624A7}"/>
              </a:ext>
            </a:extLst>
          </p:cNvPr>
          <p:cNvCxnSpPr>
            <a:endCxn id="19" idx="1"/>
          </p:cNvCxnSpPr>
          <p:nvPr/>
        </p:nvCxnSpPr>
        <p:spPr>
          <a:xfrm>
            <a:off x="3037105" y="3873190"/>
            <a:ext cx="873256" cy="453483"/>
          </a:xfrm>
          <a:prstGeom prst="curvedConnector3">
            <a:avLst/>
          </a:prstGeom>
          <a:ln>
            <a:solidFill>
              <a:schemeClr val="tx1">
                <a:lumMod val="50000"/>
                <a:lumOff val="5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32" name="Inhaltsplatzhalter 5">
            <a:extLst>
              <a:ext uri="{FF2B5EF4-FFF2-40B4-BE49-F238E27FC236}">
                <a16:creationId xmlns:a16="http://schemas.microsoft.com/office/drawing/2014/main" id="{8C47FD92-0B7A-6A42-2A96-74FC0B255CC9}"/>
              </a:ext>
            </a:extLst>
          </p:cNvPr>
          <p:cNvSpPr txBox="1">
            <a:spLocks/>
          </p:cNvSpPr>
          <p:nvPr/>
        </p:nvSpPr>
        <p:spPr>
          <a:xfrm>
            <a:off x="1547481" y="4547244"/>
            <a:ext cx="2146456" cy="1163013"/>
          </a:xfrm>
          <a:prstGeom prst="rect">
            <a:avLst/>
          </a:prstGeom>
        </p:spPr>
        <p:txBody>
          <a:bodyPr vert="horz" lIns="91440" tIns="45720" rIns="91440" bIns="45720" rtlCol="0">
            <a:normAutofit/>
          </a:bodyPr>
          <a:lstStyle>
            <a:lvl1pPr marL="0" indent="0" algn="l" defTabSz="914400" rtl="0" eaLnBrk="1" latinLnBrk="0" hangingPunct="1">
              <a:lnSpc>
                <a:spcPct val="80000"/>
              </a:lnSpc>
              <a:spcBef>
                <a:spcPts val="1000"/>
              </a:spcBef>
              <a:buFont typeface="Arial" panose="020B0604020202020204" pitchFamily="34" charset="0"/>
              <a:buNone/>
              <a:defRPr sz="1400" kern="1200" baseline="0">
                <a:solidFill>
                  <a:schemeClr val="tx1"/>
                </a:solidFill>
                <a:latin typeface="+mn-lt"/>
                <a:ea typeface="+mn-ea"/>
                <a:cs typeface="+mn-cs"/>
              </a:defRPr>
            </a:lvl1pPr>
            <a:lvl2pPr marL="228600" indent="0" algn="l" defTabSz="914400" rtl="0" eaLnBrk="1" latinLnBrk="0" hangingPunct="1">
              <a:lnSpc>
                <a:spcPct val="80000"/>
              </a:lnSpc>
              <a:spcBef>
                <a:spcPts val="1000"/>
              </a:spcBef>
              <a:buFont typeface="Arial" panose="020B0604020202020204" pitchFamily="34" charset="0"/>
              <a:buNone/>
              <a:defRPr sz="1400" kern="1200" baseline="0">
                <a:solidFill>
                  <a:schemeClr val="tx1"/>
                </a:solidFill>
                <a:latin typeface="+mn-lt"/>
                <a:ea typeface="+mn-ea"/>
                <a:cs typeface="+mn-cs"/>
              </a:defRPr>
            </a:lvl2pPr>
            <a:lvl3pPr marL="457200" indent="0" algn="l" defTabSz="914400" rtl="0" eaLnBrk="1" latinLnBrk="0" hangingPunct="1">
              <a:lnSpc>
                <a:spcPct val="80000"/>
              </a:lnSpc>
              <a:spcBef>
                <a:spcPts val="1000"/>
              </a:spcBef>
              <a:buFont typeface="Arial" panose="020B0604020202020204" pitchFamily="34" charset="0"/>
              <a:buNone/>
              <a:defRPr sz="1400" kern="1200" baseline="0">
                <a:solidFill>
                  <a:schemeClr val="tx1"/>
                </a:solidFill>
                <a:latin typeface="+mn-lt"/>
                <a:ea typeface="+mn-ea"/>
                <a:cs typeface="+mn-cs"/>
              </a:defRPr>
            </a:lvl3pPr>
            <a:lvl4pPr marL="685800" indent="0" algn="l" defTabSz="914400" rtl="0" eaLnBrk="1" latinLnBrk="0" hangingPunct="1">
              <a:lnSpc>
                <a:spcPct val="80000"/>
              </a:lnSpc>
              <a:spcBef>
                <a:spcPts val="1000"/>
              </a:spcBef>
              <a:buFont typeface="Arial" panose="020B0604020202020204" pitchFamily="34" charset="0"/>
              <a:buNone/>
              <a:defRPr sz="1400" kern="1200" baseline="0">
                <a:solidFill>
                  <a:schemeClr val="tx1"/>
                </a:solidFill>
                <a:latin typeface="+mn-lt"/>
                <a:ea typeface="+mn-ea"/>
                <a:cs typeface="+mn-cs"/>
              </a:defRPr>
            </a:lvl4pPr>
            <a:lvl5pPr marL="914400" indent="0" algn="l" defTabSz="914400" rtl="0" eaLnBrk="1" latinLnBrk="0" hangingPunct="1">
              <a:lnSpc>
                <a:spcPct val="80000"/>
              </a:lnSpc>
              <a:spcBef>
                <a:spcPts val="1000"/>
              </a:spcBef>
              <a:buFont typeface="Arial" panose="020B0604020202020204" pitchFamily="34" charset="0"/>
              <a:buNone/>
              <a:defRPr sz="1400" kern="120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buFont typeface="Wingdings" panose="05000000000000000000" pitchFamily="2" charset="2"/>
              <a:buChar char="ü"/>
            </a:pPr>
            <a:r>
              <a:rPr lang="de-DE">
                <a:solidFill>
                  <a:schemeClr val="tx1">
                    <a:lumMod val="65000"/>
                    <a:lumOff val="35000"/>
                  </a:schemeClr>
                </a:solidFill>
              </a:rPr>
              <a:t>User get in touch with a single model</a:t>
            </a:r>
          </a:p>
        </p:txBody>
      </p:sp>
      <p:pic>
        <p:nvPicPr>
          <p:cNvPr id="33" name="Grafik 32" descr="Häkchen mit einfarbiger Füllung">
            <a:extLst>
              <a:ext uri="{FF2B5EF4-FFF2-40B4-BE49-F238E27FC236}">
                <a16:creationId xmlns:a16="http://schemas.microsoft.com/office/drawing/2014/main" id="{D1A03B5B-893D-C514-F7F2-2854293538F5}"/>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0" y="10855"/>
            <a:ext cx="505522" cy="505522"/>
          </a:xfrm>
          <a:prstGeom prst="rect">
            <a:avLst/>
          </a:prstGeom>
        </p:spPr>
      </p:pic>
    </p:spTree>
    <p:extLst>
      <p:ext uri="{BB962C8B-B14F-4D97-AF65-F5344CB8AC3E}">
        <p14:creationId xmlns:p14="http://schemas.microsoft.com/office/powerpoint/2010/main" val="306743882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30" name="Picture 6" descr="CMD: ZIP-Archiv erstellen – diese drei nützliche Windows-Befehle helfen Ihnen ZIP-Archive bündeln Dateien und verkleinern sie. Wollen Sie sie jenseits der GUI packen, erledigen Sie das über die CMD (ein CLI-Programm). GUI steht für grafische Benutzeroberfläche und fasst unter anderem den Explorer ein; CLI bezieht sich auf Tastatureingaben.">
            <a:extLst>
              <a:ext uri="{FF2B5EF4-FFF2-40B4-BE49-F238E27FC236}">
                <a16:creationId xmlns:a16="http://schemas.microsoft.com/office/drawing/2014/main" id="{89556D3A-7994-8919-09A3-3271C3B5A0BE}"/>
              </a:ext>
            </a:extLst>
          </p:cNvPr>
          <p:cNvPicPr>
            <a:picLocks noChangeAspect="1" noChangeArrowheads="1"/>
          </p:cNvPicPr>
          <p:nvPr/>
        </p:nvPicPr>
        <p:blipFill>
          <a:blip r:embed="rId2">
            <a:alphaModFix amt="50000"/>
            <a:extLst>
              <a:ext uri="{28A0092B-C50C-407E-A947-70E740481C1C}">
                <a14:useLocalDpi xmlns:a14="http://schemas.microsoft.com/office/drawing/2010/main" val="0"/>
              </a:ext>
            </a:extLst>
          </a:blip>
          <a:srcRect/>
          <a:stretch>
            <a:fillRect/>
          </a:stretch>
        </p:blipFill>
        <p:spPr bwMode="auto">
          <a:xfrm>
            <a:off x="1572339" y="4010224"/>
            <a:ext cx="3445709" cy="1937784"/>
          </a:xfrm>
          <a:prstGeom prst="rect">
            <a:avLst/>
          </a:prstGeom>
          <a:noFill/>
          <a:extLst>
            <a:ext uri="{909E8E84-426E-40DD-AFC4-6F175D3DCCD1}">
              <a14:hiddenFill xmlns:a14="http://schemas.microsoft.com/office/drawing/2010/main">
                <a:solidFill>
                  <a:srgbClr val="FFFFFF"/>
                </a:solidFill>
              </a14:hiddenFill>
            </a:ext>
          </a:extLst>
        </p:spPr>
      </p:pic>
      <p:sp>
        <p:nvSpPr>
          <p:cNvPr id="2" name="Titel 1">
            <a:extLst>
              <a:ext uri="{FF2B5EF4-FFF2-40B4-BE49-F238E27FC236}">
                <a16:creationId xmlns:a16="http://schemas.microsoft.com/office/drawing/2014/main" id="{6D25209D-8B9F-86D4-277A-89AFCB07A258}"/>
              </a:ext>
            </a:extLst>
          </p:cNvPr>
          <p:cNvSpPr>
            <a:spLocks noGrp="1"/>
          </p:cNvSpPr>
          <p:nvPr>
            <p:ph type="title"/>
          </p:nvPr>
        </p:nvSpPr>
        <p:spPr/>
        <p:txBody>
          <a:bodyPr>
            <a:normAutofit fontScale="90000"/>
          </a:bodyPr>
          <a:lstStyle/>
          <a:p>
            <a:r>
              <a:rPr lang="de-DE"/>
              <a:t>Get xAquaticRisk    </a:t>
            </a:r>
            <a:r>
              <a:rPr lang="de-DE" sz="4400">
                <a:solidFill>
                  <a:schemeClr val="tx1">
                    <a:lumMod val="50000"/>
                    <a:lumOff val="50000"/>
                  </a:schemeClr>
                </a:solidFill>
              </a:rPr>
              <a:t>no installation needed</a:t>
            </a:r>
            <a:endParaRPr lang="de-DE">
              <a:solidFill>
                <a:schemeClr val="tx1">
                  <a:lumMod val="50000"/>
                  <a:lumOff val="50000"/>
                </a:schemeClr>
              </a:solidFill>
            </a:endParaRPr>
          </a:p>
        </p:txBody>
      </p:sp>
      <p:sp>
        <p:nvSpPr>
          <p:cNvPr id="5" name="Foliennummernplatzhalter 4">
            <a:extLst>
              <a:ext uri="{FF2B5EF4-FFF2-40B4-BE49-F238E27FC236}">
                <a16:creationId xmlns:a16="http://schemas.microsoft.com/office/drawing/2014/main" id="{F0671CCD-AE07-1936-4CB4-58218ED894F8}"/>
              </a:ext>
            </a:extLst>
          </p:cNvPr>
          <p:cNvSpPr>
            <a:spLocks noGrp="1"/>
          </p:cNvSpPr>
          <p:nvPr>
            <p:ph type="sldNum" sz="quarter" idx="12"/>
          </p:nvPr>
        </p:nvSpPr>
        <p:spPr/>
        <p:txBody>
          <a:bodyPr/>
          <a:lstStyle/>
          <a:p>
            <a:fld id="{CC057153-B650-4DEB-B370-79DDCFDCE934}" type="slidenum">
              <a:rPr lang="en-US" smtClean="0"/>
              <a:t>18</a:t>
            </a:fld>
            <a:endParaRPr lang="en-US" dirty="0"/>
          </a:p>
        </p:txBody>
      </p:sp>
      <p:pic>
        <p:nvPicPr>
          <p:cNvPr id="10" name="Grafik 9">
            <a:extLst>
              <a:ext uri="{FF2B5EF4-FFF2-40B4-BE49-F238E27FC236}">
                <a16:creationId xmlns:a16="http://schemas.microsoft.com/office/drawing/2014/main" id="{5007FC9C-8D10-C759-5BC5-4423AE894E6B}"/>
              </a:ext>
            </a:extLst>
          </p:cNvPr>
          <p:cNvPicPr>
            <a:picLocks noChangeAspect="1"/>
          </p:cNvPicPr>
          <p:nvPr/>
        </p:nvPicPr>
        <p:blipFill>
          <a:blip r:embed="rId3"/>
          <a:stretch>
            <a:fillRect/>
          </a:stretch>
        </p:blipFill>
        <p:spPr>
          <a:xfrm>
            <a:off x="7902498" y="4202588"/>
            <a:ext cx="2297152" cy="2426375"/>
          </a:xfrm>
          <a:prstGeom prst="rect">
            <a:avLst/>
          </a:prstGeom>
        </p:spPr>
      </p:pic>
      <p:pic>
        <p:nvPicPr>
          <p:cNvPr id="1026" name="Picture 2" descr="undefined">
            <a:extLst>
              <a:ext uri="{FF2B5EF4-FFF2-40B4-BE49-F238E27FC236}">
                <a16:creationId xmlns:a16="http://schemas.microsoft.com/office/drawing/2014/main" id="{25AAD088-69BD-E566-45D6-B95D477138A9}"/>
              </a:ext>
            </a:extLst>
          </p:cNvPr>
          <p:cNvPicPr>
            <a:picLocks noChangeAspect="1" noChangeArrowheads="1"/>
          </p:cNvPicPr>
          <p:nvPr/>
        </p:nvPicPr>
        <p:blipFill>
          <a:blip r:embed="rId4">
            <a:alphaModFix amt="50000"/>
            <a:extLst>
              <a:ext uri="{28A0092B-C50C-407E-A947-70E740481C1C}">
                <a14:useLocalDpi xmlns:a14="http://schemas.microsoft.com/office/drawing/2010/main" val="0"/>
              </a:ext>
            </a:extLst>
          </a:blip>
          <a:srcRect/>
          <a:stretch>
            <a:fillRect/>
          </a:stretch>
        </p:blipFill>
        <p:spPr bwMode="auto">
          <a:xfrm>
            <a:off x="8492100" y="4692037"/>
            <a:ext cx="1225722" cy="1225722"/>
          </a:xfrm>
          <a:prstGeom prst="rect">
            <a:avLst/>
          </a:prstGeom>
          <a:noFill/>
          <a:extLst>
            <a:ext uri="{909E8E84-426E-40DD-AFC4-6F175D3DCCD1}">
              <a14:hiddenFill xmlns:a14="http://schemas.microsoft.com/office/drawing/2010/main">
                <a:solidFill>
                  <a:srgbClr val="FFFFFF"/>
                </a:solidFill>
              </a14:hiddenFill>
            </a:ext>
          </a:extLst>
        </p:spPr>
      </p:pic>
      <p:sp>
        <p:nvSpPr>
          <p:cNvPr id="6" name="Inhaltsplatzhalter 5">
            <a:extLst>
              <a:ext uri="{FF2B5EF4-FFF2-40B4-BE49-F238E27FC236}">
                <a16:creationId xmlns:a16="http://schemas.microsoft.com/office/drawing/2014/main" id="{62B78400-A11B-1FAB-FF54-959A13504438}"/>
              </a:ext>
            </a:extLst>
          </p:cNvPr>
          <p:cNvSpPr>
            <a:spLocks noGrp="1"/>
          </p:cNvSpPr>
          <p:nvPr>
            <p:ph idx="1"/>
          </p:nvPr>
        </p:nvSpPr>
        <p:spPr>
          <a:xfrm>
            <a:off x="406399" y="3386538"/>
            <a:ext cx="11220819" cy="1292527"/>
          </a:xfrm>
        </p:spPr>
        <p:txBody>
          <a:bodyPr>
            <a:normAutofit/>
          </a:bodyPr>
          <a:lstStyle/>
          <a:p>
            <a:r>
              <a:rPr lang="de-DE" sz="6000" b="1"/>
              <a:t>xAquaticRisk.zip      Github</a:t>
            </a:r>
            <a:endParaRPr lang="de-DE" sz="4400" b="1"/>
          </a:p>
        </p:txBody>
      </p:sp>
      <p:sp>
        <p:nvSpPr>
          <p:cNvPr id="3" name="Inhaltsplatzhalter 5">
            <a:extLst>
              <a:ext uri="{FF2B5EF4-FFF2-40B4-BE49-F238E27FC236}">
                <a16:creationId xmlns:a16="http://schemas.microsoft.com/office/drawing/2014/main" id="{6016C2C0-09EE-2A40-795F-4BD13D93E401}"/>
              </a:ext>
            </a:extLst>
          </p:cNvPr>
          <p:cNvSpPr txBox="1">
            <a:spLocks/>
          </p:cNvSpPr>
          <p:nvPr/>
        </p:nvSpPr>
        <p:spPr>
          <a:xfrm>
            <a:off x="406398" y="2081039"/>
            <a:ext cx="11650028" cy="1292527"/>
          </a:xfrm>
          <a:prstGeom prst="rect">
            <a:avLst/>
          </a:prstGeom>
        </p:spPr>
        <p:txBody>
          <a:bodyPr vert="horz" lIns="91440" tIns="45720" rIns="91440" bIns="45720" rtlCol="0">
            <a:normAutofit/>
          </a:bodyPr>
          <a:lstStyle>
            <a:lvl1pPr marL="0" indent="0" algn="l" defTabSz="914400" rtl="0" eaLnBrk="1" latinLnBrk="0" hangingPunct="1">
              <a:lnSpc>
                <a:spcPct val="80000"/>
              </a:lnSpc>
              <a:spcBef>
                <a:spcPts val="1000"/>
              </a:spcBef>
              <a:buFont typeface="Arial" panose="020B0604020202020204" pitchFamily="34" charset="0"/>
              <a:buNone/>
              <a:defRPr sz="1400" kern="1200" baseline="0">
                <a:solidFill>
                  <a:schemeClr val="tx1"/>
                </a:solidFill>
                <a:latin typeface="+mn-lt"/>
                <a:ea typeface="+mn-ea"/>
                <a:cs typeface="+mn-cs"/>
              </a:defRPr>
            </a:lvl1pPr>
            <a:lvl2pPr marL="228600" indent="0" algn="l" defTabSz="914400" rtl="0" eaLnBrk="1" latinLnBrk="0" hangingPunct="1">
              <a:lnSpc>
                <a:spcPct val="80000"/>
              </a:lnSpc>
              <a:spcBef>
                <a:spcPts val="1000"/>
              </a:spcBef>
              <a:buFont typeface="Arial" panose="020B0604020202020204" pitchFamily="34" charset="0"/>
              <a:buNone/>
              <a:defRPr sz="1400" kern="1200" baseline="0">
                <a:solidFill>
                  <a:schemeClr val="tx1"/>
                </a:solidFill>
                <a:latin typeface="+mn-lt"/>
                <a:ea typeface="+mn-ea"/>
                <a:cs typeface="+mn-cs"/>
              </a:defRPr>
            </a:lvl2pPr>
            <a:lvl3pPr marL="457200" indent="0" algn="l" defTabSz="914400" rtl="0" eaLnBrk="1" latinLnBrk="0" hangingPunct="1">
              <a:lnSpc>
                <a:spcPct val="80000"/>
              </a:lnSpc>
              <a:spcBef>
                <a:spcPts val="1000"/>
              </a:spcBef>
              <a:buFont typeface="Arial" panose="020B0604020202020204" pitchFamily="34" charset="0"/>
              <a:buNone/>
              <a:defRPr sz="1400" kern="1200" baseline="0">
                <a:solidFill>
                  <a:schemeClr val="tx1"/>
                </a:solidFill>
                <a:latin typeface="+mn-lt"/>
                <a:ea typeface="+mn-ea"/>
                <a:cs typeface="+mn-cs"/>
              </a:defRPr>
            </a:lvl3pPr>
            <a:lvl4pPr marL="685800" indent="0" algn="l" defTabSz="914400" rtl="0" eaLnBrk="1" latinLnBrk="0" hangingPunct="1">
              <a:lnSpc>
                <a:spcPct val="80000"/>
              </a:lnSpc>
              <a:spcBef>
                <a:spcPts val="1000"/>
              </a:spcBef>
              <a:buFont typeface="Arial" panose="020B0604020202020204" pitchFamily="34" charset="0"/>
              <a:buNone/>
              <a:defRPr sz="1400" kern="1200" baseline="0">
                <a:solidFill>
                  <a:schemeClr val="tx1"/>
                </a:solidFill>
                <a:latin typeface="+mn-lt"/>
                <a:ea typeface="+mn-ea"/>
                <a:cs typeface="+mn-cs"/>
              </a:defRPr>
            </a:lvl4pPr>
            <a:lvl5pPr marL="914400" indent="0" algn="l" defTabSz="914400" rtl="0" eaLnBrk="1" latinLnBrk="0" hangingPunct="1">
              <a:lnSpc>
                <a:spcPct val="80000"/>
              </a:lnSpc>
              <a:spcBef>
                <a:spcPts val="1000"/>
              </a:spcBef>
              <a:buFont typeface="Arial" panose="020B0604020202020204" pitchFamily="34" charset="0"/>
              <a:buNone/>
              <a:defRPr sz="1400" kern="120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de-DE" sz="6000" b="1">
                <a:solidFill>
                  <a:schemeClr val="tx1">
                    <a:lumMod val="50000"/>
                    <a:lumOff val="50000"/>
                  </a:schemeClr>
                </a:solidFill>
                <a:latin typeface="Consolas" panose="020B0609020204030204" pitchFamily="49" charset="0"/>
              </a:rPr>
              <a:t>download</a:t>
            </a:r>
            <a:r>
              <a:rPr lang="de-DE" sz="6000" b="1"/>
              <a:t>				</a:t>
            </a:r>
            <a:r>
              <a:rPr lang="de-DE" sz="4400">
                <a:solidFill>
                  <a:schemeClr val="tx1">
                    <a:lumMod val="50000"/>
                    <a:lumOff val="50000"/>
                  </a:schemeClr>
                </a:solidFill>
              </a:rPr>
              <a:t>or</a:t>
            </a:r>
            <a:r>
              <a:rPr lang="de-DE" sz="6000" b="1"/>
              <a:t>	</a:t>
            </a:r>
            <a:r>
              <a:rPr lang="de-DE" sz="6000" b="1">
                <a:solidFill>
                  <a:schemeClr val="tx1">
                    <a:lumMod val="50000"/>
                    <a:lumOff val="50000"/>
                  </a:schemeClr>
                </a:solidFill>
                <a:latin typeface="Consolas" panose="020B0609020204030204" pitchFamily="49" charset="0"/>
              </a:rPr>
              <a:t>clone</a:t>
            </a:r>
            <a:r>
              <a:rPr lang="de-DE" sz="4800">
                <a:solidFill>
                  <a:schemeClr val="tx1">
                    <a:lumMod val="50000"/>
                    <a:lumOff val="50000"/>
                  </a:schemeClr>
                </a:solidFill>
                <a:latin typeface="Consolas" panose="020B0609020204030204" pitchFamily="49" charset="0"/>
              </a:rPr>
              <a:t> from</a:t>
            </a:r>
            <a:endParaRPr lang="de-DE" sz="4400">
              <a:solidFill>
                <a:schemeClr val="tx1">
                  <a:lumMod val="50000"/>
                  <a:lumOff val="50000"/>
                </a:schemeClr>
              </a:solidFill>
              <a:latin typeface="Consolas" panose="020B0609020204030204" pitchFamily="49" charset="0"/>
            </a:endParaRPr>
          </a:p>
        </p:txBody>
      </p:sp>
      <p:pic>
        <p:nvPicPr>
          <p:cNvPr id="4" name="Grafik 3" descr="Häkchen mit einfarbiger Füllung">
            <a:extLst>
              <a:ext uri="{FF2B5EF4-FFF2-40B4-BE49-F238E27FC236}">
                <a16:creationId xmlns:a16="http://schemas.microsoft.com/office/drawing/2014/main" id="{DC36DBB8-67CB-8691-85CB-7A14F8FBA42C}"/>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0" y="10855"/>
            <a:ext cx="505522" cy="505522"/>
          </a:xfrm>
          <a:prstGeom prst="rect">
            <a:avLst/>
          </a:prstGeom>
        </p:spPr>
      </p:pic>
    </p:spTree>
    <p:extLst>
      <p:ext uri="{BB962C8B-B14F-4D97-AF65-F5344CB8AC3E}">
        <p14:creationId xmlns:p14="http://schemas.microsoft.com/office/powerpoint/2010/main" val="202252916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DF1D736-B4EA-469F-5E66-4F2C8B5461C3}"/>
              </a:ext>
            </a:extLst>
          </p:cNvPr>
          <p:cNvSpPr>
            <a:spLocks noGrp="1"/>
          </p:cNvSpPr>
          <p:nvPr>
            <p:ph type="title"/>
          </p:nvPr>
        </p:nvSpPr>
        <p:spPr/>
        <p:txBody>
          <a:bodyPr/>
          <a:lstStyle/>
          <a:p>
            <a:r>
              <a:rPr lang="de-DE"/>
              <a:t>Parameterisation</a:t>
            </a:r>
          </a:p>
        </p:txBody>
      </p:sp>
      <p:sp>
        <p:nvSpPr>
          <p:cNvPr id="5" name="Foliennummernplatzhalter 4">
            <a:extLst>
              <a:ext uri="{FF2B5EF4-FFF2-40B4-BE49-F238E27FC236}">
                <a16:creationId xmlns:a16="http://schemas.microsoft.com/office/drawing/2014/main" id="{9536C35B-084D-5FDC-1323-8F617B3740FF}"/>
              </a:ext>
            </a:extLst>
          </p:cNvPr>
          <p:cNvSpPr>
            <a:spLocks noGrp="1"/>
          </p:cNvSpPr>
          <p:nvPr>
            <p:ph type="sldNum" sz="quarter" idx="12"/>
          </p:nvPr>
        </p:nvSpPr>
        <p:spPr/>
        <p:txBody>
          <a:bodyPr/>
          <a:lstStyle/>
          <a:p>
            <a:fld id="{CC057153-B650-4DEB-B370-79DDCFDCE934}" type="slidenum">
              <a:rPr lang="en-US" smtClean="0"/>
              <a:t>19</a:t>
            </a:fld>
            <a:endParaRPr lang="en-US" dirty="0"/>
          </a:p>
        </p:txBody>
      </p:sp>
      <p:sp>
        <p:nvSpPr>
          <p:cNvPr id="6" name="Inhaltsplatzhalter 5">
            <a:extLst>
              <a:ext uri="{FF2B5EF4-FFF2-40B4-BE49-F238E27FC236}">
                <a16:creationId xmlns:a16="http://schemas.microsoft.com/office/drawing/2014/main" id="{5C75C90E-C5EC-1F6F-9E07-0E0C5B08C086}"/>
              </a:ext>
            </a:extLst>
          </p:cNvPr>
          <p:cNvSpPr>
            <a:spLocks noGrp="1"/>
          </p:cNvSpPr>
          <p:nvPr>
            <p:ph idx="1"/>
          </p:nvPr>
        </p:nvSpPr>
        <p:spPr/>
        <p:txBody>
          <a:bodyPr/>
          <a:lstStyle/>
          <a:p>
            <a:endParaRPr lang="de-DE"/>
          </a:p>
        </p:txBody>
      </p:sp>
      <p:sp>
        <p:nvSpPr>
          <p:cNvPr id="7" name="Rechteck: abgerundete Ecken 6">
            <a:extLst>
              <a:ext uri="{FF2B5EF4-FFF2-40B4-BE49-F238E27FC236}">
                <a16:creationId xmlns:a16="http://schemas.microsoft.com/office/drawing/2014/main" id="{B7C57F57-4FCC-C38A-48F4-85AA64A8376E}"/>
              </a:ext>
            </a:extLst>
          </p:cNvPr>
          <p:cNvSpPr/>
          <p:nvPr/>
        </p:nvSpPr>
        <p:spPr>
          <a:xfrm>
            <a:off x="1195075" y="4177990"/>
            <a:ext cx="3010829" cy="1419922"/>
          </a:xfrm>
          <a:prstGeom prst="roundRect">
            <a:avLst>
              <a:gd name="adj" fmla="val 3578"/>
            </a:avLst>
          </a:prstGeom>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de-DE"/>
              <a:t>Configuration – mc-xml</a:t>
            </a:r>
          </a:p>
        </p:txBody>
      </p:sp>
      <p:sp>
        <p:nvSpPr>
          <p:cNvPr id="8" name="Rechteck: abgerundete Ecken 7">
            <a:extLst>
              <a:ext uri="{FF2B5EF4-FFF2-40B4-BE49-F238E27FC236}">
                <a16:creationId xmlns:a16="http://schemas.microsoft.com/office/drawing/2014/main" id="{77AAE68E-0B80-F4F3-B751-D77E6454B6B0}"/>
              </a:ext>
            </a:extLst>
          </p:cNvPr>
          <p:cNvSpPr/>
          <p:nvPr/>
        </p:nvSpPr>
        <p:spPr>
          <a:xfrm>
            <a:off x="4343064" y="2750633"/>
            <a:ext cx="3010829" cy="1419922"/>
          </a:xfrm>
          <a:prstGeom prst="roundRect">
            <a:avLst>
              <a:gd name="adj" fmla="val 3578"/>
            </a:avLst>
          </a:prstGeom>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de-DE"/>
              <a:t>Parameterisation</a:t>
            </a:r>
            <a:br>
              <a:rPr lang="de-DE"/>
            </a:br>
            <a:r>
              <a:rPr lang="de-DE"/>
              <a:t>(.xrun, .yaml)</a:t>
            </a:r>
          </a:p>
        </p:txBody>
      </p:sp>
      <p:sp>
        <p:nvSpPr>
          <p:cNvPr id="9" name="Rechteck: abgerundete Ecken 8">
            <a:extLst>
              <a:ext uri="{FF2B5EF4-FFF2-40B4-BE49-F238E27FC236}">
                <a16:creationId xmlns:a16="http://schemas.microsoft.com/office/drawing/2014/main" id="{493DEBEE-C103-6634-ACE7-49D70DE31194}"/>
              </a:ext>
            </a:extLst>
          </p:cNvPr>
          <p:cNvSpPr/>
          <p:nvPr/>
        </p:nvSpPr>
        <p:spPr>
          <a:xfrm>
            <a:off x="7491053" y="1345579"/>
            <a:ext cx="3010829" cy="1419922"/>
          </a:xfrm>
          <a:prstGeom prst="roundRect">
            <a:avLst>
              <a:gd name="adj" fmla="val 3578"/>
            </a:avLst>
          </a:prstGeom>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de-DE"/>
              <a:t>User Interface - WebUI</a:t>
            </a:r>
          </a:p>
        </p:txBody>
      </p:sp>
      <p:cxnSp>
        <p:nvCxnSpPr>
          <p:cNvPr id="11" name="Verbinder: gekrümmt 10">
            <a:extLst>
              <a:ext uri="{FF2B5EF4-FFF2-40B4-BE49-F238E27FC236}">
                <a16:creationId xmlns:a16="http://schemas.microsoft.com/office/drawing/2014/main" id="{C8071C87-46B7-26DD-376F-7F41F111C4F0}"/>
              </a:ext>
            </a:extLst>
          </p:cNvPr>
          <p:cNvCxnSpPr>
            <a:stCxn id="9" idx="2"/>
            <a:endCxn id="8" idx="3"/>
          </p:cNvCxnSpPr>
          <p:nvPr/>
        </p:nvCxnSpPr>
        <p:spPr>
          <a:xfrm rot="5400000">
            <a:off x="7827635" y="2291760"/>
            <a:ext cx="695093" cy="1642575"/>
          </a:xfrm>
          <a:prstGeom prst="curvedConnector2">
            <a:avLst/>
          </a:prstGeom>
          <a:ln w="12700">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3" name="Verbinder: gekrümmt 12">
            <a:extLst>
              <a:ext uri="{FF2B5EF4-FFF2-40B4-BE49-F238E27FC236}">
                <a16:creationId xmlns:a16="http://schemas.microsoft.com/office/drawing/2014/main" id="{28D463C2-F047-7930-4942-20D5F9C1E8BB}"/>
              </a:ext>
            </a:extLst>
          </p:cNvPr>
          <p:cNvCxnSpPr>
            <a:cxnSpLocks/>
            <a:stCxn id="8" idx="2"/>
            <a:endCxn id="7" idx="3"/>
          </p:cNvCxnSpPr>
          <p:nvPr/>
        </p:nvCxnSpPr>
        <p:spPr>
          <a:xfrm rot="5400000">
            <a:off x="4668494" y="3707966"/>
            <a:ext cx="717396" cy="1642575"/>
          </a:xfrm>
          <a:prstGeom prst="curvedConnector2">
            <a:avLst/>
          </a:prstGeom>
          <a:ln w="12700">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pic>
        <p:nvPicPr>
          <p:cNvPr id="3" name="Grafik 2">
            <a:extLst>
              <a:ext uri="{FF2B5EF4-FFF2-40B4-BE49-F238E27FC236}">
                <a16:creationId xmlns:a16="http://schemas.microsoft.com/office/drawing/2014/main" id="{E1181552-0154-D868-D73B-F58CE09AA460}"/>
              </a:ext>
            </a:extLst>
          </p:cNvPr>
          <p:cNvPicPr>
            <a:picLocks noChangeAspect="1"/>
          </p:cNvPicPr>
          <p:nvPr/>
        </p:nvPicPr>
        <p:blipFill>
          <a:blip r:embed="rId2"/>
          <a:stretch>
            <a:fillRect/>
          </a:stretch>
        </p:blipFill>
        <p:spPr>
          <a:xfrm>
            <a:off x="360233" y="5876733"/>
            <a:ext cx="1669683" cy="714211"/>
          </a:xfrm>
          <a:prstGeom prst="rect">
            <a:avLst/>
          </a:prstGeom>
        </p:spPr>
      </p:pic>
      <p:pic>
        <p:nvPicPr>
          <p:cNvPr id="10" name="Grafik 9">
            <a:extLst>
              <a:ext uri="{FF2B5EF4-FFF2-40B4-BE49-F238E27FC236}">
                <a16:creationId xmlns:a16="http://schemas.microsoft.com/office/drawing/2014/main" id="{7B590DBA-B9B2-2161-6D88-B3F93920A617}"/>
              </a:ext>
            </a:extLst>
          </p:cNvPr>
          <p:cNvPicPr>
            <a:picLocks noChangeAspect="1"/>
          </p:cNvPicPr>
          <p:nvPr/>
        </p:nvPicPr>
        <p:blipFill>
          <a:blip r:embed="rId3"/>
          <a:stretch>
            <a:fillRect/>
          </a:stretch>
        </p:blipFill>
        <p:spPr>
          <a:xfrm>
            <a:off x="8259266" y="1695766"/>
            <a:ext cx="1474401" cy="1039464"/>
          </a:xfrm>
          <a:prstGeom prst="rect">
            <a:avLst/>
          </a:prstGeom>
        </p:spPr>
      </p:pic>
      <p:pic>
        <p:nvPicPr>
          <p:cNvPr id="14" name="Grafik 13">
            <a:extLst>
              <a:ext uri="{FF2B5EF4-FFF2-40B4-BE49-F238E27FC236}">
                <a16:creationId xmlns:a16="http://schemas.microsoft.com/office/drawing/2014/main" id="{415DE3F0-A38B-481E-77D6-A246787F09FE}"/>
              </a:ext>
            </a:extLst>
          </p:cNvPr>
          <p:cNvPicPr>
            <a:picLocks noChangeAspect="1"/>
          </p:cNvPicPr>
          <p:nvPr/>
        </p:nvPicPr>
        <p:blipFill>
          <a:blip r:embed="rId4"/>
          <a:stretch>
            <a:fillRect/>
          </a:stretch>
        </p:blipFill>
        <p:spPr>
          <a:xfrm>
            <a:off x="5679688" y="3316803"/>
            <a:ext cx="1577255" cy="819118"/>
          </a:xfrm>
          <a:prstGeom prst="rect">
            <a:avLst/>
          </a:prstGeom>
        </p:spPr>
      </p:pic>
      <p:pic>
        <p:nvPicPr>
          <p:cNvPr id="17" name="Grafik 16">
            <a:extLst>
              <a:ext uri="{FF2B5EF4-FFF2-40B4-BE49-F238E27FC236}">
                <a16:creationId xmlns:a16="http://schemas.microsoft.com/office/drawing/2014/main" id="{2A4DCBA4-7A58-CCE7-6CDA-5CFEFCC28E2A}"/>
              </a:ext>
            </a:extLst>
          </p:cNvPr>
          <p:cNvPicPr>
            <a:picLocks noChangeAspect="1"/>
          </p:cNvPicPr>
          <p:nvPr/>
        </p:nvPicPr>
        <p:blipFill>
          <a:blip r:embed="rId5"/>
          <a:stretch>
            <a:fillRect/>
          </a:stretch>
        </p:blipFill>
        <p:spPr>
          <a:xfrm>
            <a:off x="2587327" y="4746758"/>
            <a:ext cx="1896009" cy="1717177"/>
          </a:xfrm>
          <a:prstGeom prst="rect">
            <a:avLst/>
          </a:prstGeom>
        </p:spPr>
      </p:pic>
      <p:cxnSp>
        <p:nvCxnSpPr>
          <p:cNvPr id="18" name="Verbinder: gekrümmt 17">
            <a:extLst>
              <a:ext uri="{FF2B5EF4-FFF2-40B4-BE49-F238E27FC236}">
                <a16:creationId xmlns:a16="http://schemas.microsoft.com/office/drawing/2014/main" id="{115DC01A-F7AC-D952-1A5A-F07067F13469}"/>
              </a:ext>
            </a:extLst>
          </p:cNvPr>
          <p:cNvCxnSpPr>
            <a:cxnSpLocks/>
            <a:stCxn id="7" idx="2"/>
            <a:endCxn id="3" idx="3"/>
          </p:cNvCxnSpPr>
          <p:nvPr/>
        </p:nvCxnSpPr>
        <p:spPr>
          <a:xfrm rot="5400000">
            <a:off x="2047240" y="5580588"/>
            <a:ext cx="635927" cy="670574"/>
          </a:xfrm>
          <a:prstGeom prst="curvedConnector2">
            <a:avLst/>
          </a:prstGeom>
          <a:ln w="12700">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105223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AC1D282-6A62-318B-837E-5A5240780E3E}"/>
              </a:ext>
            </a:extLst>
          </p:cNvPr>
          <p:cNvSpPr>
            <a:spLocks noGrp="1"/>
          </p:cNvSpPr>
          <p:nvPr>
            <p:ph type="title"/>
          </p:nvPr>
        </p:nvSpPr>
        <p:spPr/>
        <p:txBody>
          <a:bodyPr/>
          <a:lstStyle/>
          <a:p>
            <a:r>
              <a:rPr lang="de-DE"/>
              <a:t>Start a Simulation</a:t>
            </a:r>
          </a:p>
        </p:txBody>
      </p:sp>
      <p:sp>
        <p:nvSpPr>
          <p:cNvPr id="3" name="Datumsplatzhalter 2">
            <a:extLst>
              <a:ext uri="{FF2B5EF4-FFF2-40B4-BE49-F238E27FC236}">
                <a16:creationId xmlns:a16="http://schemas.microsoft.com/office/drawing/2014/main" id="{803CAF29-4937-473C-8FD3-D669E688B688}"/>
              </a:ext>
            </a:extLst>
          </p:cNvPr>
          <p:cNvSpPr>
            <a:spLocks noGrp="1"/>
          </p:cNvSpPr>
          <p:nvPr>
            <p:ph type="dt" sz="half" idx="10"/>
          </p:nvPr>
        </p:nvSpPr>
        <p:spPr/>
        <p:txBody>
          <a:bodyPr/>
          <a:lstStyle/>
          <a:p>
            <a:fld id="{B1718F38-94AC-4B28-B69B-662CDAB3677F}" type="datetime1">
              <a:rPr lang="en-US" smtClean="0"/>
              <a:t>3/9/2026</a:t>
            </a:fld>
            <a:endParaRPr lang="en-US" dirty="0"/>
          </a:p>
        </p:txBody>
      </p:sp>
      <p:sp>
        <p:nvSpPr>
          <p:cNvPr id="4" name="Fußzeilenplatzhalter 3">
            <a:extLst>
              <a:ext uri="{FF2B5EF4-FFF2-40B4-BE49-F238E27FC236}">
                <a16:creationId xmlns:a16="http://schemas.microsoft.com/office/drawing/2014/main" id="{06175A18-1DC2-9CD2-E7AD-FD055480191D}"/>
              </a:ext>
            </a:extLst>
          </p:cNvPr>
          <p:cNvSpPr>
            <a:spLocks noGrp="1"/>
          </p:cNvSpPr>
          <p:nvPr>
            <p:ph type="ftr" sz="quarter" idx="11"/>
          </p:nvPr>
        </p:nvSpPr>
        <p:spPr/>
        <p:txBody>
          <a:bodyPr/>
          <a:lstStyle/>
          <a:p>
            <a:r>
              <a:rPr lang="en-US"/>
              <a:t>Sample Footer Text</a:t>
            </a:r>
            <a:endParaRPr lang="en-US" dirty="0"/>
          </a:p>
        </p:txBody>
      </p:sp>
      <p:sp>
        <p:nvSpPr>
          <p:cNvPr id="5" name="Foliennummernplatzhalter 4">
            <a:extLst>
              <a:ext uri="{FF2B5EF4-FFF2-40B4-BE49-F238E27FC236}">
                <a16:creationId xmlns:a16="http://schemas.microsoft.com/office/drawing/2014/main" id="{383364EB-4380-6F50-3384-3A9EDBD34E3A}"/>
              </a:ext>
            </a:extLst>
          </p:cNvPr>
          <p:cNvSpPr>
            <a:spLocks noGrp="1"/>
          </p:cNvSpPr>
          <p:nvPr>
            <p:ph type="sldNum" sz="quarter" idx="12"/>
          </p:nvPr>
        </p:nvSpPr>
        <p:spPr/>
        <p:txBody>
          <a:bodyPr/>
          <a:lstStyle/>
          <a:p>
            <a:fld id="{CC057153-B650-4DEB-B370-79DDCFDCE934}" type="slidenum">
              <a:rPr lang="en-US" smtClean="0"/>
              <a:t>20</a:t>
            </a:fld>
            <a:endParaRPr lang="en-US" dirty="0"/>
          </a:p>
        </p:txBody>
      </p:sp>
      <p:sp>
        <p:nvSpPr>
          <p:cNvPr id="9" name="Inhaltsplatzhalter 8">
            <a:extLst>
              <a:ext uri="{FF2B5EF4-FFF2-40B4-BE49-F238E27FC236}">
                <a16:creationId xmlns:a16="http://schemas.microsoft.com/office/drawing/2014/main" id="{D4DF6F30-0C13-BE41-740D-C445CECECB97}"/>
              </a:ext>
            </a:extLst>
          </p:cNvPr>
          <p:cNvSpPr>
            <a:spLocks noGrp="1"/>
          </p:cNvSpPr>
          <p:nvPr>
            <p:ph idx="1"/>
          </p:nvPr>
        </p:nvSpPr>
        <p:spPr>
          <a:xfrm>
            <a:off x="6477000" y="2451100"/>
            <a:ext cx="4313739" cy="3858260"/>
          </a:xfrm>
        </p:spPr>
        <p:txBody>
          <a:bodyPr>
            <a:normAutofit/>
          </a:bodyPr>
          <a:lstStyle/>
          <a:p>
            <a:r>
              <a:rPr lang="de-DE" sz="3600"/>
              <a:t>Drag and Drop</a:t>
            </a:r>
          </a:p>
          <a:p>
            <a:r>
              <a:rPr lang="de-DE" sz="3600"/>
              <a:t>your …xrun file</a:t>
            </a:r>
          </a:p>
          <a:p>
            <a:r>
              <a:rPr lang="de-DE" sz="3600"/>
              <a:t>onto the </a:t>
            </a:r>
          </a:p>
          <a:p>
            <a:endParaRPr lang="de-DE" sz="3600"/>
          </a:p>
          <a:p>
            <a:r>
              <a:rPr lang="de-DE" sz="3600"/>
              <a:t>__start__.bat</a:t>
            </a:r>
          </a:p>
        </p:txBody>
      </p:sp>
      <p:pic>
        <p:nvPicPr>
          <p:cNvPr id="11" name="Grafik 10">
            <a:extLst>
              <a:ext uri="{FF2B5EF4-FFF2-40B4-BE49-F238E27FC236}">
                <a16:creationId xmlns:a16="http://schemas.microsoft.com/office/drawing/2014/main" id="{99446340-9129-7E2D-3CD3-8E7FDB7F4E6B}"/>
              </a:ext>
            </a:extLst>
          </p:cNvPr>
          <p:cNvPicPr>
            <a:picLocks noChangeAspect="1"/>
          </p:cNvPicPr>
          <p:nvPr/>
        </p:nvPicPr>
        <p:blipFill>
          <a:blip r:embed="rId2"/>
          <a:stretch>
            <a:fillRect/>
          </a:stretch>
        </p:blipFill>
        <p:spPr>
          <a:xfrm>
            <a:off x="666750" y="1490398"/>
            <a:ext cx="4950102" cy="4881903"/>
          </a:xfrm>
          <a:prstGeom prst="rect">
            <a:avLst/>
          </a:prstGeom>
        </p:spPr>
      </p:pic>
      <p:sp>
        <p:nvSpPr>
          <p:cNvPr id="12" name="Pfeil: nach oben gekrümmt 11">
            <a:extLst>
              <a:ext uri="{FF2B5EF4-FFF2-40B4-BE49-F238E27FC236}">
                <a16:creationId xmlns:a16="http://schemas.microsoft.com/office/drawing/2014/main" id="{570E5022-44FC-36BA-557C-FC47FE45A386}"/>
              </a:ext>
            </a:extLst>
          </p:cNvPr>
          <p:cNvSpPr/>
          <p:nvPr/>
        </p:nvSpPr>
        <p:spPr>
          <a:xfrm rot="16200000">
            <a:off x="1666875" y="4905375"/>
            <a:ext cx="1174750" cy="825500"/>
          </a:xfrm>
          <a:prstGeom prst="curved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solidFill>
                <a:schemeClr val="tx1"/>
              </a:solidFill>
            </a:endParaRPr>
          </a:p>
        </p:txBody>
      </p:sp>
    </p:spTree>
    <p:extLst>
      <p:ext uri="{BB962C8B-B14F-4D97-AF65-F5344CB8AC3E}">
        <p14:creationId xmlns:p14="http://schemas.microsoft.com/office/powerpoint/2010/main" val="215673663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4B01F8E-6D46-FCCF-00B2-C7BF119A8AE4}"/>
              </a:ext>
            </a:extLst>
          </p:cNvPr>
          <p:cNvSpPr>
            <a:spLocks noGrp="1"/>
          </p:cNvSpPr>
          <p:nvPr>
            <p:ph type="title"/>
          </p:nvPr>
        </p:nvSpPr>
        <p:spPr/>
        <p:txBody>
          <a:bodyPr>
            <a:normAutofit fontScale="90000"/>
          </a:bodyPr>
          <a:lstStyle/>
          <a:p>
            <a:r>
              <a:rPr lang="de-DE"/>
              <a:t>Advanced</a:t>
            </a:r>
            <a:br>
              <a:rPr lang="de-DE"/>
            </a:br>
            <a:r>
              <a:rPr lang="de-DE" sz="4900">
                <a:solidFill>
                  <a:schemeClr val="tx1">
                    <a:lumMod val="50000"/>
                    <a:lumOff val="50000"/>
                  </a:schemeClr>
                </a:solidFill>
              </a:rPr>
              <a:t>your IDE as xLandscape Operation Center</a:t>
            </a:r>
            <a:endParaRPr lang="de-DE">
              <a:solidFill>
                <a:schemeClr val="tx1">
                  <a:lumMod val="50000"/>
                  <a:lumOff val="50000"/>
                </a:schemeClr>
              </a:solidFill>
            </a:endParaRPr>
          </a:p>
        </p:txBody>
      </p:sp>
      <p:sp>
        <p:nvSpPr>
          <p:cNvPr id="5" name="Foliennummernplatzhalter 4">
            <a:extLst>
              <a:ext uri="{FF2B5EF4-FFF2-40B4-BE49-F238E27FC236}">
                <a16:creationId xmlns:a16="http://schemas.microsoft.com/office/drawing/2014/main" id="{BD97523B-D643-E58E-AF48-A86C5040754B}"/>
              </a:ext>
            </a:extLst>
          </p:cNvPr>
          <p:cNvSpPr>
            <a:spLocks noGrp="1"/>
          </p:cNvSpPr>
          <p:nvPr>
            <p:ph type="sldNum" sz="quarter" idx="12"/>
          </p:nvPr>
        </p:nvSpPr>
        <p:spPr/>
        <p:txBody>
          <a:bodyPr/>
          <a:lstStyle/>
          <a:p>
            <a:fld id="{CC057153-B650-4DEB-B370-79DDCFDCE934}" type="slidenum">
              <a:rPr lang="en-US" smtClean="0"/>
              <a:t>21</a:t>
            </a:fld>
            <a:endParaRPr lang="en-US" dirty="0"/>
          </a:p>
        </p:txBody>
      </p:sp>
      <p:pic>
        <p:nvPicPr>
          <p:cNvPr id="8" name="Grafik 7">
            <a:extLst>
              <a:ext uri="{FF2B5EF4-FFF2-40B4-BE49-F238E27FC236}">
                <a16:creationId xmlns:a16="http://schemas.microsoft.com/office/drawing/2014/main" id="{F1388735-1BEC-C693-5493-C01B4396D3EB}"/>
              </a:ext>
            </a:extLst>
          </p:cNvPr>
          <p:cNvPicPr>
            <a:picLocks noChangeAspect="1"/>
          </p:cNvPicPr>
          <p:nvPr/>
        </p:nvPicPr>
        <p:blipFill>
          <a:blip r:embed="rId2"/>
          <a:stretch>
            <a:fillRect/>
          </a:stretch>
        </p:blipFill>
        <p:spPr>
          <a:xfrm>
            <a:off x="0" y="1957339"/>
            <a:ext cx="12192000" cy="4905930"/>
          </a:xfrm>
          <a:prstGeom prst="rect">
            <a:avLst/>
          </a:prstGeom>
        </p:spPr>
      </p:pic>
      <p:sp>
        <p:nvSpPr>
          <p:cNvPr id="6" name="Inhaltsplatzhalter 5">
            <a:extLst>
              <a:ext uri="{FF2B5EF4-FFF2-40B4-BE49-F238E27FC236}">
                <a16:creationId xmlns:a16="http://schemas.microsoft.com/office/drawing/2014/main" id="{F7FCCFE7-B64C-6607-A9AC-4249929292BA}"/>
              </a:ext>
            </a:extLst>
          </p:cNvPr>
          <p:cNvSpPr>
            <a:spLocks noGrp="1"/>
          </p:cNvSpPr>
          <p:nvPr>
            <p:ph idx="1"/>
          </p:nvPr>
        </p:nvSpPr>
        <p:spPr>
          <a:xfrm>
            <a:off x="8101460" y="2481519"/>
            <a:ext cx="3954966" cy="815526"/>
          </a:xfrm>
        </p:spPr>
        <p:style>
          <a:lnRef idx="0">
            <a:schemeClr val="accent1"/>
          </a:lnRef>
          <a:fillRef idx="3">
            <a:schemeClr val="accent1"/>
          </a:fillRef>
          <a:effectRef idx="3">
            <a:schemeClr val="accent1"/>
          </a:effectRef>
          <a:fontRef idx="minor">
            <a:schemeClr val="lt1"/>
          </a:fontRef>
        </p:style>
        <p:txBody>
          <a:bodyPr>
            <a:normAutofit fontScale="85000" lnSpcReduction="10000"/>
          </a:bodyPr>
          <a:lstStyle/>
          <a:p>
            <a:r>
              <a:rPr lang="de-DE" sz="1700"/>
              <a:t>Visual Sudio Code </a:t>
            </a:r>
            <a:r>
              <a:rPr lang="de-DE" sz="1000"/>
              <a:t>(example)</a:t>
            </a:r>
            <a:endParaRPr lang="de-DE"/>
          </a:p>
          <a:p>
            <a:r>
              <a:rPr lang="de-DE"/>
              <a:t>Git, development, modelling, analysis, documentation</a:t>
            </a:r>
          </a:p>
          <a:p>
            <a:r>
              <a:rPr lang="de-DE"/>
              <a:t>..all AI-suported</a:t>
            </a:r>
          </a:p>
        </p:txBody>
      </p:sp>
    </p:spTree>
    <p:extLst>
      <p:ext uri="{BB962C8B-B14F-4D97-AF65-F5344CB8AC3E}">
        <p14:creationId xmlns:p14="http://schemas.microsoft.com/office/powerpoint/2010/main" val="411908356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34A3CB6-BED6-D0DE-B6EA-1FA50C62D4DD}"/>
              </a:ext>
            </a:extLst>
          </p:cNvPr>
          <p:cNvSpPr>
            <a:spLocks noGrp="1"/>
          </p:cNvSpPr>
          <p:nvPr>
            <p:ph type="title"/>
          </p:nvPr>
        </p:nvSpPr>
        <p:spPr/>
        <p:txBody>
          <a:bodyPr/>
          <a:lstStyle/>
          <a:p>
            <a:r>
              <a:rPr lang="de-DE"/>
              <a:t>Scenario – Wetterau</a:t>
            </a:r>
          </a:p>
        </p:txBody>
      </p:sp>
      <p:sp>
        <p:nvSpPr>
          <p:cNvPr id="3" name="Datumsplatzhalter 2">
            <a:extLst>
              <a:ext uri="{FF2B5EF4-FFF2-40B4-BE49-F238E27FC236}">
                <a16:creationId xmlns:a16="http://schemas.microsoft.com/office/drawing/2014/main" id="{94D2F076-FF97-F108-0EAE-F21940832393}"/>
              </a:ext>
            </a:extLst>
          </p:cNvPr>
          <p:cNvSpPr>
            <a:spLocks noGrp="1"/>
          </p:cNvSpPr>
          <p:nvPr>
            <p:ph type="dt" sz="half" idx="10"/>
          </p:nvPr>
        </p:nvSpPr>
        <p:spPr/>
        <p:txBody>
          <a:bodyPr/>
          <a:lstStyle/>
          <a:p>
            <a:fld id="{B1718F38-94AC-4B28-B69B-662CDAB3677F}" type="datetime1">
              <a:rPr lang="en-US" smtClean="0"/>
              <a:t>3/9/2026</a:t>
            </a:fld>
            <a:endParaRPr lang="en-US" dirty="0"/>
          </a:p>
        </p:txBody>
      </p:sp>
      <p:sp>
        <p:nvSpPr>
          <p:cNvPr id="4" name="Fußzeilenplatzhalter 3">
            <a:extLst>
              <a:ext uri="{FF2B5EF4-FFF2-40B4-BE49-F238E27FC236}">
                <a16:creationId xmlns:a16="http://schemas.microsoft.com/office/drawing/2014/main" id="{DE0B919A-8B86-1FBE-E326-07455B6E1BA2}"/>
              </a:ext>
            </a:extLst>
          </p:cNvPr>
          <p:cNvSpPr>
            <a:spLocks noGrp="1"/>
          </p:cNvSpPr>
          <p:nvPr>
            <p:ph type="ftr" sz="quarter" idx="11"/>
          </p:nvPr>
        </p:nvSpPr>
        <p:spPr/>
        <p:txBody>
          <a:bodyPr/>
          <a:lstStyle/>
          <a:p>
            <a:r>
              <a:rPr lang="en-US"/>
              <a:t>Sample Footer Text</a:t>
            </a:r>
            <a:endParaRPr lang="en-US" dirty="0"/>
          </a:p>
        </p:txBody>
      </p:sp>
      <p:sp>
        <p:nvSpPr>
          <p:cNvPr id="5" name="Foliennummernplatzhalter 4">
            <a:extLst>
              <a:ext uri="{FF2B5EF4-FFF2-40B4-BE49-F238E27FC236}">
                <a16:creationId xmlns:a16="http://schemas.microsoft.com/office/drawing/2014/main" id="{3E5AE14E-A986-7749-E283-64F00ED25382}"/>
              </a:ext>
            </a:extLst>
          </p:cNvPr>
          <p:cNvSpPr>
            <a:spLocks noGrp="1"/>
          </p:cNvSpPr>
          <p:nvPr>
            <p:ph type="sldNum" sz="quarter" idx="12"/>
          </p:nvPr>
        </p:nvSpPr>
        <p:spPr/>
        <p:txBody>
          <a:bodyPr/>
          <a:lstStyle/>
          <a:p>
            <a:fld id="{CC057153-B650-4DEB-B370-79DDCFDCE934}" type="slidenum">
              <a:rPr lang="en-US" smtClean="0"/>
              <a:t>22</a:t>
            </a:fld>
            <a:endParaRPr lang="en-US" dirty="0"/>
          </a:p>
        </p:txBody>
      </p:sp>
      <p:sp>
        <p:nvSpPr>
          <p:cNvPr id="6" name="Inhaltsplatzhalter 5">
            <a:extLst>
              <a:ext uri="{FF2B5EF4-FFF2-40B4-BE49-F238E27FC236}">
                <a16:creationId xmlns:a16="http://schemas.microsoft.com/office/drawing/2014/main" id="{045D1BFC-C719-55DF-096D-B35DC48FAC05}"/>
              </a:ext>
            </a:extLst>
          </p:cNvPr>
          <p:cNvSpPr>
            <a:spLocks noGrp="1"/>
          </p:cNvSpPr>
          <p:nvPr>
            <p:ph idx="1"/>
          </p:nvPr>
        </p:nvSpPr>
        <p:spPr/>
        <p:txBody>
          <a:bodyPr/>
          <a:lstStyle/>
          <a:p>
            <a:r>
              <a:rPr lang="de-DE"/>
              <a:t>Module</a:t>
            </a:r>
            <a:r>
              <a:rPr lang="de-DE">
                <a:sym typeface="Wingdings" panose="05000000000000000000" pitchFamily="2" charset="2"/>
              </a:rPr>
              <a:t></a:t>
            </a:r>
            <a:r>
              <a:rPr lang="de-DE"/>
              <a:t>Scenario development </a:t>
            </a:r>
          </a:p>
          <a:p>
            <a:r>
              <a:rPr lang="de-DE"/>
              <a:t>show the Wetterau and the upper subcatchment ‚Münster‘</a:t>
            </a:r>
          </a:p>
          <a:p>
            <a:endParaRPr lang="de-DE"/>
          </a:p>
        </p:txBody>
      </p:sp>
    </p:spTree>
    <p:extLst>
      <p:ext uri="{BB962C8B-B14F-4D97-AF65-F5344CB8AC3E}">
        <p14:creationId xmlns:p14="http://schemas.microsoft.com/office/powerpoint/2010/main" val="65016832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C34CE6-3B1B-906E-1C3E-738D9EBDB79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A5B460F-D240-CF32-0F25-0FF75209E1A9}"/>
              </a:ext>
            </a:extLst>
          </p:cNvPr>
          <p:cNvSpPr>
            <a:spLocks noGrp="1"/>
          </p:cNvSpPr>
          <p:nvPr>
            <p:ph type="title"/>
          </p:nvPr>
        </p:nvSpPr>
        <p:spPr>
          <a:xfrm>
            <a:off x="1468815" y="503852"/>
            <a:ext cx="10480730" cy="1427585"/>
          </a:xfrm>
        </p:spPr>
        <p:txBody>
          <a:bodyPr/>
          <a:lstStyle/>
          <a:p>
            <a:r>
              <a:rPr lang="de-DE"/>
              <a:t>Concepts for Landscape-scale Aquatic RA</a:t>
            </a:r>
            <a:br>
              <a:rPr lang="de-DE"/>
            </a:br>
            <a:r>
              <a:rPr lang="de-DE"/>
              <a:t>/ SPGs as Basis </a:t>
            </a:r>
            <a:endParaRPr lang="en-US"/>
          </a:p>
        </p:txBody>
      </p:sp>
      <p:sp>
        <p:nvSpPr>
          <p:cNvPr id="3" name="Content Placeholder 2">
            <a:extLst>
              <a:ext uri="{FF2B5EF4-FFF2-40B4-BE49-F238E27FC236}">
                <a16:creationId xmlns:a16="http://schemas.microsoft.com/office/drawing/2014/main" id="{4F2215F4-466E-29FA-367E-1E03003E4037}"/>
              </a:ext>
            </a:extLst>
          </p:cNvPr>
          <p:cNvSpPr>
            <a:spLocks noGrp="1"/>
          </p:cNvSpPr>
          <p:nvPr>
            <p:ph sz="quarter" idx="12"/>
          </p:nvPr>
        </p:nvSpPr>
        <p:spPr>
          <a:xfrm>
            <a:off x="1450150" y="2108722"/>
            <a:ext cx="10499395" cy="4119463"/>
          </a:xfrm>
        </p:spPr>
        <p:txBody>
          <a:bodyPr>
            <a:noAutofit/>
          </a:bodyPr>
          <a:lstStyle/>
          <a:p>
            <a:pPr marL="0" indent="0">
              <a:spcAft>
                <a:spcPts val="600"/>
              </a:spcAft>
              <a:buNone/>
            </a:pPr>
            <a:r>
              <a:rPr lang="de-DE" b="1"/>
              <a:t>Basis: Specific Protection Goals (SPGs) for aquatic invertebrates</a:t>
            </a:r>
            <a:r>
              <a:rPr lang="de-DE" sz="1800"/>
              <a:t>, </a:t>
            </a:r>
            <a:r>
              <a:rPr lang="de-DE" sz="1600"/>
              <a:t>Aquatic Guidance, TKTD GD, …</a:t>
            </a:r>
            <a:endParaRPr lang="de-DE"/>
          </a:p>
          <a:p>
            <a:pPr marL="0" lvl="1" indent="0">
              <a:spcAft>
                <a:spcPts val="600"/>
              </a:spcAft>
              <a:buNone/>
            </a:pPr>
            <a:r>
              <a:rPr lang="en-US" sz="1600"/>
              <a:t>EFSA defines (SPGs) for aquatic invertebrates by linking ecological functions (below) to population-level endpoints:</a:t>
            </a:r>
            <a:endParaRPr lang="de-DE" sz="1600"/>
          </a:p>
          <a:p>
            <a:pPr lvl="1">
              <a:spcAft>
                <a:spcPts val="600"/>
              </a:spcAft>
            </a:pPr>
            <a:r>
              <a:rPr lang="en-US" sz="1600" b="1"/>
              <a:t>Entity</a:t>
            </a:r>
            <a:r>
              <a:rPr lang="en-US" sz="1600"/>
              <a:t> to protect: </a:t>
            </a:r>
            <a:r>
              <a:rPr lang="en-US" sz="1600" b="1"/>
              <a:t>Populations </a:t>
            </a:r>
            <a:r>
              <a:rPr lang="en-US" sz="1600"/>
              <a:t>of aquatic invertebrates (not individuals)</a:t>
            </a:r>
            <a:endParaRPr lang="de-DE" sz="1600"/>
          </a:p>
          <a:p>
            <a:pPr lvl="1">
              <a:spcAft>
                <a:spcPts val="600"/>
              </a:spcAft>
            </a:pPr>
            <a:r>
              <a:rPr lang="en-US" sz="1600" b="1"/>
              <a:t>Attribute </a:t>
            </a:r>
            <a:r>
              <a:rPr lang="en-US" sz="1600"/>
              <a:t>to protect: </a:t>
            </a:r>
            <a:r>
              <a:rPr lang="en-US" sz="1600" b="1"/>
              <a:t>Abundance </a:t>
            </a:r>
            <a:r>
              <a:rPr lang="en-US" sz="1600"/>
              <a:t>and structure (e.g. species composition)</a:t>
            </a:r>
            <a:endParaRPr lang="de-DE" sz="1600"/>
          </a:p>
          <a:p>
            <a:pPr lvl="1">
              <a:spcAft>
                <a:spcPts val="600"/>
              </a:spcAft>
            </a:pPr>
            <a:r>
              <a:rPr lang="en-US" sz="1600" b="1"/>
              <a:t>Magnitude </a:t>
            </a:r>
            <a:r>
              <a:rPr lang="en-US" sz="1600"/>
              <a:t>of effect: </a:t>
            </a:r>
            <a:r>
              <a:rPr lang="en-US" sz="1600" b="1"/>
              <a:t>either negligible </a:t>
            </a:r>
            <a:r>
              <a:rPr lang="en-US" sz="1600"/>
              <a:t>(Ecological Threshold Option, ETO)</a:t>
            </a:r>
            <a:r>
              <a:rPr lang="en-US" sz="1600" b="1"/>
              <a:t> </a:t>
            </a:r>
            <a:br>
              <a:rPr lang="en-US" sz="1600" b="1"/>
            </a:br>
            <a:r>
              <a:rPr lang="en-US" sz="1600" b="1"/>
              <a:t>			or recoverable </a:t>
            </a:r>
            <a:r>
              <a:rPr lang="en-US" sz="1600"/>
              <a:t>(Ecological Recovery Option, ERO)</a:t>
            </a:r>
            <a:endParaRPr lang="de-DE" sz="1600"/>
          </a:p>
          <a:p>
            <a:pPr lvl="1">
              <a:spcAft>
                <a:spcPts val="600"/>
              </a:spcAft>
            </a:pPr>
            <a:r>
              <a:rPr lang="en-US" sz="1600" b="1"/>
              <a:t>Temporal scale</a:t>
            </a:r>
            <a:r>
              <a:rPr lang="en-US" sz="1600"/>
              <a:t>: Recovery within a defined time frame (e.g. 8 weeks)</a:t>
            </a:r>
            <a:endParaRPr lang="de-DE" sz="1600"/>
          </a:p>
          <a:p>
            <a:pPr lvl="1">
              <a:spcAft>
                <a:spcPts val="600"/>
              </a:spcAft>
            </a:pPr>
            <a:r>
              <a:rPr lang="en-US" sz="1600" b="1"/>
              <a:t>Spatial scale: Edge-of-field surface waters (e.g. ditches, ponds, streams)</a:t>
            </a:r>
            <a:endParaRPr lang="en-US" sz="1800" b="1"/>
          </a:p>
          <a:p>
            <a:pPr lvl="1">
              <a:spcAft>
                <a:spcPts val="600"/>
              </a:spcAft>
            </a:pPr>
            <a:endParaRPr lang="en-US" sz="1800" b="1"/>
          </a:p>
          <a:p>
            <a:pPr marL="0" indent="0">
              <a:spcAft>
                <a:spcPts val="600"/>
              </a:spcAft>
              <a:buNone/>
            </a:pPr>
            <a:r>
              <a:rPr lang="en-US" sz="1800"/>
              <a:t>SPGs are </a:t>
            </a:r>
            <a:r>
              <a:rPr lang="en-US" sz="1800" b="1"/>
              <a:t>based on key roles of aquatic invertebrates </a:t>
            </a:r>
            <a:r>
              <a:rPr lang="en-US" sz="1800"/>
              <a:t>in surface water:</a:t>
            </a:r>
            <a:endParaRPr lang="de-DE" sz="1800"/>
          </a:p>
          <a:p>
            <a:pPr lvl="1">
              <a:spcAft>
                <a:spcPts val="0"/>
              </a:spcAft>
            </a:pPr>
            <a:r>
              <a:rPr lang="de-DE" sz="1600"/>
              <a:t>Decomposition and nutrient cycling</a:t>
            </a:r>
          </a:p>
          <a:p>
            <a:pPr lvl="1">
              <a:spcAft>
                <a:spcPts val="0"/>
              </a:spcAft>
            </a:pPr>
            <a:r>
              <a:rPr lang="en-US" sz="1600"/>
              <a:t>Food web support (e.g. prey for fish and amphibians)</a:t>
            </a:r>
            <a:endParaRPr lang="de-DE" sz="1600"/>
          </a:p>
          <a:p>
            <a:pPr lvl="1">
              <a:spcAft>
                <a:spcPts val="0"/>
              </a:spcAft>
            </a:pPr>
            <a:r>
              <a:rPr lang="de-DE" sz="1600"/>
              <a:t>Water quality regulation</a:t>
            </a:r>
          </a:p>
          <a:p>
            <a:pPr marL="457200" lvl="1" indent="0">
              <a:spcAft>
                <a:spcPts val="600"/>
              </a:spcAft>
              <a:buNone/>
            </a:pPr>
            <a:r>
              <a:rPr lang="en-US" sz="1600" b="1"/>
              <a:t>"Protecting populations ensures these functions remain intact even if some individuals are affected" </a:t>
            </a:r>
            <a:r>
              <a:rPr lang="en-US" sz="1200"/>
              <a:t>(EFSA)</a:t>
            </a:r>
            <a:endParaRPr lang="de-DE" sz="1600"/>
          </a:p>
          <a:p>
            <a:pPr marL="457200" indent="-457200">
              <a:spcBef>
                <a:spcPts val="600"/>
              </a:spcBef>
              <a:spcAft>
                <a:spcPts val="600"/>
              </a:spcAft>
              <a:buFont typeface="+mj-lt"/>
              <a:buAutoNum type="arabicPeriod"/>
            </a:pPr>
            <a:endParaRPr lang="de-DE"/>
          </a:p>
        </p:txBody>
      </p:sp>
      <p:sp>
        <p:nvSpPr>
          <p:cNvPr id="4" name="Slide Number Placeholder 3">
            <a:extLst>
              <a:ext uri="{FF2B5EF4-FFF2-40B4-BE49-F238E27FC236}">
                <a16:creationId xmlns:a16="http://schemas.microsoft.com/office/drawing/2014/main" id="{BFCD449C-2A66-F9DA-E81C-AFED494165F7}"/>
              </a:ext>
            </a:extLst>
          </p:cNvPr>
          <p:cNvSpPr>
            <a:spLocks noGrp="1"/>
          </p:cNvSpPr>
          <p:nvPr>
            <p:ph type="sldNum" sz="quarter" idx="15"/>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8D65601-5AE2-46FC-B138-694DDD2B510D}" type="slidenum">
              <a:rPr kumimoji="0" lang="de-DE" sz="1200" b="1" i="0" u="none" strike="noStrike" kern="1200" cap="none" spc="150" normalizeH="0" baseline="0" noProof="0" smtClean="0">
                <a:ln>
                  <a:noFill/>
                </a:ln>
                <a:solidFill>
                  <a:prstClr val="black"/>
                </a:solidFill>
                <a:effectLst/>
                <a:uLnTx/>
                <a:uFillTx/>
                <a:latin typeface="Univers Light"/>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23</a:t>
            </a:fld>
            <a:endParaRPr kumimoji="0" lang="de-DE" sz="1200" b="1" i="0" u="none" strike="noStrike" kern="1200" cap="none" spc="150" normalizeH="0" baseline="0" noProof="0">
              <a:ln>
                <a:noFill/>
              </a:ln>
              <a:solidFill>
                <a:prstClr val="black"/>
              </a:solidFill>
              <a:effectLst/>
              <a:uLnTx/>
              <a:uFillTx/>
              <a:latin typeface="Univers Light"/>
              <a:ea typeface="+mn-ea"/>
              <a:cs typeface="+mn-cs"/>
            </a:endParaRPr>
          </a:p>
        </p:txBody>
      </p:sp>
    </p:spTree>
    <p:extLst>
      <p:ext uri="{BB962C8B-B14F-4D97-AF65-F5344CB8AC3E}">
        <p14:creationId xmlns:p14="http://schemas.microsoft.com/office/powerpoint/2010/main" val="143351297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563950-821F-B8C9-C7EE-7C7F272F1C6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8EE2BD-C210-F406-821A-D3DEB42A55DE}"/>
              </a:ext>
            </a:extLst>
          </p:cNvPr>
          <p:cNvSpPr>
            <a:spLocks noGrp="1"/>
          </p:cNvSpPr>
          <p:nvPr>
            <p:ph type="title"/>
          </p:nvPr>
        </p:nvSpPr>
        <p:spPr>
          <a:xfrm>
            <a:off x="1468815" y="503852"/>
            <a:ext cx="10480730" cy="1427585"/>
          </a:xfrm>
        </p:spPr>
        <p:txBody>
          <a:bodyPr/>
          <a:lstStyle/>
          <a:p>
            <a:r>
              <a:rPr lang="de-DE"/>
              <a:t>Concepts for Landscape-scale Aquatic RA</a:t>
            </a:r>
            <a:br>
              <a:rPr lang="de-DE"/>
            </a:br>
            <a:r>
              <a:rPr lang="de-DE"/>
              <a:t>/ Design </a:t>
            </a:r>
            <a:endParaRPr lang="en-US"/>
          </a:p>
        </p:txBody>
      </p:sp>
      <p:sp>
        <p:nvSpPr>
          <p:cNvPr id="3" name="Content Placeholder 2">
            <a:extLst>
              <a:ext uri="{FF2B5EF4-FFF2-40B4-BE49-F238E27FC236}">
                <a16:creationId xmlns:a16="http://schemas.microsoft.com/office/drawing/2014/main" id="{9F90C564-3B00-9E47-9615-324C6EC4B0F0}"/>
              </a:ext>
            </a:extLst>
          </p:cNvPr>
          <p:cNvSpPr>
            <a:spLocks noGrp="1"/>
          </p:cNvSpPr>
          <p:nvPr>
            <p:ph sz="quarter" idx="12"/>
          </p:nvPr>
        </p:nvSpPr>
        <p:spPr>
          <a:xfrm>
            <a:off x="1450150" y="2108722"/>
            <a:ext cx="10499395" cy="4119463"/>
          </a:xfrm>
        </p:spPr>
        <p:txBody>
          <a:bodyPr>
            <a:noAutofit/>
          </a:bodyPr>
          <a:lstStyle/>
          <a:p>
            <a:pPr marL="0" indent="0">
              <a:spcAft>
                <a:spcPts val="600"/>
              </a:spcAft>
              <a:buNone/>
            </a:pPr>
            <a:r>
              <a:rPr lang="de-DE" sz="1800">
                <a:solidFill>
                  <a:prstClr val="black"/>
                </a:solidFill>
                <a:sym typeface="Wingdings" panose="05000000000000000000" pitchFamily="2" charset="2"/>
              </a:rPr>
              <a:t></a:t>
            </a:r>
            <a:r>
              <a:rPr lang="de-DE" b="1">
                <a:solidFill>
                  <a:prstClr val="black"/>
                </a:solidFill>
                <a:sym typeface="Wingdings" panose="05000000000000000000" pitchFamily="2" charset="2"/>
              </a:rPr>
              <a:t>Design </a:t>
            </a:r>
            <a:r>
              <a:rPr lang="de-DE" b="1" err="1">
                <a:solidFill>
                  <a:prstClr val="black"/>
                </a:solidFill>
                <a:sym typeface="Wingdings" panose="05000000000000000000" pitchFamily="2" charset="2"/>
              </a:rPr>
              <a:t>of</a:t>
            </a:r>
            <a:r>
              <a:rPr lang="de-DE" b="1">
                <a:solidFill>
                  <a:prstClr val="black"/>
                </a:solidFill>
                <a:sym typeface="Wingdings" panose="05000000000000000000" pitchFamily="2" charset="2"/>
              </a:rPr>
              <a:t> </a:t>
            </a:r>
            <a:r>
              <a:rPr lang="de-DE" b="1">
                <a:solidFill>
                  <a:prstClr val="black"/>
                </a:solidFill>
              </a:rPr>
              <a:t>Tier-4</a:t>
            </a:r>
            <a:r>
              <a:rPr lang="de-DE" sz="1800">
                <a:solidFill>
                  <a:prstClr val="black"/>
                </a:solidFill>
              </a:rPr>
              <a:t>, </a:t>
            </a:r>
            <a:r>
              <a:rPr lang="de-DE" err="1">
                <a:solidFill>
                  <a:prstClr val="black"/>
                </a:solidFill>
              </a:rPr>
              <a:t>landscape-scale</a:t>
            </a:r>
            <a:r>
              <a:rPr lang="de-DE">
                <a:solidFill>
                  <a:prstClr val="black"/>
                </a:solidFill>
              </a:rPr>
              <a:t> </a:t>
            </a:r>
            <a:r>
              <a:rPr lang="de-DE" err="1">
                <a:solidFill>
                  <a:prstClr val="black"/>
                </a:solidFill>
              </a:rPr>
              <a:t>exposure</a:t>
            </a:r>
            <a:r>
              <a:rPr lang="de-DE">
                <a:solidFill>
                  <a:prstClr val="black"/>
                </a:solidFill>
              </a:rPr>
              <a:t> and </a:t>
            </a:r>
            <a:r>
              <a:rPr lang="de-DE" err="1">
                <a:solidFill>
                  <a:prstClr val="black"/>
                </a:solidFill>
              </a:rPr>
              <a:t>effect</a:t>
            </a:r>
            <a:r>
              <a:rPr lang="de-DE">
                <a:solidFill>
                  <a:prstClr val="black"/>
                </a:solidFill>
              </a:rPr>
              <a:t> </a:t>
            </a:r>
            <a:r>
              <a:rPr lang="de-DE" err="1">
                <a:solidFill>
                  <a:prstClr val="black"/>
                </a:solidFill>
              </a:rPr>
              <a:t>assessment</a:t>
            </a:r>
            <a:r>
              <a:rPr lang="de-DE">
                <a:solidFill>
                  <a:prstClr val="black"/>
                </a:solidFill>
              </a:rPr>
              <a:t>:</a:t>
            </a:r>
            <a:endParaRPr lang="de-DE" sz="1800">
              <a:solidFill>
                <a:prstClr val="black"/>
              </a:solidFill>
            </a:endParaRPr>
          </a:p>
          <a:p>
            <a:pPr marL="457200" indent="-457200">
              <a:spcAft>
                <a:spcPts val="600"/>
              </a:spcAft>
              <a:buFont typeface="+mj-lt"/>
              <a:buAutoNum type="arabicPeriod"/>
            </a:pPr>
            <a:r>
              <a:rPr lang="de-DE" sz="1600"/>
              <a:t>General: Tier-4 = </a:t>
            </a:r>
            <a:r>
              <a:rPr lang="de-DE" sz="1800" b="1" err="1"/>
              <a:t>higher</a:t>
            </a:r>
            <a:r>
              <a:rPr lang="de-DE" sz="1800" b="1"/>
              <a:t>-tier</a:t>
            </a:r>
            <a:r>
              <a:rPr lang="de-DE" sz="1600"/>
              <a:t>, </a:t>
            </a:r>
            <a:r>
              <a:rPr lang="de-DE" sz="1600" err="1"/>
              <a:t>dh</a:t>
            </a:r>
            <a:r>
              <a:rPr lang="de-DE" sz="1600"/>
              <a:t> </a:t>
            </a:r>
            <a:r>
              <a:rPr lang="de-DE" sz="1600" err="1"/>
              <a:t>introduce</a:t>
            </a:r>
            <a:r>
              <a:rPr lang="de-DE" sz="1600"/>
              <a:t> </a:t>
            </a:r>
            <a:r>
              <a:rPr lang="de-DE" sz="1800" b="1" err="1"/>
              <a:t>more</a:t>
            </a:r>
            <a:r>
              <a:rPr lang="de-DE" sz="1800" b="1"/>
              <a:t> </a:t>
            </a:r>
            <a:r>
              <a:rPr lang="de-DE" sz="1800" b="1" err="1"/>
              <a:t>reality</a:t>
            </a:r>
            <a:r>
              <a:rPr lang="de-DE" sz="1800" b="1"/>
              <a:t> </a:t>
            </a:r>
            <a:r>
              <a:rPr lang="de-DE" sz="1600"/>
              <a:t>(</a:t>
            </a:r>
            <a:r>
              <a:rPr lang="de-DE" sz="1600" err="1"/>
              <a:t>land</a:t>
            </a:r>
            <a:r>
              <a:rPr lang="de-DE" sz="1600"/>
              <a:t> </a:t>
            </a:r>
            <a:r>
              <a:rPr lang="de-DE" sz="1600" err="1"/>
              <a:t>use</a:t>
            </a:r>
            <a:r>
              <a:rPr lang="de-DE" sz="1600"/>
              <a:t>, </a:t>
            </a:r>
            <a:r>
              <a:rPr lang="de-DE" sz="1600" err="1"/>
              <a:t>landscape</a:t>
            </a:r>
            <a:r>
              <a:rPr lang="de-DE" sz="1600"/>
              <a:t> </a:t>
            </a:r>
            <a:r>
              <a:rPr lang="de-DE" sz="1600" err="1"/>
              <a:t>structure</a:t>
            </a:r>
            <a:r>
              <a:rPr lang="de-DE" sz="1600"/>
              <a:t>, </a:t>
            </a:r>
            <a:r>
              <a:rPr lang="de-DE" sz="1600" err="1"/>
              <a:t>exposure</a:t>
            </a:r>
            <a:r>
              <a:rPr lang="de-DE" sz="1600"/>
              <a:t>-source </a:t>
            </a:r>
            <a:r>
              <a:rPr lang="de-DE" sz="1600" err="1"/>
              <a:t>to</a:t>
            </a:r>
            <a:r>
              <a:rPr lang="de-DE" sz="1600"/>
              <a:t> </a:t>
            </a:r>
            <a:r>
              <a:rPr lang="de-DE" sz="1600" err="1"/>
              <a:t>aquatic</a:t>
            </a:r>
            <a:r>
              <a:rPr lang="de-DE" sz="1600"/>
              <a:t> </a:t>
            </a:r>
            <a:r>
              <a:rPr lang="de-DE" sz="1600" err="1"/>
              <a:t>system</a:t>
            </a:r>
            <a:r>
              <a:rPr lang="de-DE" sz="1600"/>
              <a:t> </a:t>
            </a:r>
            <a:r>
              <a:rPr lang="de-DE" sz="1600" err="1"/>
              <a:t>relationship</a:t>
            </a:r>
            <a:r>
              <a:rPr lang="de-DE" sz="1600"/>
              <a:t>, </a:t>
            </a:r>
            <a:r>
              <a:rPr lang="de-DE" sz="1600" err="1"/>
              <a:t>exposure-driving</a:t>
            </a:r>
            <a:r>
              <a:rPr lang="de-DE" sz="1600"/>
              <a:t> </a:t>
            </a:r>
            <a:r>
              <a:rPr lang="de-DE" sz="1600" err="1"/>
              <a:t>factors</a:t>
            </a:r>
            <a:r>
              <a:rPr lang="de-DE" sz="1600"/>
              <a:t> </a:t>
            </a:r>
            <a:r>
              <a:rPr lang="de-DE" sz="1200"/>
              <a:t>(</a:t>
            </a:r>
            <a:r>
              <a:rPr lang="de-DE" sz="1200" err="1"/>
              <a:t>eg</a:t>
            </a:r>
            <a:r>
              <a:rPr lang="de-DE" sz="1200"/>
              <a:t> wind)</a:t>
            </a:r>
            <a:r>
              <a:rPr lang="de-DE" sz="1600"/>
              <a:t>, habitat quality, species occurrence, efate…)</a:t>
            </a:r>
          </a:p>
          <a:p>
            <a:pPr marL="457200" indent="-457200">
              <a:spcAft>
                <a:spcPts val="600"/>
              </a:spcAft>
              <a:buFont typeface="+mj-lt"/>
              <a:buAutoNum type="arabicPeriod"/>
            </a:pPr>
            <a:r>
              <a:rPr lang="de-DE" sz="1600"/>
              <a:t>Natural </a:t>
            </a:r>
            <a:r>
              <a:rPr lang="de-DE" sz="1800" b="1" err="1"/>
              <a:t>catchment</a:t>
            </a:r>
            <a:r>
              <a:rPr lang="de-DE" sz="1800" b="1"/>
              <a:t> </a:t>
            </a:r>
            <a:r>
              <a:rPr lang="de-DE" sz="1800" b="1" err="1"/>
              <a:t>as</a:t>
            </a:r>
            <a:r>
              <a:rPr lang="de-DE" sz="1800" b="1"/>
              <a:t> </a:t>
            </a:r>
            <a:r>
              <a:rPr lang="de-DE" sz="1800" b="1" err="1"/>
              <a:t>basis</a:t>
            </a:r>
            <a:r>
              <a:rPr lang="de-DE" sz="1800"/>
              <a:t> </a:t>
            </a:r>
            <a:r>
              <a:rPr lang="de-DE" sz="1600"/>
              <a:t>(='</a:t>
            </a:r>
            <a:r>
              <a:rPr lang="de-DE" sz="1600" err="1"/>
              <a:t>statistical</a:t>
            </a:r>
            <a:r>
              <a:rPr lang="de-DE" sz="1600"/>
              <a:t> </a:t>
            </a:r>
            <a:r>
              <a:rPr lang="de-DE" sz="1600" err="1"/>
              <a:t>population</a:t>
            </a:r>
            <a:r>
              <a:rPr lang="de-DE" sz="1600"/>
              <a:t>', </a:t>
            </a:r>
            <a:r>
              <a:rPr lang="de-DE" sz="1600" err="1"/>
              <a:t>by</a:t>
            </a:r>
            <a:r>
              <a:rPr lang="de-DE" sz="1600"/>
              <a:t> </a:t>
            </a:r>
            <a:r>
              <a:rPr lang="de-DE" sz="1600" err="1"/>
              <a:t>natural</a:t>
            </a:r>
            <a:r>
              <a:rPr lang="de-DE" sz="1600"/>
              <a:t> </a:t>
            </a:r>
            <a:r>
              <a:rPr lang="de-DE" sz="1600" err="1"/>
              <a:t>watersheds</a:t>
            </a:r>
            <a:r>
              <a:rPr lang="de-DE" sz="1600"/>
              <a:t>, </a:t>
            </a:r>
            <a:r>
              <a:rPr lang="de-DE" sz="1600" err="1"/>
              <a:t>no</a:t>
            </a:r>
            <a:r>
              <a:rPr lang="de-DE" sz="1600"/>
              <a:t> </a:t>
            </a:r>
            <a:r>
              <a:rPr lang="de-DE" sz="1600" err="1"/>
              <a:t>artificial</a:t>
            </a:r>
            <a:r>
              <a:rPr lang="de-DE" sz="1600"/>
              <a:t> </a:t>
            </a:r>
            <a:r>
              <a:rPr lang="de-DE" sz="1600" err="1"/>
              <a:t>delineation</a:t>
            </a:r>
            <a:r>
              <a:rPr lang="de-DE" sz="1600"/>
              <a:t>)</a:t>
            </a:r>
            <a:br>
              <a:rPr lang="de-DE" sz="1600"/>
            </a:br>
            <a:r>
              <a:rPr lang="de-DE" sz="1600">
                <a:sym typeface="Wingdings" panose="05000000000000000000" pitchFamily="2" charset="2"/>
              </a:rPr>
              <a:t></a:t>
            </a:r>
            <a:r>
              <a:rPr lang="de-DE" sz="1600" b="1"/>
              <a:t>Protection of the entirety (an ensemble) of edge-of-field water bodies, NOT each and every single one</a:t>
            </a:r>
            <a:r>
              <a:rPr lang="de-DE" sz="1600"/>
              <a:t>, </a:t>
            </a:r>
            <a:br>
              <a:rPr lang="de-DE" sz="1600"/>
            </a:br>
            <a:r>
              <a:rPr lang="de-DE" sz="1600"/>
              <a:t>dh NOT 100% of individual segements </a:t>
            </a:r>
            <a:r>
              <a:rPr lang="de-DE" sz="1600">
                <a:sym typeface="Wingdings" panose="05000000000000000000" pitchFamily="2" charset="2"/>
              </a:rPr>
              <a:t></a:t>
            </a:r>
            <a:r>
              <a:rPr lang="de-DE" sz="1600"/>
              <a:t>effects in local hotspots might occur. Otherwise, a single ditch, of 1cm water level, receiving significant spray-drift would drive the quatic RA of hundrets of km of streams</a:t>
            </a:r>
            <a:br>
              <a:rPr lang="de-DE" sz="1600"/>
            </a:br>
            <a:endParaRPr lang="de-DE" sz="1600"/>
          </a:p>
          <a:p>
            <a:pPr marL="457200" indent="-457200">
              <a:spcBef>
                <a:spcPts val="600"/>
              </a:spcBef>
              <a:spcAft>
                <a:spcPts val="600"/>
              </a:spcAft>
              <a:buFont typeface="+mj-lt"/>
              <a:buAutoNum type="arabicPeriod"/>
            </a:pPr>
            <a:r>
              <a:rPr lang="de-DE" b="1"/>
              <a:t>Conservative elements: </a:t>
            </a:r>
            <a:r>
              <a:rPr lang="de-DE" sz="1600"/>
              <a:t>Although more realistic, even </a:t>
            </a:r>
            <a:r>
              <a:rPr lang="de-DE" sz="1600" b="1"/>
              <a:t>a </a:t>
            </a:r>
            <a:r>
              <a:rPr lang="de-DE" sz="1800" b="1"/>
              <a:t>landscape-scale RA is a model system</a:t>
            </a:r>
            <a:r>
              <a:rPr lang="de-DE" sz="1600"/>
              <a:t> </a:t>
            </a:r>
            <a:br>
              <a:rPr lang="de-DE" sz="1600"/>
            </a:br>
            <a:r>
              <a:rPr lang="de-DE" sz="1600"/>
              <a:t>and still contains a number of conservative assumptions, eg,</a:t>
            </a:r>
            <a:endParaRPr lang="de-DE" b="1"/>
          </a:p>
          <a:p>
            <a:pPr lvl="1">
              <a:spcBef>
                <a:spcPts val="300"/>
              </a:spcBef>
              <a:spcAft>
                <a:spcPts val="0"/>
              </a:spcAft>
            </a:pPr>
            <a:r>
              <a:rPr lang="de-DE" sz="1400" b="1"/>
              <a:t>100% product use</a:t>
            </a:r>
            <a:r>
              <a:rPr lang="de-DE" sz="1400"/>
              <a:t> (DLT) in all crops given by the potential label, dh essentially on </a:t>
            </a:r>
            <a:r>
              <a:rPr lang="de-DE" sz="1400" b="1"/>
              <a:t>100% of fields</a:t>
            </a:r>
          </a:p>
          <a:p>
            <a:pPr lvl="1">
              <a:spcBef>
                <a:spcPts val="300"/>
              </a:spcBef>
              <a:spcAft>
                <a:spcPts val="0"/>
              </a:spcAft>
            </a:pPr>
            <a:r>
              <a:rPr lang="de-DE" sz="1400" b="1"/>
              <a:t>No spray-drift filtering </a:t>
            </a:r>
            <a:r>
              <a:rPr lang="de-DE" sz="1400"/>
              <a:t>by riparian vegetation (still 'filter-paper' spray-drift deposition scenario). </a:t>
            </a:r>
          </a:p>
          <a:p>
            <a:pPr lvl="1">
              <a:spcBef>
                <a:spcPts val="300"/>
              </a:spcBef>
              <a:spcAft>
                <a:spcPts val="0"/>
              </a:spcAft>
            </a:pPr>
            <a:r>
              <a:rPr lang="de-DE" sz="1400" b="1"/>
              <a:t>No dyring-out </a:t>
            </a:r>
            <a:r>
              <a:rPr lang="de-DE" sz="1400"/>
              <a:t>of small ditches. This causes (artificially?) high peak PECsw, eg, at 1cm minimum water level</a:t>
            </a:r>
          </a:p>
          <a:p>
            <a:pPr lvl="1">
              <a:spcBef>
                <a:spcPts val="300"/>
              </a:spcBef>
              <a:spcAft>
                <a:spcPts val="0"/>
              </a:spcAft>
            </a:pPr>
            <a:r>
              <a:rPr lang="de-DE" sz="1400" b="1"/>
              <a:t>100% of sensitive organisms exposed</a:t>
            </a:r>
            <a:r>
              <a:rPr lang="de-DE" sz="1400"/>
              <a:t> (no spatial heterogeneity in stream system). </a:t>
            </a:r>
            <a:r>
              <a:rPr lang="de-DE" sz="1400" b="1"/>
              <a:t>100% occurrence </a:t>
            </a:r>
            <a:r>
              <a:rPr lang="de-DE" sz="1400"/>
              <a:t>of sensitive species</a:t>
            </a:r>
          </a:p>
          <a:p>
            <a:pPr lvl="1">
              <a:spcBef>
                <a:spcPts val="300"/>
              </a:spcBef>
              <a:spcAft>
                <a:spcPts val="0"/>
              </a:spcAft>
            </a:pPr>
            <a:r>
              <a:rPr lang="de-DE" sz="1400"/>
              <a:t>…</a:t>
            </a:r>
          </a:p>
          <a:p>
            <a:pPr marL="457200" indent="-457200">
              <a:spcBef>
                <a:spcPts val="600"/>
              </a:spcBef>
              <a:spcAft>
                <a:spcPts val="600"/>
              </a:spcAft>
              <a:buFont typeface="+mj-lt"/>
              <a:buAutoNum type="arabicPeriod"/>
            </a:pPr>
            <a:endParaRPr lang="de-DE"/>
          </a:p>
        </p:txBody>
      </p:sp>
      <p:sp>
        <p:nvSpPr>
          <p:cNvPr id="4" name="Slide Number Placeholder 3">
            <a:extLst>
              <a:ext uri="{FF2B5EF4-FFF2-40B4-BE49-F238E27FC236}">
                <a16:creationId xmlns:a16="http://schemas.microsoft.com/office/drawing/2014/main" id="{880B3307-2CED-24CC-25F2-E446BBF1AA6D}"/>
              </a:ext>
            </a:extLst>
          </p:cNvPr>
          <p:cNvSpPr>
            <a:spLocks noGrp="1"/>
          </p:cNvSpPr>
          <p:nvPr>
            <p:ph type="sldNum" sz="quarter" idx="15"/>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8D65601-5AE2-46FC-B138-694DDD2B510D}" type="slidenum">
              <a:rPr kumimoji="0" lang="de-DE" sz="1200" b="1" i="0" u="none" strike="noStrike" kern="1200" cap="none" spc="150" normalizeH="0" baseline="0" noProof="0" smtClean="0">
                <a:ln>
                  <a:noFill/>
                </a:ln>
                <a:solidFill>
                  <a:prstClr val="black"/>
                </a:solidFill>
                <a:effectLst/>
                <a:uLnTx/>
                <a:uFillTx/>
                <a:latin typeface="Univers Light"/>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24</a:t>
            </a:fld>
            <a:endParaRPr kumimoji="0" lang="de-DE" sz="1200" b="1" i="0" u="none" strike="noStrike" kern="1200" cap="none" spc="150" normalizeH="0" baseline="0" noProof="0">
              <a:ln>
                <a:noFill/>
              </a:ln>
              <a:solidFill>
                <a:prstClr val="black"/>
              </a:solidFill>
              <a:effectLst/>
              <a:uLnTx/>
              <a:uFillTx/>
              <a:latin typeface="Univers Light"/>
              <a:ea typeface="+mn-ea"/>
              <a:cs typeface="+mn-cs"/>
            </a:endParaRPr>
          </a:p>
        </p:txBody>
      </p:sp>
      <p:sp>
        <p:nvSpPr>
          <p:cNvPr id="5" name="Sprechblase: oval 5">
            <a:extLst>
              <a:ext uri="{FF2B5EF4-FFF2-40B4-BE49-F238E27FC236}">
                <a16:creationId xmlns:a16="http://schemas.microsoft.com/office/drawing/2014/main" id="{B9C58AFE-E484-EF0E-480D-FBE115779DB0}"/>
              </a:ext>
            </a:extLst>
          </p:cNvPr>
          <p:cNvSpPr/>
          <p:nvPr/>
        </p:nvSpPr>
        <p:spPr>
          <a:xfrm>
            <a:off x="3146720" y="6269557"/>
            <a:ext cx="4745996" cy="503851"/>
          </a:xfrm>
          <a:prstGeom prst="wedgeEllipseCallout">
            <a:avLst>
              <a:gd name="adj1" fmla="val -32314"/>
              <a:gd name="adj2" fmla="val -74607"/>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400" b="0" i="0" u="none" strike="noStrike" kern="1200" cap="none" spc="0" normalizeH="0" baseline="0" noProof="0">
                <a:ln>
                  <a:noFill/>
                </a:ln>
                <a:solidFill>
                  <a:prstClr val="white"/>
                </a:solidFill>
                <a:effectLst/>
                <a:uLnTx/>
                <a:uFillTx/>
                <a:latin typeface="Univers Light"/>
                <a:ea typeface="+mn-ea"/>
                <a:cs typeface="+mn-cs"/>
                <a:sym typeface="Wingdings" panose="05000000000000000000" pitchFamily="2" charset="2"/>
              </a:rPr>
              <a:t>'we bring the (conservative) ecotox story into the landscape' (eg sensitive species)</a:t>
            </a:r>
            <a:endParaRPr kumimoji="0" lang="de-DE" sz="1400" b="0" i="0" u="none" strike="noStrike" kern="1200" cap="none" spc="0" normalizeH="0" baseline="0" noProof="0">
              <a:ln>
                <a:noFill/>
              </a:ln>
              <a:solidFill>
                <a:prstClr val="white"/>
              </a:solidFill>
              <a:effectLst/>
              <a:uLnTx/>
              <a:uFillTx/>
              <a:latin typeface="Univers Light"/>
              <a:ea typeface="+mn-ea"/>
              <a:cs typeface="+mn-cs"/>
            </a:endParaRPr>
          </a:p>
        </p:txBody>
      </p:sp>
    </p:spTree>
    <p:extLst>
      <p:ext uri="{BB962C8B-B14F-4D97-AF65-F5344CB8AC3E}">
        <p14:creationId xmlns:p14="http://schemas.microsoft.com/office/powerpoint/2010/main" val="7852532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hteck: abgerundete Ecken 9">
            <a:extLst>
              <a:ext uri="{FF2B5EF4-FFF2-40B4-BE49-F238E27FC236}">
                <a16:creationId xmlns:a16="http://schemas.microsoft.com/office/drawing/2014/main" id="{1FC839A2-1E4E-9E3A-9A3A-6AF6B3F60B15}"/>
              </a:ext>
            </a:extLst>
          </p:cNvPr>
          <p:cNvSpPr/>
          <p:nvPr/>
        </p:nvSpPr>
        <p:spPr>
          <a:xfrm>
            <a:off x="1711037" y="1745674"/>
            <a:ext cx="8908454" cy="4689763"/>
          </a:xfrm>
          <a:prstGeom prst="roundRect">
            <a:avLst>
              <a:gd name="adj" fmla="val 2652"/>
            </a:avLst>
          </a:prstGeom>
          <a:solidFill>
            <a:schemeClr val="accent1">
              <a:lumMod val="20000"/>
              <a:lumOff val="80000"/>
            </a:schemeClr>
          </a:solid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lIns="36000" tIns="36000" rIns="36000" bIns="36000" rtlCol="0" anchor="t"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400" b="0" i="0" u="none" strike="noStrike" kern="1200" cap="none" spc="0" normalizeH="0" baseline="0" noProof="0">
                <a:ln>
                  <a:noFill/>
                </a:ln>
                <a:solidFill>
                  <a:srgbClr val="58696B">
                    <a:lumMod val="75000"/>
                  </a:srgbClr>
                </a:solidFill>
                <a:effectLst/>
                <a:uLnTx/>
                <a:uFillTx/>
                <a:latin typeface="Univers Light"/>
                <a:ea typeface="+mn-ea"/>
                <a:cs typeface="+mn-cs"/>
              </a:rPr>
              <a:t>Tier-4 Landscape-level aquatic RA</a:t>
            </a:r>
            <a:endParaRPr kumimoji="0" lang="de-DE" sz="1800" b="0" i="0" u="none" strike="noStrike" kern="1200" cap="none" spc="0" normalizeH="0" baseline="0" noProof="0">
              <a:ln>
                <a:noFill/>
              </a:ln>
              <a:solidFill>
                <a:srgbClr val="58696B">
                  <a:lumMod val="75000"/>
                </a:srgbClr>
              </a:solidFill>
              <a:effectLst/>
              <a:uLnTx/>
              <a:uFillTx/>
              <a:latin typeface="Univers Light"/>
              <a:ea typeface="+mn-ea"/>
              <a:cs typeface="+mn-cs"/>
            </a:endParaRPr>
          </a:p>
        </p:txBody>
      </p:sp>
      <p:sp>
        <p:nvSpPr>
          <p:cNvPr id="2" name="Titel 1">
            <a:extLst>
              <a:ext uri="{FF2B5EF4-FFF2-40B4-BE49-F238E27FC236}">
                <a16:creationId xmlns:a16="http://schemas.microsoft.com/office/drawing/2014/main" id="{E393AB2B-14DD-C994-213D-8980CFBAC2EF}"/>
              </a:ext>
            </a:extLst>
          </p:cNvPr>
          <p:cNvSpPr>
            <a:spLocks noGrp="1"/>
          </p:cNvSpPr>
          <p:nvPr>
            <p:ph type="title"/>
          </p:nvPr>
        </p:nvSpPr>
        <p:spPr/>
        <p:txBody>
          <a:bodyPr/>
          <a:lstStyle/>
          <a:p>
            <a:r>
              <a:rPr lang="de-DE"/>
              <a:t>Concepts for Landscape-scale Aquatic RA</a:t>
            </a:r>
            <a:br>
              <a:rPr lang="de-DE"/>
            </a:br>
            <a:r>
              <a:rPr lang="de-DE"/>
              <a:t>/ Summary</a:t>
            </a:r>
          </a:p>
        </p:txBody>
      </p:sp>
      <p:graphicFrame>
        <p:nvGraphicFramePr>
          <p:cNvPr id="5" name="Inhaltsplatzhalter 4">
            <a:extLst>
              <a:ext uri="{FF2B5EF4-FFF2-40B4-BE49-F238E27FC236}">
                <a16:creationId xmlns:a16="http://schemas.microsoft.com/office/drawing/2014/main" id="{4B8A804A-D9C4-5529-2500-3D4BDF9328E3}"/>
              </a:ext>
            </a:extLst>
          </p:cNvPr>
          <p:cNvGraphicFramePr>
            <a:graphicFrameLocks noGrp="1"/>
          </p:cNvGraphicFramePr>
          <p:nvPr>
            <p:ph sz="quarter" idx="12"/>
          </p:nvPr>
        </p:nvGraphicFramePr>
        <p:xfrm>
          <a:off x="1885931" y="1799820"/>
          <a:ext cx="8553450" cy="41195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Foliennummernplatzhalter 3">
            <a:extLst>
              <a:ext uri="{FF2B5EF4-FFF2-40B4-BE49-F238E27FC236}">
                <a16:creationId xmlns:a16="http://schemas.microsoft.com/office/drawing/2014/main" id="{1FE2AA0D-03F4-E65C-6EE0-F900107FD2B2}"/>
              </a:ext>
            </a:extLst>
          </p:cNvPr>
          <p:cNvSpPr>
            <a:spLocks noGrp="1"/>
          </p:cNvSpPr>
          <p:nvPr>
            <p:ph type="sldNum" sz="quarter" idx="15"/>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8D65601-5AE2-46FC-B138-694DDD2B510D}" type="slidenum">
              <a:rPr kumimoji="0" lang="de-DE" sz="1200" b="1" i="0" u="none" strike="noStrike" kern="1200" cap="none" spc="150" normalizeH="0" baseline="0" noProof="0" smtClean="0">
                <a:ln>
                  <a:noFill/>
                </a:ln>
                <a:solidFill>
                  <a:prstClr val="black"/>
                </a:solidFill>
                <a:effectLst/>
                <a:uLnTx/>
                <a:uFillTx/>
                <a:latin typeface="Univers Light"/>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25</a:t>
            </a:fld>
            <a:endParaRPr kumimoji="0" lang="de-DE" sz="1200" b="1" i="0" u="none" strike="noStrike" kern="1200" cap="none" spc="150" normalizeH="0" baseline="0" noProof="0">
              <a:ln>
                <a:noFill/>
              </a:ln>
              <a:solidFill>
                <a:prstClr val="black"/>
              </a:solidFill>
              <a:effectLst/>
              <a:uLnTx/>
              <a:uFillTx/>
              <a:latin typeface="Univers Light"/>
              <a:ea typeface="+mn-ea"/>
              <a:cs typeface="+mn-cs"/>
            </a:endParaRPr>
          </a:p>
        </p:txBody>
      </p:sp>
      <p:sp>
        <p:nvSpPr>
          <p:cNvPr id="6" name="Rechteck: abgerundete Ecken 5">
            <a:extLst>
              <a:ext uri="{FF2B5EF4-FFF2-40B4-BE49-F238E27FC236}">
                <a16:creationId xmlns:a16="http://schemas.microsoft.com/office/drawing/2014/main" id="{2A38BD63-23AE-988D-4645-D1DE5FE0113B}"/>
              </a:ext>
            </a:extLst>
          </p:cNvPr>
          <p:cNvSpPr/>
          <p:nvPr/>
        </p:nvSpPr>
        <p:spPr>
          <a:xfrm>
            <a:off x="1906712" y="5919383"/>
            <a:ext cx="8553450" cy="408178"/>
          </a:xfrm>
          <a:prstGeom prst="round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Univers Light"/>
                <a:ea typeface="+mn-ea"/>
                <a:cs typeface="+mn-cs"/>
              </a:rPr>
              <a:t>Framing Context Information, </a:t>
            </a:r>
            <a:r>
              <a:rPr kumimoji="0" lang="en-US" sz="1400" b="0" i="0" u="none" strike="noStrike" kern="1200" cap="none" spc="0" normalizeH="0" baseline="0" noProof="0">
                <a:ln>
                  <a:noFill/>
                </a:ln>
                <a:solidFill>
                  <a:prstClr val="white"/>
                </a:solidFill>
                <a:effectLst/>
                <a:uLnTx/>
                <a:uFillTx/>
                <a:latin typeface="Univers Light"/>
                <a:ea typeface="+mn-ea"/>
                <a:cs typeface="+mn-cs"/>
              </a:rPr>
              <a:t>eg, Region, Safety Margins, Species Occurrence, Field Obs.</a:t>
            </a:r>
            <a:endParaRPr kumimoji="0" lang="de-DE" sz="1800" b="0" i="0" u="none" strike="noStrike" kern="1200" cap="none" spc="0" normalizeH="0" baseline="0" noProof="0">
              <a:ln>
                <a:noFill/>
              </a:ln>
              <a:solidFill>
                <a:prstClr val="white"/>
              </a:solidFill>
              <a:effectLst/>
              <a:uLnTx/>
              <a:uFillTx/>
              <a:latin typeface="Univers Light"/>
              <a:ea typeface="+mn-ea"/>
              <a:cs typeface="+mn-cs"/>
            </a:endParaRPr>
          </a:p>
        </p:txBody>
      </p:sp>
      <p:sp>
        <p:nvSpPr>
          <p:cNvPr id="3" name="Rechteck: abgerundete Ecken 2">
            <a:extLst>
              <a:ext uri="{FF2B5EF4-FFF2-40B4-BE49-F238E27FC236}">
                <a16:creationId xmlns:a16="http://schemas.microsoft.com/office/drawing/2014/main" id="{C024DD4A-274E-1D9F-F5A7-9D9FADEBAA2E}"/>
              </a:ext>
            </a:extLst>
          </p:cNvPr>
          <p:cNvSpPr/>
          <p:nvPr/>
        </p:nvSpPr>
        <p:spPr>
          <a:xfrm>
            <a:off x="1885931" y="5562601"/>
            <a:ext cx="5657868" cy="256309"/>
          </a:xfrm>
          <a:prstGeom prst="round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Univers Light"/>
                <a:ea typeface="+mn-ea"/>
                <a:cs typeface="+mn-cs"/>
              </a:rPr>
              <a:t>core RA</a:t>
            </a:r>
            <a:endParaRPr kumimoji="0" lang="de-DE" sz="1800" b="0" i="0" u="none" strike="noStrike" kern="1200" cap="none" spc="0" normalizeH="0" baseline="0" noProof="0">
              <a:ln>
                <a:noFill/>
              </a:ln>
              <a:solidFill>
                <a:prstClr val="white"/>
              </a:solidFill>
              <a:effectLst/>
              <a:uLnTx/>
              <a:uFillTx/>
              <a:latin typeface="Univers Light"/>
              <a:ea typeface="+mn-ea"/>
              <a:cs typeface="+mn-cs"/>
            </a:endParaRPr>
          </a:p>
        </p:txBody>
      </p:sp>
      <p:sp>
        <p:nvSpPr>
          <p:cNvPr id="8" name="Rechteck: abgerundete Ecken 7">
            <a:extLst>
              <a:ext uri="{FF2B5EF4-FFF2-40B4-BE49-F238E27FC236}">
                <a16:creationId xmlns:a16="http://schemas.microsoft.com/office/drawing/2014/main" id="{27D5D6D6-0EBA-031D-ED06-A388C87A0C9D}"/>
              </a:ext>
            </a:extLst>
          </p:cNvPr>
          <p:cNvSpPr/>
          <p:nvPr/>
        </p:nvSpPr>
        <p:spPr>
          <a:xfrm>
            <a:off x="7684076" y="5562601"/>
            <a:ext cx="2755305" cy="256309"/>
          </a:xfrm>
          <a:prstGeom prst="roundRect">
            <a:avLst/>
          </a:prstGeom>
          <a:solidFill>
            <a:schemeClr val="accent1">
              <a:lumMod val="60000"/>
              <a:lumOff val="4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Univers Light"/>
                <a:ea typeface="+mn-ea"/>
                <a:cs typeface="+mn-cs"/>
              </a:rPr>
              <a:t>accompanying RA</a:t>
            </a:r>
            <a:endParaRPr kumimoji="0" lang="de-DE" sz="1800" b="0" i="0" u="none" strike="noStrike" kern="1200" cap="none" spc="0" normalizeH="0" baseline="0" noProof="0">
              <a:ln>
                <a:noFill/>
              </a:ln>
              <a:solidFill>
                <a:prstClr val="white"/>
              </a:solidFill>
              <a:effectLst/>
              <a:uLnTx/>
              <a:uFillTx/>
              <a:latin typeface="Univers Light"/>
              <a:ea typeface="+mn-ea"/>
              <a:cs typeface="+mn-cs"/>
            </a:endParaRPr>
          </a:p>
        </p:txBody>
      </p:sp>
      <p:pic>
        <p:nvPicPr>
          <p:cNvPr id="9" name="Grafik 8" descr="Schraubenschlüssel mit einfarbiger Füllung">
            <a:extLst>
              <a:ext uri="{FF2B5EF4-FFF2-40B4-BE49-F238E27FC236}">
                <a16:creationId xmlns:a16="http://schemas.microsoft.com/office/drawing/2014/main" id="{829E0E39-7355-3C57-6D53-2BA717017E52}"/>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0" y="0"/>
            <a:ext cx="471056" cy="471056"/>
          </a:xfrm>
          <a:prstGeom prst="rect">
            <a:avLst/>
          </a:prstGeom>
        </p:spPr>
      </p:pic>
    </p:spTree>
    <p:extLst>
      <p:ext uri="{BB962C8B-B14F-4D97-AF65-F5344CB8AC3E}">
        <p14:creationId xmlns:p14="http://schemas.microsoft.com/office/powerpoint/2010/main" val="485388775"/>
      </p:ext>
    </p:extLst>
  </p:cSld>
  <p:clrMapOvr>
    <a:masterClrMapping/>
  </p:clrMapOvr>
</p:sld>
</file>

<file path=ppt/theme/theme1.xml><?xml version="1.0" encoding="utf-8"?>
<a:theme xmlns:a="http://schemas.openxmlformats.org/drawingml/2006/main" name="Southwestern">
  <a:themeElements>
    <a:clrScheme name="Southwestern">
      <a:dk1>
        <a:srgbClr val="000000"/>
      </a:dk1>
      <a:lt1>
        <a:srgbClr val="FFFFFF"/>
      </a:lt1>
      <a:dk2>
        <a:srgbClr val="0E2841"/>
      </a:dk2>
      <a:lt2>
        <a:srgbClr val="E8E8E8"/>
      </a:lt2>
      <a:accent1>
        <a:srgbClr val="A8BABF"/>
      </a:accent1>
      <a:accent2>
        <a:srgbClr val="C16A38"/>
      </a:accent2>
      <a:accent3>
        <a:srgbClr val="7B441F"/>
      </a:accent3>
      <a:accent4>
        <a:srgbClr val="DAC68B"/>
      </a:accent4>
      <a:accent5>
        <a:srgbClr val="B6BAA5"/>
      </a:accent5>
      <a:accent6>
        <a:srgbClr val="716C34"/>
      </a:accent6>
      <a:hlink>
        <a:srgbClr val="467886"/>
      </a:hlink>
      <a:folHlink>
        <a:srgbClr val="96607D"/>
      </a:folHlink>
    </a:clrScheme>
    <a:fontScheme name="Custom 13">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outhwestern_Keynote_Presentation_win32_EF_v7" id="{CB75C61E-D0AA-411C-8CCB-350C46B2B4C2}" vid="{3FF803ED-F19F-4AA8-A921-9EC284451F8E}"/>
    </a:ext>
  </a:extLst>
</a:theme>
</file>

<file path=ppt/theme/theme2.xml><?xml version="1.0" encoding="utf-8"?>
<a:theme xmlns:a="http://schemas.openxmlformats.org/drawingml/2006/main" name="Benutzerdefiniert">
  <a:themeElements>
    <a:clrScheme name="Custom 23">
      <a:dk1>
        <a:sysClr val="windowText" lastClr="000000"/>
      </a:dk1>
      <a:lt1>
        <a:sysClr val="window" lastClr="FFFFFF"/>
      </a:lt1>
      <a:dk2>
        <a:srgbClr val="44546A"/>
      </a:dk2>
      <a:lt2>
        <a:srgbClr val="E7E6E6"/>
      </a:lt2>
      <a:accent1>
        <a:srgbClr val="58696B"/>
      </a:accent1>
      <a:accent2>
        <a:srgbClr val="95B8BF"/>
      </a:accent2>
      <a:accent3>
        <a:srgbClr val="BFD4D9"/>
      </a:accent3>
      <a:accent4>
        <a:srgbClr val="5B4839"/>
      </a:accent4>
      <a:accent5>
        <a:srgbClr val="C3A398"/>
      </a:accent5>
      <a:accent6>
        <a:srgbClr val="CA553E"/>
      </a:accent6>
      <a:hlink>
        <a:srgbClr val="0563C1"/>
      </a:hlink>
      <a:folHlink>
        <a:srgbClr val="954F72"/>
      </a:folHlink>
    </a:clrScheme>
    <a:fontScheme name="Custom 30">
      <a:majorFont>
        <a:latin typeface="Tisa Offc Serif Pro"/>
        <a:ea typeface=""/>
        <a:cs typeface=""/>
      </a:majorFont>
      <a:minorFont>
        <a:latin typeface="Univers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ln>
          <a:solidFill>
            <a:schemeClr val="accent5">
              <a:lumMod val="20000"/>
              <a:lumOff val="80000"/>
            </a:schemeClr>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TM78544816_Win32_SL_V10" id="{8934A6D9-B969-498F-A646-4B502FD69C4E}" vid="{AA78C1C8-456D-41A9-83FC-BC8B9A8EE394}"/>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76F8FCD-0A1F-4F6A-8F55-15E9E87E2E4C}">
  <ds:schemaRefs>
    <ds:schemaRef ds:uri="http://schemas.microsoft.com/sharepoint/v3/contenttype/forms"/>
  </ds:schemaRefs>
</ds:datastoreItem>
</file>

<file path=customXml/itemProps2.xml><?xml version="1.0" encoding="utf-8"?>
<ds:datastoreItem xmlns:ds="http://schemas.openxmlformats.org/officeDocument/2006/customXml" ds:itemID="{EF782DA7-86C0-4A84-A860-11A1E6E3FB6B}">
  <ds:schemaRefs>
    <ds:schemaRef ds:uri="http://www.w3.org/XML/1998/namespace"/>
    <ds:schemaRef ds:uri="http://purl.org/dc/terms/"/>
    <ds:schemaRef ds:uri="http://schemas.openxmlformats.org/package/2006/metadata/core-properties"/>
    <ds:schemaRef ds:uri="http://purl.org/dc/elements/1.1/"/>
    <ds:schemaRef ds:uri="http://purl.org/dc/dcmitype/"/>
    <ds:schemaRef ds:uri="http://schemas.microsoft.com/sharepoint/v3"/>
    <ds:schemaRef ds:uri="http://schemas.microsoft.com/office/2006/documentManagement/types"/>
    <ds:schemaRef ds:uri="http://schemas.microsoft.com/office/infopath/2007/PartnerControls"/>
    <ds:schemaRef ds:uri="230e9df3-be65-4c73-a93b-d1236ebd677e"/>
    <ds:schemaRef ds:uri="16c05727-aa75-4e4a-9b5f-8a80a1165891"/>
    <ds:schemaRef ds:uri="71af3243-3dd4-4a8d-8c0d-dd76da1f02a5"/>
    <ds:schemaRef ds:uri="http://schemas.microsoft.com/office/2006/metadata/properties"/>
  </ds:schemaRefs>
</ds:datastoreItem>
</file>

<file path=customXml/itemProps3.xml><?xml version="1.0" encoding="utf-8"?>
<ds:datastoreItem xmlns:ds="http://schemas.openxmlformats.org/officeDocument/2006/customXml" ds:itemID="{83A9C388-2C06-4AF2-857C-74055069A29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Modern minimalist keynote presentation</Template>
  <TotalTime>0</TotalTime>
  <Words>2758</Words>
  <Application>Microsoft Office PowerPoint</Application>
  <PresentationFormat>Widescreen</PresentationFormat>
  <Paragraphs>262</Paragraphs>
  <Slides>25</Slides>
  <Notes>2</Notes>
  <HiddenSlides>3</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25</vt:i4>
      </vt:variant>
    </vt:vector>
  </HeadingPairs>
  <TitlesOfParts>
    <vt:vector size="35" baseType="lpstr">
      <vt:lpstr>Aptos</vt:lpstr>
      <vt:lpstr>Arial</vt:lpstr>
      <vt:lpstr>Consolas</vt:lpstr>
      <vt:lpstr>Neue Haas Grotesk Text Pro</vt:lpstr>
      <vt:lpstr>Red Hat Text</vt:lpstr>
      <vt:lpstr>Tisa Offc Serif Pro</vt:lpstr>
      <vt:lpstr>Univers Light</vt:lpstr>
      <vt:lpstr>Wingdings</vt:lpstr>
      <vt:lpstr>Southwestern</vt:lpstr>
      <vt:lpstr>Benutzerdefiniert</vt:lpstr>
      <vt:lpstr>Hands-on</vt:lpstr>
      <vt:lpstr>Hands-on</vt:lpstr>
      <vt:lpstr>xLandscape Case Study Context: Aquatic Risk Assessment </vt:lpstr>
      <vt:lpstr>Problem Formulation: lower Tier indicated risk</vt:lpstr>
      <vt:lpstr>Questions, Discussion Points</vt:lpstr>
      <vt:lpstr>Questions, Discussion Points</vt:lpstr>
      <vt:lpstr>Supplement  Regulatory Acceptable Concentration (RAC)</vt:lpstr>
      <vt:lpstr>why can we do that?!  Tiered Aquatic Risk Assessment (EU)</vt:lpstr>
      <vt:lpstr>Supplement  Risk</vt:lpstr>
      <vt:lpstr>Supplement  Regulations framing higher-tier risk assessment</vt:lpstr>
      <vt:lpstr>Supplement  Specific Protection Goals</vt:lpstr>
      <vt:lpstr>Supplement  TKTD, GUTS</vt:lpstr>
      <vt:lpstr>how to make an appropriate Tier-4 modelling – how to design ‚more realistic‘?!</vt:lpstr>
      <vt:lpstr>which variability do we address</vt:lpstr>
      <vt:lpstr>The Modelling Approach xAquaticRisk</vt:lpstr>
      <vt:lpstr>The Modelling Approach xAquaticRisk</vt:lpstr>
      <vt:lpstr>The Modelling Approach xAquaticRisk</vt:lpstr>
      <vt:lpstr>Get xAquaticRisk    no installation needed</vt:lpstr>
      <vt:lpstr>Parameterisation</vt:lpstr>
      <vt:lpstr>Start a Simulation</vt:lpstr>
      <vt:lpstr>Advanced your IDE as xLandscape Operation Center</vt:lpstr>
      <vt:lpstr>Scenario – Wetterau</vt:lpstr>
      <vt:lpstr>Concepts for Landscape-scale Aquatic RA / SPGs as Basis </vt:lpstr>
      <vt:lpstr>Concepts for Landscape-scale Aquatic RA / Design </vt:lpstr>
      <vt:lpstr>Concepts for Landscape-scale Aquatic RA / 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thorsten schad</dc:creator>
  <cp:lastModifiedBy>thorsten schad</cp:lastModifiedBy>
  <cp:revision>3</cp:revision>
  <dcterms:created xsi:type="dcterms:W3CDTF">2026-01-27T19:47:21Z</dcterms:created>
  <dcterms:modified xsi:type="dcterms:W3CDTF">2026-03-09T09:06:02Z</dcterms:modified>
  <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